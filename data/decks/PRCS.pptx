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Dec '04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'05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'06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'06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'06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'07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8.9</c:v>
                </c:pt>
                <c:pt idx="1">
                  <c:v>9.5</c:v>
                </c:pt>
                <c:pt idx="2">
                  <c:v>8.8</c:v>
                </c:pt>
                <c:pt idx="3">
                  <c:v>8.75</c:v>
                </c:pt>
                <c:pt idx="4">
                  <c:v>8.5</c:v>
                </c:pt>
                <c:pt idx="5">
                  <c:v>7.85</c:v>
                </c:pt>
                <c:pt idx="6">
                  <c:v>8.15</c:v>
                </c:pt>
                <c:pt idx="7">
                  <c:v>7.45</c:v>
                </c:pt>
                <c:pt idx="8">
                  <c:v>7.2</c:v>
                </c:pt>
                <c:pt idx="9">
                  <c:v>7.2</c:v>
                </c:pt>
                <c:pt idx="10">
                  <c:v>7.15</c:v>
                </c:pt>
                <c:pt idx="11">
                  <c:v>7.05</c:v>
                </c:pt>
                <c:pt idx="12">
                  <c:v>6.6</c:v>
                </c:pt>
                <c:pt idx="13">
                  <c:v>6.35</c:v>
                </c:pt>
                <c:pt idx="14">
                  <c:v>4.8</c:v>
                </c:pt>
                <c:pt idx="15">
                  <c:v>5.25</c:v>
                </c:pt>
                <c:pt idx="16">
                  <c:v>4.9</c:v>
                </c:pt>
                <c:pt idx="17">
                  <c:v>5.15</c:v>
                </c:pt>
                <c:pt idx="18">
                  <c:v>4.8</c:v>
                </c:pt>
                <c:pt idx="19">
                  <c:v>3.75</c:v>
                </c:pt>
                <c:pt idx="20">
                  <c:v>3.35</c:v>
                </c:pt>
                <c:pt idx="21">
                  <c:v>3.8</c:v>
                </c:pt>
                <c:pt idx="22">
                  <c:v>3.3</c:v>
                </c:pt>
                <c:pt idx="23">
                  <c:v>3.0</c:v>
                </c:pt>
                <c:pt idx="24">
                  <c:v>2.6</c:v>
                </c:pt>
                <c:pt idx="25">
                  <c:v>2.6</c:v>
                </c:pt>
                <c:pt idx="26">
                  <c:v>2.7</c:v>
                </c:pt>
                <c:pt idx="27">
                  <c:v>2.6</c:v>
                </c:pt>
                <c:pt idx="28">
                  <c:v>2.7</c:v>
                </c:pt>
                <c:pt idx="29">
                  <c:v>2.9</c:v>
                </c:pt>
                <c:pt idx="30">
                  <c:v>3.4</c:v>
                </c:pt>
                <c:pt idx="31">
                  <c:v>3.3</c:v>
                </c:pt>
                <c:pt idx="32">
                  <c:v>3.2</c:v>
                </c:pt>
                <c:pt idx="33">
                  <c:v>3.0</c:v>
                </c:pt>
                <c:pt idx="34">
                  <c:v>2.95</c:v>
                </c:pt>
                <c:pt idx="35">
                  <c:v>3.0</c:v>
                </c:pt>
                <c:pt idx="36">
                  <c:v>2.9</c:v>
                </c:pt>
                <c:pt idx="37">
                  <c:v>2.9</c:v>
                </c:pt>
                <c:pt idx="38">
                  <c:v>2.95</c:v>
                </c:pt>
                <c:pt idx="39">
                  <c:v>2.8</c:v>
                </c:pt>
                <c:pt idx="40">
                  <c:v>2.35</c:v>
                </c:pt>
                <c:pt idx="41">
                  <c:v>2.45</c:v>
                </c:pt>
                <c:pt idx="42">
                  <c:v>3.55</c:v>
                </c:pt>
                <c:pt idx="43">
                  <c:v>3.3</c:v>
                </c:pt>
                <c:pt idx="44">
                  <c:v>3.55</c:v>
                </c:pt>
                <c:pt idx="45">
                  <c:v>3.91</c:v>
                </c:pt>
                <c:pt idx="46">
                  <c:v>4.2</c:v>
                </c:pt>
                <c:pt idx="47">
                  <c:v>3.98</c:v>
                </c:pt>
                <c:pt idx="48">
                  <c:v>4.06</c:v>
                </c:pt>
                <c:pt idx="49">
                  <c:v>4.31</c:v>
                </c:pt>
                <c:pt idx="50">
                  <c:v>3.96</c:v>
                </c:pt>
                <c:pt idx="51">
                  <c:v>3.99</c:v>
                </c:pt>
                <c:pt idx="52">
                  <c:v>4.0</c:v>
                </c:pt>
                <c:pt idx="53">
                  <c:v>4.0</c:v>
                </c:pt>
                <c:pt idx="54">
                  <c:v>4.09</c:v>
                </c:pt>
                <c:pt idx="55">
                  <c:v>4.2</c:v>
                </c:pt>
                <c:pt idx="56">
                  <c:v>4.19</c:v>
                </c:pt>
                <c:pt idx="57">
                  <c:v>5.09</c:v>
                </c:pt>
                <c:pt idx="58">
                  <c:v>5.6</c:v>
                </c:pt>
                <c:pt idx="59">
                  <c:v>6.0</c:v>
                </c:pt>
                <c:pt idx="60">
                  <c:v>5.82</c:v>
                </c:pt>
                <c:pt idx="61">
                  <c:v>6.24</c:v>
                </c:pt>
                <c:pt idx="62">
                  <c:v>6.3</c:v>
                </c:pt>
                <c:pt idx="63">
                  <c:v>6.0</c:v>
                </c:pt>
                <c:pt idx="64">
                  <c:v>5.46</c:v>
                </c:pt>
                <c:pt idx="65">
                  <c:v>4.88</c:v>
                </c:pt>
                <c:pt idx="66">
                  <c:v>5.33</c:v>
                </c:pt>
                <c:pt idx="67">
                  <c:v>4.47</c:v>
                </c:pt>
                <c:pt idx="68">
                  <c:v>4.42</c:v>
                </c:pt>
                <c:pt idx="69">
                  <c:v>4.61</c:v>
                </c:pt>
                <c:pt idx="70">
                  <c:v>4.38</c:v>
                </c:pt>
                <c:pt idx="71">
                  <c:v>5.43</c:v>
                </c:pt>
                <c:pt idx="72">
                  <c:v>5.8</c:v>
                </c:pt>
                <c:pt idx="73">
                  <c:v>5.37</c:v>
                </c:pt>
                <c:pt idx="74">
                  <c:v>5.32</c:v>
                </c:pt>
                <c:pt idx="75">
                  <c:v>5.57</c:v>
                </c:pt>
                <c:pt idx="76">
                  <c:v>5.48</c:v>
                </c:pt>
                <c:pt idx="77">
                  <c:v>5.04</c:v>
                </c:pt>
                <c:pt idx="78">
                  <c:v>3.05</c:v>
                </c:pt>
                <c:pt idx="79">
                  <c:v>3.04</c:v>
                </c:pt>
                <c:pt idx="80">
                  <c:v>2.96</c:v>
                </c:pt>
                <c:pt idx="81">
                  <c:v>2.56</c:v>
                </c:pt>
                <c:pt idx="82">
                  <c:v>2.31</c:v>
                </c:pt>
                <c:pt idx="83">
                  <c:v>2.32</c:v>
                </c:pt>
                <c:pt idx="84">
                  <c:v>2.19</c:v>
                </c:pt>
                <c:pt idx="85">
                  <c:v>2.14</c:v>
                </c:pt>
                <c:pt idx="86">
                  <c:v>2.0</c:v>
                </c:pt>
                <c:pt idx="87">
                  <c:v>2.04</c:v>
                </c:pt>
                <c:pt idx="88">
                  <c:v>2.14</c:v>
                </c:pt>
                <c:pt idx="89">
                  <c:v>2.1</c:v>
                </c:pt>
                <c:pt idx="90">
                  <c:v>2.14</c:v>
                </c:pt>
                <c:pt idx="91">
                  <c:v>2.17</c:v>
                </c:pt>
                <c:pt idx="92">
                  <c:v>2.05</c:v>
                </c:pt>
                <c:pt idx="93">
                  <c:v>2.27</c:v>
                </c:pt>
                <c:pt idx="94">
                  <c:v>2.54</c:v>
                </c:pt>
                <c:pt idx="95">
                  <c:v>2.54</c:v>
                </c:pt>
                <c:pt idx="96">
                  <c:v>2.62</c:v>
                </c:pt>
                <c:pt idx="97">
                  <c:v>2.62</c:v>
                </c:pt>
                <c:pt idx="98">
                  <c:v>2.11</c:v>
                </c:pt>
                <c:pt idx="99">
                  <c:v>2.08</c:v>
                </c:pt>
                <c:pt idx="100">
                  <c:v>2.05</c:v>
                </c:pt>
                <c:pt idx="101">
                  <c:v>1.95</c:v>
                </c:pt>
                <c:pt idx="102">
                  <c:v>2.0</c:v>
                </c:pt>
                <c:pt idx="103">
                  <c:v>1.97</c:v>
                </c:pt>
                <c:pt idx="104">
                  <c:v>4.9</c:v>
                </c:pt>
                <c:pt idx="105">
                  <c:v>4.91</c:v>
                </c:pt>
                <c:pt idx="106">
                  <c:v>4.91</c:v>
                </c:pt>
                <c:pt idx="107">
                  <c:v>4.96</c:v>
                </c:pt>
                <c:pt idx="108">
                  <c:v>4.94</c:v>
                </c:pt>
                <c:pt idx="109">
                  <c:v>4.96</c:v>
                </c:pt>
                <c:pt idx="110">
                  <c:v>4.98</c:v>
                </c:pt>
                <c:pt idx="111">
                  <c:v>4.98</c:v>
                </c:pt>
                <c:pt idx="112">
                  <c:v>4.99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Dec '04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'05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'06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'06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'06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'07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13">
                  <c:v>6.35</c:v>
                </c:pt>
                <c:pt idx="18">
                  <c:v>4.8</c:v>
                </c:pt>
                <c:pt idx="41">
                  <c:v>2.45</c:v>
                </c:pt>
                <c:pt idx="56">
                  <c:v>4.19</c:v>
                </c:pt>
                <c:pt idx="70">
                  <c:v>4.38</c:v>
                </c:pt>
                <c:pt idx="77">
                  <c:v>5.04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Dec '04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'05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'06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'06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'06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'07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Sheet1!$D$2:$D$114</c:f>
              <c:numCache>
                <c:formatCode>General</c:formatCode>
                <c:ptCount val="113"/>
                <c:pt idx="104">
                  <c:v>4.9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PRAECIS PHARMACEUTICALS INCORPORATED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PRCS  ·  acquired by GlaxoSmithKline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21, 2006   ·   Closed Feb 16, 2007   ·   Status: completed   ·   Pre-ann. volume 1.14×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PRAECIS PHARMACEUTICALS INCORPORATED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PRAECIS PHARMACEUTICALS INCORPORATED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54775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3335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646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856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326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337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08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804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366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587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758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9289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1745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90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9575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3241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20, 2005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Praecis announces strategic restructuring and 60% workforce…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18, 2005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Praecis and GSK (Parent) enter into first confidentiality…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Execution of Pilot Study and Option Agreement and Stock…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19, 2006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Praecis engages Canaccord Adams to explore financing and…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20, 2006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reviews three indications of interest; instructs…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submits proposal to purchase DirectSelect technology…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21, 2006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expresses interest in acquiring the entire company for…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06, 2006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revises proposal to £30 million (approx. $57 million)…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19, 2006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reduces offer to $5.00 per share (approx. $54.8…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20, 2006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final stock-for-stock bid valued at $47…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21, 2006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Praecis sells Plenaxis assets to Speciality European Pharma…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06, 2007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tender offer period expires with 78.53% of shares…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14, 2007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Subsequent offering period expires.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exercises top-up option to reach 90% ownership…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PRAECIS PHARMACEUTICALS INCORPORATED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2005-10-14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+45%  ($2.45→$3.55)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2006-06-23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-40%  ($5.04→$3.05)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2005-04-01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($6.35→$4.8)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2006-05-05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($4.38→$5.43)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230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2005-05-06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($4.8→$3.75)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594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2006-01-27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($4.19→$5.09)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328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PRAECIS PHARMACEUTICALS INCORPORATED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