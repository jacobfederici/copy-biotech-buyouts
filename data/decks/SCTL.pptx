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Mar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'24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1.75</c:v>
                </c:pt>
                <c:pt idx="1">
                  <c:v>1.98</c:v>
                </c:pt>
                <c:pt idx="2">
                  <c:v>2.1</c:v>
                </c:pt>
                <c:pt idx="3">
                  <c:v>1.89</c:v>
                </c:pt>
                <c:pt idx="4">
                  <c:v>1.8</c:v>
                </c:pt>
                <c:pt idx="5">
                  <c:v>1.69</c:v>
                </c:pt>
                <c:pt idx="6">
                  <c:v>1.55</c:v>
                </c:pt>
                <c:pt idx="7">
                  <c:v>1.4</c:v>
                </c:pt>
                <c:pt idx="8">
                  <c:v>1.36</c:v>
                </c:pt>
                <c:pt idx="9">
                  <c:v>1.31</c:v>
                </c:pt>
                <c:pt idx="10">
                  <c:v>0.92</c:v>
                </c:pt>
                <c:pt idx="11">
                  <c:v>0.78</c:v>
                </c:pt>
                <c:pt idx="12">
                  <c:v>0.75</c:v>
                </c:pt>
                <c:pt idx="13">
                  <c:v>0.67</c:v>
                </c:pt>
                <c:pt idx="14">
                  <c:v>0.69</c:v>
                </c:pt>
                <c:pt idx="15">
                  <c:v>0.66</c:v>
                </c:pt>
                <c:pt idx="16">
                  <c:v>0.69</c:v>
                </c:pt>
                <c:pt idx="17">
                  <c:v>0.8</c:v>
                </c:pt>
                <c:pt idx="18">
                  <c:v>0.81</c:v>
                </c:pt>
                <c:pt idx="19">
                  <c:v>0.81</c:v>
                </c:pt>
                <c:pt idx="20">
                  <c:v>0.8</c:v>
                </c:pt>
                <c:pt idx="21">
                  <c:v>0.9</c:v>
                </c:pt>
                <c:pt idx="22">
                  <c:v>1.17</c:v>
                </c:pt>
                <c:pt idx="23">
                  <c:v>1.25</c:v>
                </c:pt>
                <c:pt idx="24">
                  <c:v>1.25</c:v>
                </c:pt>
                <c:pt idx="25">
                  <c:v>1.21</c:v>
                </c:pt>
                <c:pt idx="26">
                  <c:v>1.26</c:v>
                </c:pt>
                <c:pt idx="27">
                  <c:v>1.44</c:v>
                </c:pt>
                <c:pt idx="28">
                  <c:v>1.58</c:v>
                </c:pt>
                <c:pt idx="29">
                  <c:v>1.49</c:v>
                </c:pt>
                <c:pt idx="30">
                  <c:v>1.63</c:v>
                </c:pt>
                <c:pt idx="31">
                  <c:v>1.51</c:v>
                </c:pt>
                <c:pt idx="32">
                  <c:v>1.6</c:v>
                </c:pt>
                <c:pt idx="33">
                  <c:v>1.69</c:v>
                </c:pt>
                <c:pt idx="34">
                  <c:v>1.77</c:v>
                </c:pt>
                <c:pt idx="35">
                  <c:v>1.5</c:v>
                </c:pt>
                <c:pt idx="36">
                  <c:v>1.67</c:v>
                </c:pt>
                <c:pt idx="37">
                  <c:v>1.8</c:v>
                </c:pt>
                <c:pt idx="38">
                  <c:v>1.81</c:v>
                </c:pt>
                <c:pt idx="39">
                  <c:v>1.7</c:v>
                </c:pt>
                <c:pt idx="40">
                  <c:v>1.27</c:v>
                </c:pt>
                <c:pt idx="41">
                  <c:v>1.28</c:v>
                </c:pt>
                <c:pt idx="42">
                  <c:v>1.33</c:v>
                </c:pt>
                <c:pt idx="43">
                  <c:v>1.49</c:v>
                </c:pt>
                <c:pt idx="44">
                  <c:v>1.41</c:v>
                </c:pt>
                <c:pt idx="45">
                  <c:v>1.32</c:v>
                </c:pt>
                <c:pt idx="46">
                  <c:v>1.36</c:v>
                </c:pt>
                <c:pt idx="47">
                  <c:v>1.35</c:v>
                </c:pt>
                <c:pt idx="48">
                  <c:v>1.36</c:v>
                </c:pt>
                <c:pt idx="49">
                  <c:v>1.56</c:v>
                </c:pt>
                <c:pt idx="50">
                  <c:v>1.51</c:v>
                </c:pt>
                <c:pt idx="51">
                  <c:v>1.45</c:v>
                </c:pt>
                <c:pt idx="52">
                  <c:v>1.24</c:v>
                </c:pt>
                <c:pt idx="53">
                  <c:v>1.12</c:v>
                </c:pt>
                <c:pt idx="54">
                  <c:v>1.05</c:v>
                </c:pt>
                <c:pt idx="55">
                  <c:v>1.17</c:v>
                </c:pt>
                <c:pt idx="56">
                  <c:v>1.19</c:v>
                </c:pt>
                <c:pt idx="57">
                  <c:v>1.07</c:v>
                </c:pt>
                <c:pt idx="58">
                  <c:v>1.0</c:v>
                </c:pt>
                <c:pt idx="59">
                  <c:v>0.86</c:v>
                </c:pt>
                <c:pt idx="60">
                  <c:v>0.73</c:v>
                </c:pt>
                <c:pt idx="61">
                  <c:v>0.7</c:v>
                </c:pt>
                <c:pt idx="62">
                  <c:v>0.68</c:v>
                </c:pt>
                <c:pt idx="63">
                  <c:v>0.75</c:v>
                </c:pt>
                <c:pt idx="64">
                  <c:v>0.81</c:v>
                </c:pt>
                <c:pt idx="65">
                  <c:v>0.72</c:v>
                </c:pt>
                <c:pt idx="66">
                  <c:v>1.03</c:v>
                </c:pt>
                <c:pt idx="67">
                  <c:v>1.12</c:v>
                </c:pt>
                <c:pt idx="68">
                  <c:v>1.0</c:v>
                </c:pt>
                <c:pt idx="69">
                  <c:v>1.1</c:v>
                </c:pt>
                <c:pt idx="70">
                  <c:v>0.99</c:v>
                </c:pt>
                <c:pt idx="71">
                  <c:v>0.98</c:v>
                </c:pt>
                <c:pt idx="72">
                  <c:v>0.96</c:v>
                </c:pt>
                <c:pt idx="73">
                  <c:v>0.88</c:v>
                </c:pt>
                <c:pt idx="74">
                  <c:v>0.87</c:v>
                </c:pt>
                <c:pt idx="75">
                  <c:v>0.79</c:v>
                </c:pt>
                <c:pt idx="76">
                  <c:v>0.62</c:v>
                </c:pt>
                <c:pt idx="77">
                  <c:v>0.41</c:v>
                </c:pt>
                <c:pt idx="78">
                  <c:v>0.57</c:v>
                </c:pt>
                <c:pt idx="79">
                  <c:v>0.6</c:v>
                </c:pt>
                <c:pt idx="80">
                  <c:v>0.52</c:v>
                </c:pt>
                <c:pt idx="81">
                  <c:v>0.47</c:v>
                </c:pt>
                <c:pt idx="82">
                  <c:v>0.47</c:v>
                </c:pt>
                <c:pt idx="83">
                  <c:v>0.44</c:v>
                </c:pt>
                <c:pt idx="84">
                  <c:v>0.39</c:v>
                </c:pt>
                <c:pt idx="85">
                  <c:v>0.38</c:v>
                </c:pt>
                <c:pt idx="86">
                  <c:v>0.35</c:v>
                </c:pt>
                <c:pt idx="87">
                  <c:v>0.36</c:v>
                </c:pt>
                <c:pt idx="88">
                  <c:v>0.32</c:v>
                </c:pt>
                <c:pt idx="89">
                  <c:v>0.34</c:v>
                </c:pt>
                <c:pt idx="90">
                  <c:v>0.36</c:v>
                </c:pt>
                <c:pt idx="91">
                  <c:v>0.37</c:v>
                </c:pt>
                <c:pt idx="92">
                  <c:v>0.35</c:v>
                </c:pt>
                <c:pt idx="93">
                  <c:v>0.37</c:v>
                </c:pt>
                <c:pt idx="94">
                  <c:v>0.32</c:v>
                </c:pt>
                <c:pt idx="95">
                  <c:v>0.35</c:v>
                </c:pt>
                <c:pt idx="96">
                  <c:v>0.32</c:v>
                </c:pt>
                <c:pt idx="97">
                  <c:v>0.35</c:v>
                </c:pt>
                <c:pt idx="98">
                  <c:v>0.35</c:v>
                </c:pt>
                <c:pt idx="99">
                  <c:v>0.35</c:v>
                </c:pt>
                <c:pt idx="100">
                  <c:v>0.4</c:v>
                </c:pt>
                <c:pt idx="101">
                  <c:v>0.5</c:v>
                </c:pt>
                <c:pt idx="102">
                  <c:v>0.5</c:v>
                </c:pt>
                <c:pt idx="103">
                  <c:v>0.51</c:v>
                </c:pt>
                <c:pt idx="104">
                  <c:v>1.07</c:v>
                </c:pt>
                <c:pt idx="105">
                  <c:v>1.08</c:v>
                </c:pt>
                <c:pt idx="106">
                  <c:v>1.09</c:v>
                </c:pt>
                <c:pt idx="107">
                  <c:v>1.09</c:v>
                </c:pt>
                <c:pt idx="108">
                  <c:v>1.08</c:v>
                </c:pt>
                <c:pt idx="109">
                  <c:v>1.1</c:v>
                </c:pt>
                <c:pt idx="110">
                  <c:v>1.1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Mar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'24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9">
                  <c:v>1.31</c:v>
                </c:pt>
                <c:pt idx="21">
                  <c:v>0.9</c:v>
                </c:pt>
                <c:pt idx="75">
                  <c:v>0.79</c:v>
                </c:pt>
                <c:pt idx="76">
                  <c:v>0.62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Mar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'24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39">
                  <c:v>1.7</c:v>
                </c:pt>
                <c:pt idx="65">
                  <c:v>0.72</c:v>
                </c:pt>
                <c:pt idx="77">
                  <c:v>0.41</c:v>
                </c:pt>
                <c:pt idx="100">
                  <c:v>0.4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Mar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'24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1.07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Societal CDMO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SCTL  ·  acquired by CoreRx,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28, 2024   ·   Closed Apr 08, 2024   ·   Status: completed   ·   Pre-ann. volume 2.02×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Societal CDMO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Societal CDMO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7995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6555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161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15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81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264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84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352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650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835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694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250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4753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1096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30, 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non-binding indication of interest at $1.70…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23,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SCTL receives Nasdaq deficiency letter for bid price below…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23,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SCTL Board approves establishment of a Restructuring…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19,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SCTL formally engages Raymond James as financial advisor.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27,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QHP Capital enters into a confidentiality agreement with…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02, 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initial proposal of $1.00-$1.20 per share…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11, 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revised proposal of $1.20 per share in cash…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18,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revised proposal of $1.10 per share based on…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19, 2024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SCTL and Parent enter into a 30-day exclusivity agreement.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SCTL Board unanimously approves the Merger Agreement and…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11, 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92.8% of shares tendered.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08, 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SCTL becomes a wholly owned subsidiary of…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Societal CDMO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8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2023-06-09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+43%  ($0.72→$1.03)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264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2023-09-01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+41%  ($0.41→$0.57)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2023-08-25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-34%  ($0.62→$0.41)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($0.9→$1.17)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572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-30%  ($1.31→$0.92)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656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2024-02-09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($0.4→$0.5)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19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2022-12-09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($1.7→$1.27)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446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2023-08-18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($0.79→$0.62)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194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Societal CDMO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Societal CDMO Reports Fourth Quarter and Full Year 2022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Societal CDMO Announces U.S. FDA Approval for Manufacturing of Commercial Tablet at Gainesville, Georgia…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Societal CDMO to Report Financial Results for First Quarter 2023 on May 10, 2023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Societal CDMO Reports First Quarter 2023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Societal CDMO to Report Financial Results for Second Quarter 2023 on August 9, 2023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Societal CDMO Reschedules Second Quarter 2023 Financial Results Reporting to August 14, 2023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Societal CDMO Reports Second Quarter 2023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Societal CDMO to Report Financial Results for Third Quarter 2023 on November 8, 2023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Societal CDMO Reports Third Quarter 2023 Financial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