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May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3.18</c:v>
                </c:pt>
                <c:pt idx="1">
                  <c:v>3.81</c:v>
                </c:pt>
                <c:pt idx="2">
                  <c:v>4.25</c:v>
                </c:pt>
                <c:pt idx="3">
                  <c:v>3.38</c:v>
                </c:pt>
                <c:pt idx="4">
                  <c:v>3.03</c:v>
                </c:pt>
                <c:pt idx="5">
                  <c:v>2.85</c:v>
                </c:pt>
                <c:pt idx="6">
                  <c:v>2.89</c:v>
                </c:pt>
                <c:pt idx="7">
                  <c:v>2.71</c:v>
                </c:pt>
                <c:pt idx="8">
                  <c:v>2.58</c:v>
                </c:pt>
                <c:pt idx="9">
                  <c:v>2.28</c:v>
                </c:pt>
                <c:pt idx="10">
                  <c:v>2.06</c:v>
                </c:pt>
                <c:pt idx="11">
                  <c:v>2.01</c:v>
                </c:pt>
                <c:pt idx="12">
                  <c:v>2.07</c:v>
                </c:pt>
                <c:pt idx="13">
                  <c:v>2.02</c:v>
                </c:pt>
                <c:pt idx="14">
                  <c:v>1.7</c:v>
                </c:pt>
                <c:pt idx="15">
                  <c:v>1.6</c:v>
                </c:pt>
                <c:pt idx="16">
                  <c:v>1.63</c:v>
                </c:pt>
                <c:pt idx="17">
                  <c:v>1.49</c:v>
                </c:pt>
                <c:pt idx="18">
                  <c:v>1.53</c:v>
                </c:pt>
                <c:pt idx="19">
                  <c:v>1.57</c:v>
                </c:pt>
                <c:pt idx="20">
                  <c:v>1.61</c:v>
                </c:pt>
                <c:pt idx="21">
                  <c:v>1.32</c:v>
                </c:pt>
                <c:pt idx="22">
                  <c:v>1.29</c:v>
                </c:pt>
                <c:pt idx="23">
                  <c:v>1.44</c:v>
                </c:pt>
                <c:pt idx="24">
                  <c:v>1.29</c:v>
                </c:pt>
                <c:pt idx="25">
                  <c:v>1.25</c:v>
                </c:pt>
                <c:pt idx="26">
                  <c:v>1.11</c:v>
                </c:pt>
                <c:pt idx="27">
                  <c:v>1.08</c:v>
                </c:pt>
                <c:pt idx="28">
                  <c:v>1.48</c:v>
                </c:pt>
                <c:pt idx="29">
                  <c:v>1.05</c:v>
                </c:pt>
                <c:pt idx="30">
                  <c:v>1.01</c:v>
                </c:pt>
                <c:pt idx="31">
                  <c:v>0.94</c:v>
                </c:pt>
                <c:pt idx="32">
                  <c:v>0.87</c:v>
                </c:pt>
                <c:pt idx="33">
                  <c:v>0.74</c:v>
                </c:pt>
                <c:pt idx="34">
                  <c:v>0.62</c:v>
                </c:pt>
                <c:pt idx="35">
                  <c:v>0.68</c:v>
                </c:pt>
                <c:pt idx="36">
                  <c:v>0.79</c:v>
                </c:pt>
                <c:pt idx="37">
                  <c:v>1.68</c:v>
                </c:pt>
                <c:pt idx="38">
                  <c:v>3.05</c:v>
                </c:pt>
                <c:pt idx="39">
                  <c:v>2.4</c:v>
                </c:pt>
                <c:pt idx="40">
                  <c:v>2.2</c:v>
                </c:pt>
                <c:pt idx="41">
                  <c:v>2.1</c:v>
                </c:pt>
                <c:pt idx="42">
                  <c:v>2.05</c:v>
                </c:pt>
                <c:pt idx="43">
                  <c:v>2.08</c:v>
                </c:pt>
                <c:pt idx="44">
                  <c:v>2.27</c:v>
                </c:pt>
                <c:pt idx="45">
                  <c:v>2.54</c:v>
                </c:pt>
                <c:pt idx="46">
                  <c:v>2.34</c:v>
                </c:pt>
                <c:pt idx="47">
                  <c:v>2.28</c:v>
                </c:pt>
                <c:pt idx="48">
                  <c:v>2.15</c:v>
                </c:pt>
                <c:pt idx="49">
                  <c:v>2.25</c:v>
                </c:pt>
                <c:pt idx="50">
                  <c:v>2.06</c:v>
                </c:pt>
                <c:pt idx="51">
                  <c:v>2.18</c:v>
                </c:pt>
                <c:pt idx="52">
                  <c:v>2.13</c:v>
                </c:pt>
                <c:pt idx="53">
                  <c:v>2.09</c:v>
                </c:pt>
                <c:pt idx="54">
                  <c:v>2.16</c:v>
                </c:pt>
                <c:pt idx="55">
                  <c:v>2.12</c:v>
                </c:pt>
                <c:pt idx="56">
                  <c:v>2.13</c:v>
                </c:pt>
                <c:pt idx="57">
                  <c:v>2.05</c:v>
                </c:pt>
                <c:pt idx="58">
                  <c:v>1.69</c:v>
                </c:pt>
                <c:pt idx="59">
                  <c:v>1.76</c:v>
                </c:pt>
                <c:pt idx="60">
                  <c:v>1.79</c:v>
                </c:pt>
                <c:pt idx="61">
                  <c:v>2.03</c:v>
                </c:pt>
                <c:pt idx="62">
                  <c:v>2.51</c:v>
                </c:pt>
                <c:pt idx="63">
                  <c:v>2.51</c:v>
                </c:pt>
                <c:pt idx="64">
                  <c:v>3.23</c:v>
                </c:pt>
                <c:pt idx="65">
                  <c:v>3.39</c:v>
                </c:pt>
                <c:pt idx="66">
                  <c:v>3.62</c:v>
                </c:pt>
                <c:pt idx="67">
                  <c:v>3.03</c:v>
                </c:pt>
                <c:pt idx="68">
                  <c:v>2.64</c:v>
                </c:pt>
                <c:pt idx="69">
                  <c:v>3.0</c:v>
                </c:pt>
                <c:pt idx="70">
                  <c:v>2.54</c:v>
                </c:pt>
                <c:pt idx="71">
                  <c:v>2.05</c:v>
                </c:pt>
                <c:pt idx="72">
                  <c:v>1.85</c:v>
                </c:pt>
                <c:pt idx="73">
                  <c:v>1.67</c:v>
                </c:pt>
                <c:pt idx="74">
                  <c:v>1.55</c:v>
                </c:pt>
                <c:pt idx="75">
                  <c:v>1.67</c:v>
                </c:pt>
                <c:pt idx="76">
                  <c:v>1.78</c:v>
                </c:pt>
                <c:pt idx="77">
                  <c:v>1.55</c:v>
                </c:pt>
                <c:pt idx="78">
                  <c:v>1.74</c:v>
                </c:pt>
                <c:pt idx="79">
                  <c:v>1.86</c:v>
                </c:pt>
                <c:pt idx="80">
                  <c:v>1.9</c:v>
                </c:pt>
                <c:pt idx="81">
                  <c:v>1.66</c:v>
                </c:pt>
                <c:pt idx="82">
                  <c:v>1.72</c:v>
                </c:pt>
                <c:pt idx="83">
                  <c:v>1.62</c:v>
                </c:pt>
                <c:pt idx="84">
                  <c:v>1.7</c:v>
                </c:pt>
                <c:pt idx="85">
                  <c:v>1.88</c:v>
                </c:pt>
                <c:pt idx="86">
                  <c:v>1.84</c:v>
                </c:pt>
                <c:pt idx="87">
                  <c:v>1.7</c:v>
                </c:pt>
                <c:pt idx="88">
                  <c:v>1.71</c:v>
                </c:pt>
                <c:pt idx="89">
                  <c:v>1.91</c:v>
                </c:pt>
                <c:pt idx="90">
                  <c:v>1.82</c:v>
                </c:pt>
                <c:pt idx="91">
                  <c:v>1.77</c:v>
                </c:pt>
                <c:pt idx="92">
                  <c:v>2.0</c:v>
                </c:pt>
                <c:pt idx="93">
                  <c:v>1.68</c:v>
                </c:pt>
                <c:pt idx="94">
                  <c:v>1.55</c:v>
                </c:pt>
                <c:pt idx="95">
                  <c:v>2.21</c:v>
                </c:pt>
                <c:pt idx="96">
                  <c:v>2.08</c:v>
                </c:pt>
                <c:pt idx="97">
                  <c:v>1.78</c:v>
                </c:pt>
                <c:pt idx="98">
                  <c:v>1.86</c:v>
                </c:pt>
                <c:pt idx="99">
                  <c:v>1.85</c:v>
                </c:pt>
                <c:pt idx="100">
                  <c:v>1.75</c:v>
                </c:pt>
                <c:pt idx="101">
                  <c:v>1.69</c:v>
                </c:pt>
                <c:pt idx="102">
                  <c:v>1.68</c:v>
                </c:pt>
                <c:pt idx="103">
                  <c:v>1.7</c:v>
                </c:pt>
                <c:pt idx="104">
                  <c:v>2.61</c:v>
                </c:pt>
                <c:pt idx="105">
                  <c:v>2.63</c:v>
                </c:pt>
                <c:pt idx="106">
                  <c:v>2.62</c:v>
                </c:pt>
                <c:pt idx="107">
                  <c:v>2.63</c:v>
                </c:pt>
                <c:pt idx="108">
                  <c:v>2.63</c:v>
                </c:pt>
                <c:pt idx="109">
                  <c:v>2.62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May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2">
                  <c:v>4.25</c:v>
                </c:pt>
                <c:pt idx="27">
                  <c:v>1.08</c:v>
                </c:pt>
                <c:pt idx="28">
                  <c:v>1.48</c:v>
                </c:pt>
                <c:pt idx="36">
                  <c:v>0.79</c:v>
                </c:pt>
                <c:pt idx="37">
                  <c:v>1.68</c:v>
                </c:pt>
                <c:pt idx="38">
                  <c:v>3.05</c:v>
                </c:pt>
                <c:pt idx="61">
                  <c:v>2.03</c:v>
                </c:pt>
                <c:pt idx="63">
                  <c:v>2.51</c:v>
                </c:pt>
                <c:pt idx="94">
                  <c:v>1.55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May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2.61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IDM PHARMA,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IDMI  ·  acquired by Takeda Pharmaceutical Company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$2.64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18, 2009   ·   Closed Jun 24, 2009   ·   Status: completed   ·   Pre-ann. volume 0.66×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IDM PHARMA,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IDM PHARMA,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9267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7827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10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625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287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08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746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802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09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626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785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249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566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262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378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3051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4339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5498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28, 2006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IDM engages JMP Securities to explore strategic…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IDM and Millennium (later a Takeda subsidiary) enter into a…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ODAC votes negatively on MEPACT; strategic discussions…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CHMP issues positive opinion for MEPACT in Europe; IDM…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IDM management meets with Millennium/Takeda representatives…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non-binding offer of $55 million cash.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05, 2009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submits non-binding offer of $75 million aggregate…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non-binding offer of $90 million cash…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reduces offer to $65 million upfront plus $35…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confirms offer price of $2.64 per share.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IDM and Takeda enter into exclusivity agreement through…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Executive Committee approves the transaction at…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17, 2009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IDM Board unanimously approves the Merger Agreement and…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Stockholders' Agreement are executed…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21,842,929 shares for payment.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short-form merger following exercise…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IDM PHARMA,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2008-02-08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+113%  ($0.79→$1.68)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2008-02-15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+82%  ($1.68→$3.05)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2009-03-20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+43%  ($1.55→$2.21)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2007-12-07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+37%  ($1.08→$1.48)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2007-12-14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($1.48→$1.05)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2008-08-15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($2.51→$3.23)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276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2008-08-01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($2.03→$2.51)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2008-02-22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($3.05→$2.4)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451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IDM PHARMA,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2009-05-11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IDM Pharma Announces First Quarter 2009 Financial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