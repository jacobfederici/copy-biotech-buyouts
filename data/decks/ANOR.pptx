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Sheet1!$A$2:$A$55</c:f>
              <c:strCache>
                <c:ptCount val="54"/>
                <c:pt idx="0">
                  <c:v>Nov '05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Dec '05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Dec '05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Jan '06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Feb '06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'06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Apr '06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May '06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Jun '06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Jul '06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'06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Sep '06</c:v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Oct '06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>Nov '06</c:v>
                </c:pt>
                <c:pt idx="53">
                  <c:v/>
                </c:pt>
              </c:strCache>
            </c:strRef>
          </c:cat>
          <c:val>
            <c:numRef>
              <c:f>Sheet1!$B$2:$B$55</c:f>
              <c:numCache>
                <c:formatCode>General</c:formatCode>
                <c:ptCount val="54"/>
                <c:pt idx="0">
                  <c:v>3.52</c:v>
                </c:pt>
                <c:pt idx="1">
                  <c:v>3.48</c:v>
                </c:pt>
                <c:pt idx="2">
                  <c:v>3.54</c:v>
                </c:pt>
                <c:pt idx="3">
                  <c:v>3.5</c:v>
                </c:pt>
                <c:pt idx="4">
                  <c:v>3.49</c:v>
                </c:pt>
                <c:pt idx="5">
                  <c:v>3.45</c:v>
                </c:pt>
                <c:pt idx="6">
                  <c:v>4.0</c:v>
                </c:pt>
                <c:pt idx="7">
                  <c:v>3.95</c:v>
                </c:pt>
                <c:pt idx="8">
                  <c:v>4.15</c:v>
                </c:pt>
                <c:pt idx="9">
                  <c:v>4.34</c:v>
                </c:pt>
                <c:pt idx="10">
                  <c:v>5.15</c:v>
                </c:pt>
                <c:pt idx="11">
                  <c:v>5.49</c:v>
                </c:pt>
                <c:pt idx="12">
                  <c:v>5.7</c:v>
                </c:pt>
                <c:pt idx="13">
                  <c:v>5.76</c:v>
                </c:pt>
                <c:pt idx="14">
                  <c:v>5.43</c:v>
                </c:pt>
                <c:pt idx="15">
                  <c:v>5.91</c:v>
                </c:pt>
                <c:pt idx="16">
                  <c:v>6.22</c:v>
                </c:pt>
                <c:pt idx="17">
                  <c:v>6.8</c:v>
                </c:pt>
                <c:pt idx="18">
                  <c:v>6.53</c:v>
                </c:pt>
                <c:pt idx="19">
                  <c:v>6.93</c:v>
                </c:pt>
                <c:pt idx="20">
                  <c:v>6.24</c:v>
                </c:pt>
                <c:pt idx="21">
                  <c:v>6.6</c:v>
                </c:pt>
                <c:pt idx="22">
                  <c:v>6.79</c:v>
                </c:pt>
                <c:pt idx="23">
                  <c:v>6.81</c:v>
                </c:pt>
                <c:pt idx="24">
                  <c:v>6.67</c:v>
                </c:pt>
                <c:pt idx="25">
                  <c:v>6.82</c:v>
                </c:pt>
                <c:pt idx="26">
                  <c:v>6.84</c:v>
                </c:pt>
                <c:pt idx="27">
                  <c:v>7.05</c:v>
                </c:pt>
                <c:pt idx="28">
                  <c:v>7.43</c:v>
                </c:pt>
                <c:pt idx="29">
                  <c:v>7.0</c:v>
                </c:pt>
                <c:pt idx="30">
                  <c:v>7.29</c:v>
                </c:pt>
                <c:pt idx="31">
                  <c:v>7.27</c:v>
                </c:pt>
                <c:pt idx="32">
                  <c:v>6.22</c:v>
                </c:pt>
                <c:pt idx="33">
                  <c:v>6.2</c:v>
                </c:pt>
                <c:pt idx="34">
                  <c:v>5.75</c:v>
                </c:pt>
                <c:pt idx="35">
                  <c:v>5.79</c:v>
                </c:pt>
                <c:pt idx="36">
                  <c:v>6.53</c:v>
                </c:pt>
                <c:pt idx="37">
                  <c:v>6.47</c:v>
                </c:pt>
                <c:pt idx="38">
                  <c:v>6.41</c:v>
                </c:pt>
                <c:pt idx="39">
                  <c:v>6.01</c:v>
                </c:pt>
                <c:pt idx="40">
                  <c:v>5.72</c:v>
                </c:pt>
                <c:pt idx="41">
                  <c:v>5.79</c:v>
                </c:pt>
                <c:pt idx="42">
                  <c:v>5.51</c:v>
                </c:pt>
                <c:pt idx="43">
                  <c:v>9.94</c:v>
                </c:pt>
                <c:pt idx="44">
                  <c:v>10.17</c:v>
                </c:pt>
                <c:pt idx="45">
                  <c:v>9.89</c:v>
                </c:pt>
                <c:pt idx="46">
                  <c:v>9.98</c:v>
                </c:pt>
                <c:pt idx="47">
                  <c:v>12.65</c:v>
                </c:pt>
                <c:pt idx="48">
                  <c:v>13.35</c:v>
                </c:pt>
                <c:pt idx="49">
                  <c:v>13.87</c:v>
                </c:pt>
                <c:pt idx="50">
                  <c:v>13.39</c:v>
                </c:pt>
                <c:pt idx="51">
                  <c:v>13.41</c:v>
                </c:pt>
                <c:pt idx="52">
                  <c:v>13.5</c:v>
                </c:pt>
                <c:pt idx="53">
                  <c:v>13.5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Sheet1!$A$2:$A$55</c:f>
              <c:strCache>
                <c:ptCount val="54"/>
                <c:pt idx="0">
                  <c:v>Nov '05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Dec '05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Dec '05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Jan '06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Feb '06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'06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Apr '06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May '06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Jun '06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Jul '06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'06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Sep '06</c:v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Oct '06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>Nov '06</c:v>
                </c:pt>
                <c:pt idx="53">
                  <c:v/>
                </c:pt>
              </c:strCache>
            </c:strRef>
          </c:cat>
          <c:val>
            <c:numRef>
              <c:f>Sheet1!$C$2:$C$55</c:f>
              <c:numCache>
                <c:formatCode>General</c:formatCode>
                <c:ptCount val="54"/>
                <c:pt idx="42">
                  <c:v>5.51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Sheet1!$A$2:$A$55</c:f>
              <c:strCache>
                <c:ptCount val="54"/>
                <c:pt idx="0">
                  <c:v>Nov '05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Dec '05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Dec '05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Jan '06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Feb '06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'06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Apr '06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May '06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Jun '06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Jul '06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'06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Sep '06</c:v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Oct '06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>Nov '06</c:v>
                </c:pt>
                <c:pt idx="53">
                  <c:v/>
                </c:pt>
              </c:strCache>
            </c:strRef>
          </c:cat>
          <c:val>
            <c:numRef>
              <c:f>Sheet1!$D$2:$D$55</c:f>
              <c:numCache>
                <c:formatCode>General</c:formatCode>
                <c:ptCount val="54"/>
                <c:pt idx="47">
                  <c:v>12.65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AnorMED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ANOR  ·  acquired by Millennium Pharmaceuticals,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118%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81%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69%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Sep 26, 2006   ·   Closed Nov 07, 2006   ·   Status: completed   ·   Pre-ann. volume 32.06×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AnorMED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AnorMED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898003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983603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006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314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313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6244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Aug 2006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Nov 2006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30, 2006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AnorMED Board rejects an unsolicited approach from Genzyme…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01, 2006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Genzyme, through its subsidiary Dematal Corporation…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05, 2006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AnorMED files a Directors' Circular recommending…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26, 2006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AnorMED enters into a Support Agreement with Millennium…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05, 2006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Millennium formally commences its tender offer; AnorMED…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AnorMED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2006-09-01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+80%  ($5.51→$9.94)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25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AnorMED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