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Sheet1!$A$2:$A$119</c:f>
              <c:strCache>
                <c:ptCount val="118"/>
                <c:pt idx="0">
                  <c:v>Mar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'20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Sheet1!$B$2:$B$119</c:f>
              <c:numCache>
                <c:formatCode>General</c:formatCode>
                <c:ptCount val="118"/>
                <c:pt idx="0">
                  <c:v>31.98</c:v>
                </c:pt>
                <c:pt idx="1">
                  <c:v>31.44</c:v>
                </c:pt>
                <c:pt idx="2">
                  <c:v>29.88</c:v>
                </c:pt>
                <c:pt idx="3">
                  <c:v>29.87</c:v>
                </c:pt>
                <c:pt idx="4">
                  <c:v>28.87</c:v>
                </c:pt>
                <c:pt idx="5">
                  <c:v>30.34</c:v>
                </c:pt>
                <c:pt idx="6">
                  <c:v>30.33</c:v>
                </c:pt>
                <c:pt idx="7">
                  <c:v>30.41</c:v>
                </c:pt>
                <c:pt idx="8">
                  <c:v>31.72</c:v>
                </c:pt>
                <c:pt idx="9">
                  <c:v>32.73</c:v>
                </c:pt>
                <c:pt idx="10">
                  <c:v>32.79</c:v>
                </c:pt>
                <c:pt idx="11">
                  <c:v>33.52</c:v>
                </c:pt>
                <c:pt idx="12">
                  <c:v>33.89</c:v>
                </c:pt>
                <c:pt idx="13">
                  <c:v>33.78</c:v>
                </c:pt>
                <c:pt idx="14">
                  <c:v>34.35</c:v>
                </c:pt>
                <c:pt idx="15">
                  <c:v>33.89</c:v>
                </c:pt>
                <c:pt idx="16">
                  <c:v>33.43</c:v>
                </c:pt>
                <c:pt idx="17">
                  <c:v>34.14</c:v>
                </c:pt>
                <c:pt idx="18">
                  <c:v>34.3</c:v>
                </c:pt>
                <c:pt idx="19">
                  <c:v>34.13</c:v>
                </c:pt>
                <c:pt idx="20">
                  <c:v>33.7</c:v>
                </c:pt>
                <c:pt idx="21">
                  <c:v>35.21</c:v>
                </c:pt>
                <c:pt idx="22">
                  <c:v>35.39</c:v>
                </c:pt>
                <c:pt idx="23">
                  <c:v>34.47</c:v>
                </c:pt>
                <c:pt idx="24">
                  <c:v>35.9</c:v>
                </c:pt>
                <c:pt idx="25">
                  <c:v>36.03</c:v>
                </c:pt>
                <c:pt idx="26">
                  <c:v>35.24</c:v>
                </c:pt>
                <c:pt idx="27">
                  <c:v>34.68</c:v>
                </c:pt>
                <c:pt idx="28">
                  <c:v>34.64</c:v>
                </c:pt>
                <c:pt idx="29">
                  <c:v>35.02</c:v>
                </c:pt>
                <c:pt idx="30">
                  <c:v>33.5</c:v>
                </c:pt>
                <c:pt idx="31">
                  <c:v>31.77</c:v>
                </c:pt>
                <c:pt idx="32">
                  <c:v>33.2</c:v>
                </c:pt>
                <c:pt idx="33">
                  <c:v>31.41</c:v>
                </c:pt>
                <c:pt idx="34">
                  <c:v>34.06</c:v>
                </c:pt>
                <c:pt idx="35">
                  <c:v>33.26</c:v>
                </c:pt>
                <c:pt idx="36">
                  <c:v>31.99</c:v>
                </c:pt>
                <c:pt idx="37">
                  <c:v>31.91</c:v>
                </c:pt>
                <c:pt idx="38">
                  <c:v>32.77</c:v>
                </c:pt>
                <c:pt idx="39">
                  <c:v>32.52</c:v>
                </c:pt>
                <c:pt idx="40">
                  <c:v>31.99</c:v>
                </c:pt>
                <c:pt idx="41">
                  <c:v>30.61</c:v>
                </c:pt>
                <c:pt idx="42">
                  <c:v>31.36</c:v>
                </c:pt>
                <c:pt idx="43">
                  <c:v>32.21</c:v>
                </c:pt>
                <c:pt idx="44">
                  <c:v>33.73</c:v>
                </c:pt>
                <c:pt idx="45">
                  <c:v>34.14</c:v>
                </c:pt>
                <c:pt idx="46">
                  <c:v>34.36</c:v>
                </c:pt>
                <c:pt idx="47">
                  <c:v>34.02</c:v>
                </c:pt>
                <c:pt idx="48">
                  <c:v>33.91</c:v>
                </c:pt>
                <c:pt idx="49">
                  <c:v>35.73</c:v>
                </c:pt>
                <c:pt idx="50">
                  <c:v>36.09</c:v>
                </c:pt>
                <c:pt idx="51">
                  <c:v>36.29</c:v>
                </c:pt>
                <c:pt idx="52">
                  <c:v>35.96</c:v>
                </c:pt>
                <c:pt idx="53">
                  <c:v>36.83</c:v>
                </c:pt>
                <c:pt idx="54">
                  <c:v>36.45</c:v>
                </c:pt>
                <c:pt idx="55">
                  <c:v>37.61</c:v>
                </c:pt>
                <c:pt idx="56">
                  <c:v>38.13</c:v>
                </c:pt>
                <c:pt idx="57">
                  <c:v>37.55</c:v>
                </c:pt>
                <c:pt idx="58">
                  <c:v>35.41</c:v>
                </c:pt>
                <c:pt idx="59">
                  <c:v>35.92</c:v>
                </c:pt>
                <c:pt idx="60">
                  <c:v>36.02</c:v>
                </c:pt>
                <c:pt idx="61">
                  <c:v>33.95</c:v>
                </c:pt>
                <c:pt idx="62">
                  <c:v>34.27</c:v>
                </c:pt>
                <c:pt idx="63">
                  <c:v>35.32</c:v>
                </c:pt>
                <c:pt idx="64">
                  <c:v>35.21</c:v>
                </c:pt>
                <c:pt idx="65">
                  <c:v>35.98</c:v>
                </c:pt>
                <c:pt idx="66">
                  <c:v>36.54</c:v>
                </c:pt>
                <c:pt idx="67">
                  <c:v>37.64</c:v>
                </c:pt>
                <c:pt idx="68">
                  <c:v>37.49</c:v>
                </c:pt>
                <c:pt idx="69">
                  <c:v>37.22</c:v>
                </c:pt>
                <c:pt idx="70">
                  <c:v>36.7</c:v>
                </c:pt>
                <c:pt idx="71">
                  <c:v>36.56</c:v>
                </c:pt>
                <c:pt idx="72">
                  <c:v>35.4</c:v>
                </c:pt>
                <c:pt idx="73">
                  <c:v>34.38</c:v>
                </c:pt>
                <c:pt idx="74">
                  <c:v>33.7</c:v>
                </c:pt>
                <c:pt idx="75">
                  <c:v>31.98</c:v>
                </c:pt>
                <c:pt idx="76">
                  <c:v>31.71</c:v>
                </c:pt>
                <c:pt idx="77">
                  <c:v>32.07</c:v>
                </c:pt>
                <c:pt idx="78">
                  <c:v>31.59</c:v>
                </c:pt>
                <c:pt idx="79">
                  <c:v>31.47</c:v>
                </c:pt>
                <c:pt idx="80">
                  <c:v>31.13</c:v>
                </c:pt>
                <c:pt idx="81">
                  <c:v>30.37</c:v>
                </c:pt>
                <c:pt idx="82">
                  <c:v>29.91</c:v>
                </c:pt>
                <c:pt idx="83">
                  <c:v>25.04</c:v>
                </c:pt>
                <c:pt idx="84">
                  <c:v>26.34</c:v>
                </c:pt>
                <c:pt idx="85">
                  <c:v>26.66</c:v>
                </c:pt>
                <c:pt idx="86">
                  <c:v>28.28</c:v>
                </c:pt>
                <c:pt idx="87">
                  <c:v>29.23</c:v>
                </c:pt>
                <c:pt idx="88">
                  <c:v>37.5</c:v>
                </c:pt>
                <c:pt idx="89">
                  <c:v>38.46</c:v>
                </c:pt>
                <c:pt idx="90">
                  <c:v>39.57</c:v>
                </c:pt>
                <c:pt idx="91">
                  <c:v>38.66</c:v>
                </c:pt>
                <c:pt idx="92">
                  <c:v>38.06</c:v>
                </c:pt>
                <c:pt idx="93">
                  <c:v>38.28</c:v>
                </c:pt>
                <c:pt idx="94">
                  <c:v>31.13</c:v>
                </c:pt>
                <c:pt idx="95">
                  <c:v>31.4</c:v>
                </c:pt>
                <c:pt idx="96">
                  <c:v>31.97</c:v>
                </c:pt>
                <c:pt idx="97">
                  <c:v>33.06</c:v>
                </c:pt>
                <c:pt idx="98">
                  <c:v>32.32</c:v>
                </c:pt>
                <c:pt idx="99">
                  <c:v>31.23</c:v>
                </c:pt>
                <c:pt idx="100">
                  <c:v>32.8</c:v>
                </c:pt>
                <c:pt idx="101">
                  <c:v>34.34</c:v>
                </c:pt>
                <c:pt idx="102">
                  <c:v>34.56</c:v>
                </c:pt>
                <c:pt idx="103">
                  <c:v>33.19</c:v>
                </c:pt>
                <c:pt idx="104">
                  <c:v>38.43</c:v>
                </c:pt>
                <c:pt idx="105">
                  <c:v>37.93</c:v>
                </c:pt>
                <c:pt idx="106">
                  <c:v>33.67</c:v>
                </c:pt>
                <c:pt idx="107">
                  <c:v>37.4</c:v>
                </c:pt>
                <c:pt idx="108">
                  <c:v>37.23</c:v>
                </c:pt>
                <c:pt idx="109">
                  <c:v>36.81</c:v>
                </c:pt>
                <c:pt idx="110">
                  <c:v>37.5</c:v>
                </c:pt>
                <c:pt idx="111">
                  <c:v>38.17</c:v>
                </c:pt>
                <c:pt idx="112">
                  <c:v>38.53</c:v>
                </c:pt>
                <c:pt idx="113">
                  <c:v>39.6</c:v>
                </c:pt>
                <c:pt idx="114">
                  <c:v>38.89</c:v>
                </c:pt>
                <c:pt idx="115">
                  <c:v>39.75</c:v>
                </c:pt>
                <c:pt idx="116">
                  <c:v>40.49</c:v>
                </c:pt>
                <c:pt idx="117">
                  <c:v>40.38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Mar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'20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Sheet1!$C$2:$C$119</c:f>
              <c:numCache>
                <c:formatCode>General</c:formatCode>
                <c:ptCount val="118"/>
                <c:pt idx="87">
                  <c:v>29.23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QIAGEN N.V.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QGEN  ·  acquired by Thermo Fisher Scientific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03, 2020   ·   Closed n/a   ·   Status: pending   ·   Pre-ann. volume 0.82×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QIAGEN N.V.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QIAGEN N.V.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09906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8466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860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420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460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May 2020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Thermo Fisher Scientific Inc. and QIAGEN N.V. enter into a…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02, 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Thermo Fisher enters into letter agreements with key QIAGEN…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03, 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QIAGEN and Thermo Fisher execute the Business Combination…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27, 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QIAGEN and Quebec B.V. enter into a Non-Tender Agreement.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18, 2020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Thermo Fisher formally commences the tender offer; QIAGEN…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QIAGEN N.V.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2019-11-15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+28%  ($29.23→$37.5)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QIAGEN N.V.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Tempus AI Enhances Cancer Research Tools With FDA-Cleared xR IVD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QuidelOrtho Expands Portfolio With the Launch of FDA-Approved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2025-10-13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QIAGEN N.V. to Release Results for Q3 2025 and Hold Webcast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2026-01-19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QIAGEN N.V. to Release Results for Q4 2025 and Hold Webcast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QIAGEN Highlights Newly Published Data Supporting Efficacy of QuantiFERON for TB Prevention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Qiagen Announces Form 20-F Annual Report Filing for 2025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Is New TB Data and AI Investment Altering The Investment Case For Qiagen’s QuantiFERON Platform (QGEN)?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2026-04-27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QIAGEN reports preliminary Q1 2026 results: achieves adjusted EPS outlook with mixed sales trends; updates…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2026-05-06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QIAGEN Reports Full Results for Q1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