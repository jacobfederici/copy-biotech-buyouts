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Sheet1!$A$2:$A$112</c:f>
              <c:strCache>
                <c:ptCount val="111"/>
                <c:pt idx="0">
                  <c:v>Jan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'25</c:v>
                </c:pt>
              </c:strCache>
            </c:strRef>
          </c:cat>
          <c:val>
            <c:numRef>
              <c:f>Sheet1!$B$2:$B$112</c:f>
              <c:numCache>
                <c:formatCode>General</c:formatCode>
                <c:ptCount val="111"/>
                <c:pt idx="0">
                  <c:v>4.64</c:v>
                </c:pt>
                <c:pt idx="1">
                  <c:v>4.94</c:v>
                </c:pt>
                <c:pt idx="2">
                  <c:v>5.65</c:v>
                </c:pt>
                <c:pt idx="3">
                  <c:v>6.26</c:v>
                </c:pt>
                <c:pt idx="4">
                  <c:v>6.53</c:v>
                </c:pt>
                <c:pt idx="5">
                  <c:v>6.86</c:v>
                </c:pt>
                <c:pt idx="6">
                  <c:v>7.32</c:v>
                </c:pt>
                <c:pt idx="7">
                  <c:v>6.4</c:v>
                </c:pt>
                <c:pt idx="8">
                  <c:v>6.67</c:v>
                </c:pt>
                <c:pt idx="9">
                  <c:v>6.36</c:v>
                </c:pt>
                <c:pt idx="10">
                  <c:v>6.79</c:v>
                </c:pt>
                <c:pt idx="11">
                  <c:v>6.2</c:v>
                </c:pt>
                <c:pt idx="12">
                  <c:v>6.9</c:v>
                </c:pt>
                <c:pt idx="13">
                  <c:v>6.59</c:v>
                </c:pt>
                <c:pt idx="14">
                  <c:v>7.39</c:v>
                </c:pt>
                <c:pt idx="15">
                  <c:v>8.1</c:v>
                </c:pt>
                <c:pt idx="16">
                  <c:v>9.1</c:v>
                </c:pt>
                <c:pt idx="17">
                  <c:v>8.93</c:v>
                </c:pt>
                <c:pt idx="18">
                  <c:v>8.78</c:v>
                </c:pt>
                <c:pt idx="19">
                  <c:v>8.12</c:v>
                </c:pt>
                <c:pt idx="20">
                  <c:v>7.06</c:v>
                </c:pt>
                <c:pt idx="21">
                  <c:v>7.39</c:v>
                </c:pt>
                <c:pt idx="22">
                  <c:v>10.42</c:v>
                </c:pt>
                <c:pt idx="23">
                  <c:v>9.65</c:v>
                </c:pt>
                <c:pt idx="24">
                  <c:v>10.02</c:v>
                </c:pt>
                <c:pt idx="25">
                  <c:v>10.86</c:v>
                </c:pt>
                <c:pt idx="26">
                  <c:v>10.44</c:v>
                </c:pt>
                <c:pt idx="27">
                  <c:v>9.86</c:v>
                </c:pt>
                <c:pt idx="28">
                  <c:v>9.94</c:v>
                </c:pt>
                <c:pt idx="29">
                  <c:v>10.13</c:v>
                </c:pt>
                <c:pt idx="30">
                  <c:v>10.5</c:v>
                </c:pt>
                <c:pt idx="31">
                  <c:v>6.82</c:v>
                </c:pt>
                <c:pt idx="32">
                  <c:v>7.05</c:v>
                </c:pt>
                <c:pt idx="33">
                  <c:v>7.05</c:v>
                </c:pt>
                <c:pt idx="34">
                  <c:v>7.52</c:v>
                </c:pt>
                <c:pt idx="35">
                  <c:v>6.58</c:v>
                </c:pt>
                <c:pt idx="36">
                  <c:v>6.1</c:v>
                </c:pt>
                <c:pt idx="37">
                  <c:v>6.6</c:v>
                </c:pt>
                <c:pt idx="38">
                  <c:v>8.05</c:v>
                </c:pt>
                <c:pt idx="39">
                  <c:v>7.92</c:v>
                </c:pt>
                <c:pt idx="40">
                  <c:v>6.88</c:v>
                </c:pt>
                <c:pt idx="41">
                  <c:v>6.86</c:v>
                </c:pt>
                <c:pt idx="42">
                  <c:v>6.58</c:v>
                </c:pt>
                <c:pt idx="43">
                  <c:v>6.98</c:v>
                </c:pt>
                <c:pt idx="44">
                  <c:v>5.96</c:v>
                </c:pt>
                <c:pt idx="45">
                  <c:v>6.17</c:v>
                </c:pt>
                <c:pt idx="46">
                  <c:v>6.46</c:v>
                </c:pt>
                <c:pt idx="47">
                  <c:v>7.32</c:v>
                </c:pt>
                <c:pt idx="48">
                  <c:v>8.5</c:v>
                </c:pt>
                <c:pt idx="49">
                  <c:v>8.59</c:v>
                </c:pt>
                <c:pt idx="50">
                  <c:v>10.44</c:v>
                </c:pt>
                <c:pt idx="51">
                  <c:v>10.87</c:v>
                </c:pt>
                <c:pt idx="52">
                  <c:v>10.84</c:v>
                </c:pt>
                <c:pt idx="53">
                  <c:v>9.8</c:v>
                </c:pt>
                <c:pt idx="54">
                  <c:v>9.61</c:v>
                </c:pt>
                <c:pt idx="55">
                  <c:v>10.02</c:v>
                </c:pt>
                <c:pt idx="56">
                  <c:v>9.98</c:v>
                </c:pt>
                <c:pt idx="57">
                  <c:v>10.1</c:v>
                </c:pt>
                <c:pt idx="58">
                  <c:v>9.96</c:v>
                </c:pt>
                <c:pt idx="59">
                  <c:v>9.77</c:v>
                </c:pt>
                <c:pt idx="60">
                  <c:v>9.92</c:v>
                </c:pt>
                <c:pt idx="61">
                  <c:v>8.85</c:v>
                </c:pt>
                <c:pt idx="62">
                  <c:v>9.39</c:v>
                </c:pt>
                <c:pt idx="63">
                  <c:v>8.81</c:v>
                </c:pt>
                <c:pt idx="64">
                  <c:v>9.04</c:v>
                </c:pt>
                <c:pt idx="65">
                  <c:v>7.8</c:v>
                </c:pt>
                <c:pt idx="66">
                  <c:v>7.52</c:v>
                </c:pt>
                <c:pt idx="67">
                  <c:v>1.38</c:v>
                </c:pt>
                <c:pt idx="68">
                  <c:v>1.41</c:v>
                </c:pt>
                <c:pt idx="69">
                  <c:v>1.51</c:v>
                </c:pt>
                <c:pt idx="70">
                  <c:v>1.33</c:v>
                </c:pt>
                <c:pt idx="71">
                  <c:v>1.33</c:v>
                </c:pt>
                <c:pt idx="72">
                  <c:v>1.38</c:v>
                </c:pt>
                <c:pt idx="73">
                  <c:v>1.42</c:v>
                </c:pt>
                <c:pt idx="74">
                  <c:v>1.52</c:v>
                </c:pt>
                <c:pt idx="75">
                  <c:v>1.47</c:v>
                </c:pt>
                <c:pt idx="76">
                  <c:v>1.33</c:v>
                </c:pt>
                <c:pt idx="77">
                  <c:v>1.17</c:v>
                </c:pt>
                <c:pt idx="78">
                  <c:v>1.2</c:v>
                </c:pt>
                <c:pt idx="79">
                  <c:v>1.37</c:v>
                </c:pt>
                <c:pt idx="80">
                  <c:v>1.43</c:v>
                </c:pt>
                <c:pt idx="81">
                  <c:v>1.43</c:v>
                </c:pt>
                <c:pt idx="82">
                  <c:v>1.3</c:v>
                </c:pt>
                <c:pt idx="83">
                  <c:v>1.22</c:v>
                </c:pt>
                <c:pt idx="84">
                  <c:v>1.26</c:v>
                </c:pt>
                <c:pt idx="85">
                  <c:v>1.3</c:v>
                </c:pt>
                <c:pt idx="86">
                  <c:v>1.4</c:v>
                </c:pt>
                <c:pt idx="87">
                  <c:v>1.4</c:v>
                </c:pt>
                <c:pt idx="88">
                  <c:v>1.5</c:v>
                </c:pt>
                <c:pt idx="89">
                  <c:v>1.66</c:v>
                </c:pt>
                <c:pt idx="90">
                  <c:v>1.84</c:v>
                </c:pt>
                <c:pt idx="91">
                  <c:v>1.78</c:v>
                </c:pt>
                <c:pt idx="92">
                  <c:v>1.75</c:v>
                </c:pt>
                <c:pt idx="93">
                  <c:v>1.85</c:v>
                </c:pt>
                <c:pt idx="94">
                  <c:v>0.41</c:v>
                </c:pt>
                <c:pt idx="95">
                  <c:v>0.33</c:v>
                </c:pt>
                <c:pt idx="96">
                  <c:v>0.35</c:v>
                </c:pt>
                <c:pt idx="97">
                  <c:v>0.3</c:v>
                </c:pt>
                <c:pt idx="98">
                  <c:v>0.33</c:v>
                </c:pt>
                <c:pt idx="99">
                  <c:v>0.32</c:v>
                </c:pt>
                <c:pt idx="100">
                  <c:v>0.29</c:v>
                </c:pt>
                <c:pt idx="101">
                  <c:v>0.26</c:v>
                </c:pt>
                <c:pt idx="102">
                  <c:v>0.23</c:v>
                </c:pt>
                <c:pt idx="103">
                  <c:v>0.37</c:v>
                </c:pt>
                <c:pt idx="104">
                  <c:v>0.54</c:v>
                </c:pt>
                <c:pt idx="105">
                  <c:v>0.54</c:v>
                </c:pt>
                <c:pt idx="106">
                  <c:v>0.54</c:v>
                </c:pt>
                <c:pt idx="107">
                  <c:v>0.54</c:v>
                </c:pt>
                <c:pt idx="108">
                  <c:v>0.54</c:v>
                </c:pt>
                <c:pt idx="109">
                  <c:v>0.55</c:v>
                </c:pt>
                <c:pt idx="110">
                  <c:v>0.55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Jan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'25</c:v>
                </c:pt>
              </c:strCache>
            </c:strRef>
          </c:cat>
          <c:val>
            <c:numRef>
              <c:f>Sheet1!$C$2:$C$112</c:f>
              <c:numCache>
                <c:formatCode>General</c:formatCode>
                <c:ptCount val="111"/>
                <c:pt idx="30">
                  <c:v>10.5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Jan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'25</c:v>
                </c:pt>
              </c:strCache>
            </c:strRef>
          </c:cat>
          <c:val>
            <c:numRef>
              <c:f>Sheet1!$D$2:$D$112</c:f>
              <c:numCache>
                <c:formatCode>General</c:formatCode>
                <c:ptCount val="111"/>
                <c:pt idx="21">
                  <c:v>7.39</c:v>
                </c:pt>
                <c:pt idx="37">
                  <c:v>6.6</c:v>
                </c:pt>
                <c:pt idx="49">
                  <c:v>8.59</c:v>
                </c:pt>
                <c:pt idx="66">
                  <c:v>7.52</c:v>
                </c:pt>
                <c:pt idx="93">
                  <c:v>1.85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Sheet1!$A$2:$A$112</c:f>
              <c:strCache>
                <c:ptCount val="111"/>
                <c:pt idx="0">
                  <c:v>Jan '23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Mar '23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May '23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Aug '23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Oct '23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Dec '23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Mar '24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May '24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Jul '24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Sep '24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Dec '24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Feb '25</c:v>
                </c:pt>
              </c:strCache>
            </c:strRef>
          </c:cat>
          <c:val>
            <c:numRef>
              <c:f>Sheet1!$E$2:$E$112</c:f>
              <c:numCache>
                <c:formatCode>General</c:formatCode>
                <c:ptCount val="111"/>
                <c:pt idx="103">
                  <c:v>0.37</c:v>
                </c:pt>
                <c:pt idx="104">
                  <c:v>0.54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MARINUS PHARMACEUTICALS, INC.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MRNS  ·  acquired by Immedica Pharma AB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$0.55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72%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16%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Dec 30, 2024   ·   Closed Feb 11, 2025   ·   Status: completed   ·   Pre-ann. volume 0.32×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MARINUS PHARMACEUTICALS, INC.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MARINUS PHARMACEUTICALS, INC.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987346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072946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3987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92942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70797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4215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3406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8274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71842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896806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932482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53571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88193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Feb 2025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DMC informs Marinus that the Phase 3 RAISE trial for RSE…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17, 2024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announces topline results from Phase 3 RAISE trial…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03,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Marinus engages Barclays Capital Inc. as financial advisor.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22,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Marinus receives results showing Phase 3 TrustTSC trial did…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24, 2024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Company publicly announces TrustTSC failure…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Nov 18,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Initial non-binding indications of interest received from…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2519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23, 2024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42519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Final proposals received; Immedica bids $0.50 per share for…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24, 2024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Marinus Board authorizes exclusivity with Immedica…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29,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Board unanimously approves Merger Agreement; Barclays…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Dec 30, 2024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Transaction publicly announced.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Jan 08, 2025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formally commences.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06, 2025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at midnight.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11, 2025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Marinus becomes a wholly owned subsidiary…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13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MARINUS PHARMACEUTICALS, INC.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6 unexplained pre-announcement move weeks (of 8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2024-04-19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-82%  ($7.52→$1.38)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255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2024-10-25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-78%  ($1.85→$0.41)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2023-06-09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+41%  ($7.39→$10.42)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570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2023-08-11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-35%  ($10.5→$6.82)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507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2023-09-29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($6.6→$8.05)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458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2023-12-22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+22%  ($8.59→$10.44)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374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MARINUS PHARMACEUTICALS,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2023-04-27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Marinus Pharmaceuticals to Provide Business Update and Report First Quarter 2023 Financial Results on May…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2023-05-11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Marinus Pharmaceuticals Provides Business Update and Reports First Quarter 2023 Financial Results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2023-07-27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Marinus Pharmaceuticals to Provide Business Update and Report Second Quarter 2023 Financial Results on…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2023-08-10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Marinus Pharmaceuticals Provides Business Update and Reports Second Quarter 2023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2023-10-24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Marinus Pharmaceuticals to Provide Business Update and Report Third Quarter 2023 Financial Results on…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Marinus Pharmaceuticals Inc (MRNS) Reports Q3 2023 Financial Results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Marinus Pharmaceuticals Provides Business Update and Reports Third Quarter 2023 Financial Results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2023-11-20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Marinus Pharmaceuticals Announces Seven Presentations at AES 2023, New Publication in Epilepsia and Results…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2024-08-06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Ligand Reports Second Quarter 2024 Financial Results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