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Sheet1!$A$2:$A$120</c:f>
              <c:strCache>
                <c:ptCount val="119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Sheet1!$B$2:$B$120</c:f>
              <c:numCache>
                <c:formatCode>General</c:formatCode>
                <c:ptCount val="119"/>
                <c:pt idx="0">
                  <c:v>1.64</c:v>
                </c:pt>
                <c:pt idx="1">
                  <c:v>1.74</c:v>
                </c:pt>
                <c:pt idx="2">
                  <c:v>1.65</c:v>
                </c:pt>
                <c:pt idx="3">
                  <c:v>1.78</c:v>
                </c:pt>
                <c:pt idx="4">
                  <c:v>1.67</c:v>
                </c:pt>
                <c:pt idx="5">
                  <c:v>1.71</c:v>
                </c:pt>
                <c:pt idx="6">
                  <c:v>1.52</c:v>
                </c:pt>
                <c:pt idx="7">
                  <c:v>1.47</c:v>
                </c:pt>
                <c:pt idx="8">
                  <c:v>1.4</c:v>
                </c:pt>
                <c:pt idx="9">
                  <c:v>1.39</c:v>
                </c:pt>
                <c:pt idx="10">
                  <c:v>1.35</c:v>
                </c:pt>
                <c:pt idx="11">
                  <c:v>1.2</c:v>
                </c:pt>
                <c:pt idx="12">
                  <c:v>1.17</c:v>
                </c:pt>
                <c:pt idx="13">
                  <c:v>1.4</c:v>
                </c:pt>
                <c:pt idx="14">
                  <c:v>1.5</c:v>
                </c:pt>
                <c:pt idx="15">
                  <c:v>1.53</c:v>
                </c:pt>
                <c:pt idx="16">
                  <c:v>1.5</c:v>
                </c:pt>
                <c:pt idx="17">
                  <c:v>1.55</c:v>
                </c:pt>
                <c:pt idx="18">
                  <c:v>1.55</c:v>
                </c:pt>
                <c:pt idx="19">
                  <c:v>1.51</c:v>
                </c:pt>
                <c:pt idx="20">
                  <c:v>1.58</c:v>
                </c:pt>
                <c:pt idx="21">
                  <c:v>1.8</c:v>
                </c:pt>
                <c:pt idx="22">
                  <c:v>1.67</c:v>
                </c:pt>
                <c:pt idx="23">
                  <c:v>1.59</c:v>
                </c:pt>
                <c:pt idx="24">
                  <c:v>1.83</c:v>
                </c:pt>
                <c:pt idx="25">
                  <c:v>1.72</c:v>
                </c:pt>
                <c:pt idx="26">
                  <c:v>1.72</c:v>
                </c:pt>
                <c:pt idx="27">
                  <c:v>2.16</c:v>
                </c:pt>
                <c:pt idx="28">
                  <c:v>2.07</c:v>
                </c:pt>
                <c:pt idx="29">
                  <c:v>2.2</c:v>
                </c:pt>
                <c:pt idx="30">
                  <c:v>2.32</c:v>
                </c:pt>
                <c:pt idx="31">
                  <c:v>2.95</c:v>
                </c:pt>
                <c:pt idx="32">
                  <c:v>3.65</c:v>
                </c:pt>
                <c:pt idx="33">
                  <c:v>3.33</c:v>
                </c:pt>
                <c:pt idx="34">
                  <c:v>3.05</c:v>
                </c:pt>
                <c:pt idx="35">
                  <c:v>3.13</c:v>
                </c:pt>
                <c:pt idx="36">
                  <c:v>2.71</c:v>
                </c:pt>
                <c:pt idx="37">
                  <c:v>2.73</c:v>
                </c:pt>
                <c:pt idx="38">
                  <c:v>3.03</c:v>
                </c:pt>
                <c:pt idx="39">
                  <c:v>3.09</c:v>
                </c:pt>
                <c:pt idx="40">
                  <c:v>2.64</c:v>
                </c:pt>
                <c:pt idx="41">
                  <c:v>2.64</c:v>
                </c:pt>
                <c:pt idx="42">
                  <c:v>2.26</c:v>
                </c:pt>
                <c:pt idx="43">
                  <c:v>2.29</c:v>
                </c:pt>
                <c:pt idx="44">
                  <c:v>2.34</c:v>
                </c:pt>
                <c:pt idx="45">
                  <c:v>1.86</c:v>
                </c:pt>
                <c:pt idx="46">
                  <c:v>1.8</c:v>
                </c:pt>
                <c:pt idx="47">
                  <c:v>1.89</c:v>
                </c:pt>
                <c:pt idx="48">
                  <c:v>1.87</c:v>
                </c:pt>
                <c:pt idx="49">
                  <c:v>2.06</c:v>
                </c:pt>
                <c:pt idx="50">
                  <c:v>2.07</c:v>
                </c:pt>
                <c:pt idx="51">
                  <c:v>1.97</c:v>
                </c:pt>
                <c:pt idx="52">
                  <c:v>1.77</c:v>
                </c:pt>
                <c:pt idx="53">
                  <c:v>1.79</c:v>
                </c:pt>
                <c:pt idx="54">
                  <c:v>1.89</c:v>
                </c:pt>
                <c:pt idx="55">
                  <c:v>1.75</c:v>
                </c:pt>
                <c:pt idx="56">
                  <c:v>1.6</c:v>
                </c:pt>
                <c:pt idx="57">
                  <c:v>1.72</c:v>
                </c:pt>
                <c:pt idx="58">
                  <c:v>1.63</c:v>
                </c:pt>
                <c:pt idx="59">
                  <c:v>1.68</c:v>
                </c:pt>
                <c:pt idx="60">
                  <c:v>1.71</c:v>
                </c:pt>
                <c:pt idx="61">
                  <c:v>1.65</c:v>
                </c:pt>
                <c:pt idx="62">
                  <c:v>1.68</c:v>
                </c:pt>
                <c:pt idx="63">
                  <c:v>2.0</c:v>
                </c:pt>
                <c:pt idx="64">
                  <c:v>1.9</c:v>
                </c:pt>
                <c:pt idx="65">
                  <c:v>1.85</c:v>
                </c:pt>
                <c:pt idx="66">
                  <c:v>1.57</c:v>
                </c:pt>
                <c:pt idx="67">
                  <c:v>1.6</c:v>
                </c:pt>
                <c:pt idx="68">
                  <c:v>1.6</c:v>
                </c:pt>
                <c:pt idx="69">
                  <c:v>1.77</c:v>
                </c:pt>
                <c:pt idx="70">
                  <c:v>1.11</c:v>
                </c:pt>
                <c:pt idx="71">
                  <c:v>1.03</c:v>
                </c:pt>
                <c:pt idx="72">
                  <c:v>0.99</c:v>
                </c:pt>
                <c:pt idx="73">
                  <c:v>1.06</c:v>
                </c:pt>
                <c:pt idx="74">
                  <c:v>0.98</c:v>
                </c:pt>
                <c:pt idx="75">
                  <c:v>0.94</c:v>
                </c:pt>
                <c:pt idx="76">
                  <c:v>0.95</c:v>
                </c:pt>
                <c:pt idx="77">
                  <c:v>0.98</c:v>
                </c:pt>
                <c:pt idx="78">
                  <c:v>0.96</c:v>
                </c:pt>
                <c:pt idx="79">
                  <c:v>0.94</c:v>
                </c:pt>
                <c:pt idx="80">
                  <c:v>0.96</c:v>
                </c:pt>
                <c:pt idx="81">
                  <c:v>1.29</c:v>
                </c:pt>
                <c:pt idx="82">
                  <c:v>1.44</c:v>
                </c:pt>
                <c:pt idx="83">
                  <c:v>1.3</c:v>
                </c:pt>
                <c:pt idx="84">
                  <c:v>1.3</c:v>
                </c:pt>
                <c:pt idx="85">
                  <c:v>1.29</c:v>
                </c:pt>
                <c:pt idx="86">
                  <c:v>1.16</c:v>
                </c:pt>
                <c:pt idx="87">
                  <c:v>1.09</c:v>
                </c:pt>
                <c:pt idx="88">
                  <c:v>1.31</c:v>
                </c:pt>
                <c:pt idx="89">
                  <c:v>1.31</c:v>
                </c:pt>
                <c:pt idx="90">
                  <c:v>1.28</c:v>
                </c:pt>
                <c:pt idx="91">
                  <c:v>1.25</c:v>
                </c:pt>
                <c:pt idx="92">
                  <c:v>1.25</c:v>
                </c:pt>
                <c:pt idx="93">
                  <c:v>1.28</c:v>
                </c:pt>
                <c:pt idx="94">
                  <c:v>1.31</c:v>
                </c:pt>
                <c:pt idx="95">
                  <c:v>1.32</c:v>
                </c:pt>
                <c:pt idx="96">
                  <c:v>1.31</c:v>
                </c:pt>
                <c:pt idx="97">
                  <c:v>1.31</c:v>
                </c:pt>
                <c:pt idx="98">
                  <c:v>1.31</c:v>
                </c:pt>
                <c:pt idx="99">
                  <c:v>1.32</c:v>
                </c:pt>
                <c:pt idx="100">
                  <c:v>1.36</c:v>
                </c:pt>
                <c:pt idx="101">
                  <c:v>1.42</c:v>
                </c:pt>
                <c:pt idx="102">
                  <c:v>1.43</c:v>
                </c:pt>
                <c:pt idx="103">
                  <c:v>1.42</c:v>
                </c:pt>
                <c:pt idx="104">
                  <c:v>1.53</c:v>
                </c:pt>
                <c:pt idx="105">
                  <c:v>1.52</c:v>
                </c:pt>
                <c:pt idx="106">
                  <c:v>1.53</c:v>
                </c:pt>
                <c:pt idx="107">
                  <c:v>1.57</c:v>
                </c:pt>
                <c:pt idx="108">
                  <c:v>1.57</c:v>
                </c:pt>
                <c:pt idx="109">
                  <c:v>1.54</c:v>
                </c:pt>
                <c:pt idx="110">
                  <c:v>1.49</c:v>
                </c:pt>
                <c:pt idx="111">
                  <c:v>1.59</c:v>
                </c:pt>
                <c:pt idx="112">
                  <c:v>1.6</c:v>
                </c:pt>
                <c:pt idx="113">
                  <c:v>1.55</c:v>
                </c:pt>
                <c:pt idx="114">
                  <c:v>1.48</c:v>
                </c:pt>
                <c:pt idx="115">
                  <c:v>1.61</c:v>
                </c:pt>
                <c:pt idx="116">
                  <c:v>1.62</c:v>
                </c:pt>
                <c:pt idx="117">
                  <c:v>1.61</c:v>
                </c:pt>
                <c:pt idx="118">
                  <c:v>1.7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Sheet1!$A$2:$A$120</c:f>
              <c:strCache>
                <c:ptCount val="119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Sheet1!$C$2:$C$120</c:f>
              <c:numCache>
                <c:formatCode>General</c:formatCode>
                <c:ptCount val="119"/>
                <c:pt idx="26">
                  <c:v>1.72</c:v>
                </c:pt>
                <c:pt idx="30">
                  <c:v>2.32</c:v>
                </c:pt>
                <c:pt idx="31">
                  <c:v>2.95</c:v>
                </c:pt>
                <c:pt idx="44">
                  <c:v>2.34</c:v>
                </c:pt>
                <c:pt idx="69">
                  <c:v>1.77</c:v>
                </c:pt>
                <c:pt idx="80">
                  <c:v>0.96</c:v>
                </c:pt>
                <c:pt idx="87">
                  <c:v>1.09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LAVA Therapeutics N.V.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LVTX  ·  acquired by XOMA Royalty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04, 2025   ·   Closed Nov 13, 2025   ·   Status: completed   ·   Pre-ann. volume 2.07×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LAVA Therapeutics N.V.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LAVA Therapeutics N.V.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9349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7909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269847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355447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350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067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629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071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386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457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6586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262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8353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498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512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10,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LAVA announces discontinuation of LAVA-1207 and initiates…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submits initial non-binding indication of interest.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LAVA publicly announces evaluation of strategic options.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30,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submits formal proposal to acquire LAVA for net cash…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LAVA Board unanimously approves the Purchase Agreement with…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transaction and the…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commences the tender offer.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amend the Purchase Agreement, reducing upfront cash…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LAVA shareholders approve the Post-Offer Reorganization at…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87% of shares…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Buyer accepts shares for payment and commences a subsequent…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expires; total shares tendered…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LAVA shares suspended from Nasdaq; management changes…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LAVA Therapeutics N.V.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7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2024-12-13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-37%  ($1.77→$1.11)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2025-02-28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+35%  ($0.96→$1.29)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($2.32→$2.95)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($1.72→$2.16)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($2.95→$3.65)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500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2024-06-21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($2.34→$1.86)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409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($1.09→$1.31)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LAVA Therapeutics N.V.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LAVA Therapeutics Provides Business Update and Reports Third Quarter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LAVA Therapeutics Announces Updated Data from the Phase 1/2a Clinical Trial of LAVA-051 at the 64th…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LAVA Therapeutics to Present LAVA-1207 Clinical Data at the 2023 ASCO GU Symposium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LAVA Therapeutics Announces Initial Data from the Ongoing Phase 1/2a Clinical Trial of LAVA-1207 in Therapy…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LAVA Therapeutics Provides Business Update and Reports Fourth Quarter and Year-End 2022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LAVA Therapeutics Provides Business Update and Reports First Quarter 2023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LAVA Therapeutics Provides Business Update and Reports Second Quarter 2023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Lava Therapeutics Provides Business Update and Reports Third Quarter 2023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XOMA Royalty Reports Second Quarter and Year to Date 2025 Financial Results and Highlights Recent Business…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