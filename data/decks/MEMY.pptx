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'09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2.68</c:v>
                </c:pt>
                <c:pt idx="1">
                  <c:v>2.5</c:v>
                </c:pt>
                <c:pt idx="2">
                  <c:v>2.37</c:v>
                </c:pt>
                <c:pt idx="3">
                  <c:v>2.4</c:v>
                </c:pt>
                <c:pt idx="4">
                  <c:v>2.44</c:v>
                </c:pt>
                <c:pt idx="5">
                  <c:v>3.37</c:v>
                </c:pt>
                <c:pt idx="6">
                  <c:v>3.76</c:v>
                </c:pt>
                <c:pt idx="7">
                  <c:v>3.46</c:v>
                </c:pt>
                <c:pt idx="8">
                  <c:v>3.71</c:v>
                </c:pt>
                <c:pt idx="9">
                  <c:v>3.94</c:v>
                </c:pt>
                <c:pt idx="10">
                  <c:v>4.61</c:v>
                </c:pt>
                <c:pt idx="11">
                  <c:v>4.0</c:v>
                </c:pt>
                <c:pt idx="12">
                  <c:v>3.48</c:v>
                </c:pt>
                <c:pt idx="13">
                  <c:v>3.13</c:v>
                </c:pt>
                <c:pt idx="14">
                  <c:v>2.23</c:v>
                </c:pt>
                <c:pt idx="15">
                  <c:v>2.2</c:v>
                </c:pt>
                <c:pt idx="16">
                  <c:v>1.74</c:v>
                </c:pt>
                <c:pt idx="17">
                  <c:v>1.68</c:v>
                </c:pt>
                <c:pt idx="18">
                  <c:v>1.63</c:v>
                </c:pt>
                <c:pt idx="19">
                  <c:v>2.55</c:v>
                </c:pt>
                <c:pt idx="20">
                  <c:v>2.14</c:v>
                </c:pt>
                <c:pt idx="21">
                  <c:v>1.75</c:v>
                </c:pt>
                <c:pt idx="22">
                  <c:v>1.81</c:v>
                </c:pt>
                <c:pt idx="23">
                  <c:v>2.2</c:v>
                </c:pt>
                <c:pt idx="24">
                  <c:v>2.49</c:v>
                </c:pt>
                <c:pt idx="25">
                  <c:v>2.93</c:v>
                </c:pt>
                <c:pt idx="26">
                  <c:v>2.76</c:v>
                </c:pt>
                <c:pt idx="27">
                  <c:v>2.44</c:v>
                </c:pt>
                <c:pt idx="28">
                  <c:v>2.78</c:v>
                </c:pt>
                <c:pt idx="29">
                  <c:v>2.45</c:v>
                </c:pt>
                <c:pt idx="30">
                  <c:v>2.37</c:v>
                </c:pt>
                <c:pt idx="31">
                  <c:v>2.47</c:v>
                </c:pt>
                <c:pt idx="32">
                  <c:v>2.3</c:v>
                </c:pt>
                <c:pt idx="33">
                  <c:v>2.37</c:v>
                </c:pt>
                <c:pt idx="34">
                  <c:v>2.11</c:v>
                </c:pt>
                <c:pt idx="35">
                  <c:v>1.87</c:v>
                </c:pt>
                <c:pt idx="36">
                  <c:v>2.17</c:v>
                </c:pt>
                <c:pt idx="37">
                  <c:v>2.3</c:v>
                </c:pt>
                <c:pt idx="38">
                  <c:v>2.24</c:v>
                </c:pt>
                <c:pt idx="39">
                  <c:v>2.18</c:v>
                </c:pt>
                <c:pt idx="40">
                  <c:v>2.14</c:v>
                </c:pt>
                <c:pt idx="41">
                  <c:v>2.1</c:v>
                </c:pt>
                <c:pt idx="42">
                  <c:v>1.83</c:v>
                </c:pt>
                <c:pt idx="43">
                  <c:v>1.78</c:v>
                </c:pt>
                <c:pt idx="44">
                  <c:v>1.75</c:v>
                </c:pt>
                <c:pt idx="45">
                  <c:v>1.75</c:v>
                </c:pt>
                <c:pt idx="46">
                  <c:v>1.0</c:v>
                </c:pt>
                <c:pt idx="47">
                  <c:v>0.94</c:v>
                </c:pt>
                <c:pt idx="48">
                  <c:v>0.98</c:v>
                </c:pt>
                <c:pt idx="49">
                  <c:v>0.9</c:v>
                </c:pt>
                <c:pt idx="50">
                  <c:v>0.86</c:v>
                </c:pt>
                <c:pt idx="51">
                  <c:v>0.67</c:v>
                </c:pt>
                <c:pt idx="52">
                  <c:v>0.57</c:v>
                </c:pt>
                <c:pt idx="53">
                  <c:v>0.58</c:v>
                </c:pt>
                <c:pt idx="54">
                  <c:v>0.56</c:v>
                </c:pt>
                <c:pt idx="55">
                  <c:v>0.59</c:v>
                </c:pt>
                <c:pt idx="56">
                  <c:v>0.57</c:v>
                </c:pt>
                <c:pt idx="57">
                  <c:v>0.56</c:v>
                </c:pt>
                <c:pt idx="58">
                  <c:v>0.52</c:v>
                </c:pt>
                <c:pt idx="59">
                  <c:v>0.51</c:v>
                </c:pt>
                <c:pt idx="60">
                  <c:v>0.55</c:v>
                </c:pt>
                <c:pt idx="61">
                  <c:v>0.55</c:v>
                </c:pt>
                <c:pt idx="62">
                  <c:v>0.65</c:v>
                </c:pt>
                <c:pt idx="63">
                  <c:v>0.62</c:v>
                </c:pt>
                <c:pt idx="64">
                  <c:v>0.6</c:v>
                </c:pt>
                <c:pt idx="65">
                  <c:v>0.64</c:v>
                </c:pt>
                <c:pt idx="66">
                  <c:v>0.65</c:v>
                </c:pt>
                <c:pt idx="67">
                  <c:v>0.58</c:v>
                </c:pt>
                <c:pt idx="68">
                  <c:v>0.49</c:v>
                </c:pt>
                <c:pt idx="69">
                  <c:v>0.5</c:v>
                </c:pt>
                <c:pt idx="70">
                  <c:v>0.48</c:v>
                </c:pt>
                <c:pt idx="71">
                  <c:v>0.42</c:v>
                </c:pt>
                <c:pt idx="72">
                  <c:v>0.34</c:v>
                </c:pt>
                <c:pt idx="73">
                  <c:v>0.36</c:v>
                </c:pt>
                <c:pt idx="74">
                  <c:v>0.41</c:v>
                </c:pt>
                <c:pt idx="75">
                  <c:v>0.4</c:v>
                </c:pt>
                <c:pt idx="76">
                  <c:v>0.44</c:v>
                </c:pt>
                <c:pt idx="77">
                  <c:v>0.59</c:v>
                </c:pt>
                <c:pt idx="78">
                  <c:v>0.5</c:v>
                </c:pt>
                <c:pt idx="79">
                  <c:v>0.51</c:v>
                </c:pt>
                <c:pt idx="80">
                  <c:v>0.41</c:v>
                </c:pt>
                <c:pt idx="81">
                  <c:v>0.41</c:v>
                </c:pt>
                <c:pt idx="82">
                  <c:v>0.4</c:v>
                </c:pt>
                <c:pt idx="83">
                  <c:v>0.39</c:v>
                </c:pt>
                <c:pt idx="84">
                  <c:v>0.37</c:v>
                </c:pt>
                <c:pt idx="85">
                  <c:v>0.32</c:v>
                </c:pt>
                <c:pt idx="86">
                  <c:v>0.3</c:v>
                </c:pt>
                <c:pt idx="87">
                  <c:v>0.37</c:v>
                </c:pt>
                <c:pt idx="88">
                  <c:v>0.35</c:v>
                </c:pt>
                <c:pt idx="89">
                  <c:v>0.38</c:v>
                </c:pt>
                <c:pt idx="90">
                  <c:v>0.37</c:v>
                </c:pt>
                <c:pt idx="91">
                  <c:v>0.33</c:v>
                </c:pt>
                <c:pt idx="92">
                  <c:v>0.34</c:v>
                </c:pt>
                <c:pt idx="93">
                  <c:v>0.29</c:v>
                </c:pt>
                <c:pt idx="94">
                  <c:v>0.2</c:v>
                </c:pt>
                <c:pt idx="95">
                  <c:v>0.19</c:v>
                </c:pt>
                <c:pt idx="96">
                  <c:v>0.18</c:v>
                </c:pt>
                <c:pt idx="97">
                  <c:v>0.13</c:v>
                </c:pt>
                <c:pt idx="98">
                  <c:v>0.12</c:v>
                </c:pt>
                <c:pt idx="99">
                  <c:v>0.07</c:v>
                </c:pt>
                <c:pt idx="100">
                  <c:v>0.1</c:v>
                </c:pt>
                <c:pt idx="101">
                  <c:v>0.16</c:v>
                </c:pt>
                <c:pt idx="102">
                  <c:v>0.17</c:v>
                </c:pt>
                <c:pt idx="103">
                  <c:v>0.13</c:v>
                </c:pt>
                <c:pt idx="104">
                  <c:v>0.59</c:v>
                </c:pt>
                <c:pt idx="105">
                  <c:v>0.6</c:v>
                </c:pt>
                <c:pt idx="106">
                  <c:v>0.6</c:v>
                </c:pt>
                <c:pt idx="107">
                  <c:v>0.6</c:v>
                </c:pt>
                <c:pt idx="108">
                  <c:v>0.61</c:v>
                </c:pt>
                <c:pt idx="109">
                  <c:v>0.61</c:v>
                </c:pt>
                <c:pt idx="110">
                  <c:v>0.61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'09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00">
                  <c:v>0.1</c:v>
                </c:pt>
                <c:pt idx="102">
                  <c:v>0.17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'09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4">
                  <c:v>2.44</c:v>
                </c:pt>
                <c:pt idx="13">
                  <c:v>3.13</c:v>
                </c:pt>
                <c:pt idx="18">
                  <c:v>1.63</c:v>
                </c:pt>
                <c:pt idx="45">
                  <c:v>1.75</c:v>
                </c:pt>
                <c:pt idx="76">
                  <c:v>0.44</c:v>
                </c:pt>
                <c:pt idx="86">
                  <c:v>0.3</c:v>
                </c:pt>
                <c:pt idx="93">
                  <c:v>0.29</c:v>
                </c:pt>
                <c:pt idx="96">
                  <c:v>0.18</c:v>
                </c:pt>
                <c:pt idx="98">
                  <c:v>0.12</c:v>
                </c:pt>
                <c:pt idx="99">
                  <c:v>0.07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'09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0.59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MEMORY PHARMACEUTICALS CORP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MEMY  ·  acquired by Hoffmann-La Roche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25, 2008   ·   Closed Jan 05, 2009   ·   Status: completed   ·   Pre-ann. volume 3.05×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MEMORY PHARMACEUTICALS CORP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MEMORY PHARMACEUTICALS CORP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2973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1533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453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90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949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067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504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52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0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311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48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244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80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54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Memory engages Lazard to act as placement agent for 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a non-binding letter of intent to acquire…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Memory Board meets to review Roche's letter and appoints…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Memory and Roche enter into a Confidentiality Agreement.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a written offer of $0.55 per share.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Memory submits a counteroffer of approximately $70 million…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declines to increase price; Memory Board authorizes a…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agrees to the $0.61 per share price subject to final…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Memory Board approves the Merger Agreement and Lazard…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publicly announced.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89% of shares…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exercises Top-Up Option to reach 90% ownership.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Memory becomes a wholly-owned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MEMORY PHARMACEUTICALS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14 unexplained pre-announcement move weeks (of 16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+60%  ($0.1→$0.16)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2007-04-13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+56%  ($1.63→$2.55)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2007-10-19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-43%  ($1.75→$1)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($0.07→$0.1)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-42%  ($0.12→$0.07)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2007-01-05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($2.44→$3.37)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2008-05-23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($0.44→$0.59)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2008-09-19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($0.29→$0.2)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MEMORY PHARMACEUTICALS CORP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2008-11-19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Memory Achieves Enrollment Goal for Phase 2 Trial of R3487/MEM 3454 in CIAS; Triggers $5.0 Million…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2008-11-25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Memory Pharmaceuticals and Roche Enter into Definitive Merger Agreement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2008-12-19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Memory Announces Positive Results from Phase 1 Program for R4996/MEM 63908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2008-12-24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Memory Doses First Patient in Phase 2 Study of R3487/MEM 3454 on Electrophysiological Biomarkers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2009-01-05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Memory Pharmaceuticals Completes Merger with Roche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