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Nov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'07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2.35</c:v>
                </c:pt>
                <c:pt idx="1">
                  <c:v>2.36</c:v>
                </c:pt>
                <c:pt idx="2">
                  <c:v>1.9</c:v>
                </c:pt>
                <c:pt idx="3">
                  <c:v>1.74</c:v>
                </c:pt>
                <c:pt idx="4">
                  <c:v>1.5</c:v>
                </c:pt>
                <c:pt idx="5">
                  <c:v>1.6</c:v>
                </c:pt>
                <c:pt idx="6">
                  <c:v>1.59</c:v>
                </c:pt>
                <c:pt idx="7">
                  <c:v>1.85</c:v>
                </c:pt>
                <c:pt idx="8">
                  <c:v>1.86</c:v>
                </c:pt>
                <c:pt idx="9">
                  <c:v>1.83</c:v>
                </c:pt>
                <c:pt idx="10">
                  <c:v>1.73</c:v>
                </c:pt>
                <c:pt idx="11">
                  <c:v>1.8</c:v>
                </c:pt>
                <c:pt idx="12">
                  <c:v>2.4</c:v>
                </c:pt>
                <c:pt idx="13">
                  <c:v>2.16</c:v>
                </c:pt>
                <c:pt idx="14">
                  <c:v>2.43</c:v>
                </c:pt>
                <c:pt idx="15">
                  <c:v>2.29</c:v>
                </c:pt>
                <c:pt idx="16">
                  <c:v>2.0</c:v>
                </c:pt>
                <c:pt idx="17">
                  <c:v>2.0</c:v>
                </c:pt>
                <c:pt idx="18">
                  <c:v>2.15</c:v>
                </c:pt>
                <c:pt idx="19">
                  <c:v>2.1</c:v>
                </c:pt>
                <c:pt idx="20">
                  <c:v>2.16</c:v>
                </c:pt>
                <c:pt idx="21">
                  <c:v>2.25</c:v>
                </c:pt>
                <c:pt idx="22">
                  <c:v>2.2</c:v>
                </c:pt>
                <c:pt idx="23">
                  <c:v>2.15</c:v>
                </c:pt>
                <c:pt idx="24">
                  <c:v>2.15</c:v>
                </c:pt>
                <c:pt idx="25">
                  <c:v>2.21</c:v>
                </c:pt>
                <c:pt idx="26">
                  <c:v>2.15</c:v>
                </c:pt>
                <c:pt idx="27">
                  <c:v>2.17</c:v>
                </c:pt>
                <c:pt idx="28">
                  <c:v>2.2</c:v>
                </c:pt>
                <c:pt idx="29">
                  <c:v>2.15</c:v>
                </c:pt>
                <c:pt idx="30">
                  <c:v>2.0</c:v>
                </c:pt>
                <c:pt idx="31">
                  <c:v>2.06</c:v>
                </c:pt>
                <c:pt idx="32">
                  <c:v>1.89</c:v>
                </c:pt>
                <c:pt idx="33">
                  <c:v>1.8</c:v>
                </c:pt>
                <c:pt idx="34">
                  <c:v>1.6</c:v>
                </c:pt>
                <c:pt idx="35">
                  <c:v>1.68</c:v>
                </c:pt>
                <c:pt idx="36">
                  <c:v>1.7</c:v>
                </c:pt>
                <c:pt idx="37">
                  <c:v>1.68</c:v>
                </c:pt>
                <c:pt idx="38">
                  <c:v>1.7</c:v>
                </c:pt>
                <c:pt idx="39">
                  <c:v>1.69</c:v>
                </c:pt>
                <c:pt idx="40">
                  <c:v>1.61</c:v>
                </c:pt>
                <c:pt idx="41">
                  <c:v>1.63</c:v>
                </c:pt>
                <c:pt idx="42">
                  <c:v>1.65</c:v>
                </c:pt>
                <c:pt idx="43">
                  <c:v>1.53</c:v>
                </c:pt>
                <c:pt idx="44">
                  <c:v>1.45</c:v>
                </c:pt>
                <c:pt idx="45">
                  <c:v>1.43</c:v>
                </c:pt>
                <c:pt idx="46">
                  <c:v>1.53</c:v>
                </c:pt>
                <c:pt idx="47">
                  <c:v>1.9</c:v>
                </c:pt>
                <c:pt idx="48">
                  <c:v>2.0</c:v>
                </c:pt>
                <c:pt idx="49">
                  <c:v>2.16</c:v>
                </c:pt>
                <c:pt idx="50">
                  <c:v>2.09</c:v>
                </c:pt>
                <c:pt idx="51">
                  <c:v>2.1</c:v>
                </c:pt>
                <c:pt idx="52">
                  <c:v>2.1</c:v>
                </c:pt>
                <c:pt idx="53">
                  <c:v>2.14</c:v>
                </c:pt>
                <c:pt idx="54">
                  <c:v>2.07</c:v>
                </c:pt>
                <c:pt idx="55">
                  <c:v>2.1</c:v>
                </c:pt>
                <c:pt idx="56">
                  <c:v>2.0</c:v>
                </c:pt>
                <c:pt idx="57">
                  <c:v>2.05</c:v>
                </c:pt>
                <c:pt idx="58">
                  <c:v>2.14</c:v>
                </c:pt>
                <c:pt idx="59">
                  <c:v>2.33</c:v>
                </c:pt>
                <c:pt idx="60">
                  <c:v>2.14</c:v>
                </c:pt>
                <c:pt idx="61">
                  <c:v>2.23</c:v>
                </c:pt>
                <c:pt idx="62">
                  <c:v>2.35</c:v>
                </c:pt>
                <c:pt idx="63">
                  <c:v>2.45</c:v>
                </c:pt>
                <c:pt idx="64">
                  <c:v>2.6</c:v>
                </c:pt>
                <c:pt idx="65">
                  <c:v>2.67</c:v>
                </c:pt>
                <c:pt idx="66">
                  <c:v>2.57</c:v>
                </c:pt>
                <c:pt idx="67">
                  <c:v>2.6</c:v>
                </c:pt>
                <c:pt idx="68">
                  <c:v>2.74</c:v>
                </c:pt>
                <c:pt idx="69">
                  <c:v>2.94</c:v>
                </c:pt>
                <c:pt idx="70">
                  <c:v>2.71</c:v>
                </c:pt>
                <c:pt idx="71">
                  <c:v>2.93</c:v>
                </c:pt>
                <c:pt idx="72">
                  <c:v>3.09</c:v>
                </c:pt>
                <c:pt idx="73">
                  <c:v>3.2</c:v>
                </c:pt>
                <c:pt idx="74">
                  <c:v>3.12</c:v>
                </c:pt>
                <c:pt idx="75">
                  <c:v>3.09</c:v>
                </c:pt>
                <c:pt idx="76">
                  <c:v>3.04</c:v>
                </c:pt>
                <c:pt idx="77">
                  <c:v>3.02</c:v>
                </c:pt>
                <c:pt idx="78">
                  <c:v>3.15</c:v>
                </c:pt>
                <c:pt idx="79">
                  <c:v>3.39</c:v>
                </c:pt>
                <c:pt idx="80">
                  <c:v>3.37</c:v>
                </c:pt>
                <c:pt idx="81">
                  <c:v>3.45</c:v>
                </c:pt>
                <c:pt idx="82">
                  <c:v>3.29</c:v>
                </c:pt>
                <c:pt idx="83">
                  <c:v>3.3</c:v>
                </c:pt>
                <c:pt idx="84">
                  <c:v>3.36</c:v>
                </c:pt>
                <c:pt idx="85">
                  <c:v>3.33</c:v>
                </c:pt>
                <c:pt idx="86">
                  <c:v>3.45</c:v>
                </c:pt>
                <c:pt idx="87">
                  <c:v>4.0</c:v>
                </c:pt>
                <c:pt idx="88">
                  <c:v>3.58</c:v>
                </c:pt>
                <c:pt idx="89">
                  <c:v>3.8</c:v>
                </c:pt>
                <c:pt idx="90">
                  <c:v>3.38</c:v>
                </c:pt>
                <c:pt idx="91">
                  <c:v>3.27</c:v>
                </c:pt>
                <c:pt idx="92">
                  <c:v>3.38</c:v>
                </c:pt>
                <c:pt idx="93">
                  <c:v>3.51</c:v>
                </c:pt>
                <c:pt idx="94">
                  <c:v>3.25</c:v>
                </c:pt>
                <c:pt idx="95">
                  <c:v>2.87</c:v>
                </c:pt>
                <c:pt idx="96">
                  <c:v>3.06</c:v>
                </c:pt>
                <c:pt idx="97">
                  <c:v>3.0</c:v>
                </c:pt>
                <c:pt idx="98">
                  <c:v>3.1</c:v>
                </c:pt>
                <c:pt idx="99">
                  <c:v>3.05</c:v>
                </c:pt>
                <c:pt idx="100">
                  <c:v>3.15</c:v>
                </c:pt>
                <c:pt idx="101">
                  <c:v>3.0</c:v>
                </c:pt>
                <c:pt idx="102">
                  <c:v>2.88</c:v>
                </c:pt>
                <c:pt idx="103">
                  <c:v>2.6</c:v>
                </c:pt>
                <c:pt idx="104">
                  <c:v>2.27</c:v>
                </c:pt>
                <c:pt idx="105">
                  <c:v>4.29</c:v>
                </c:pt>
                <c:pt idx="106">
                  <c:v>4.33</c:v>
                </c:pt>
                <c:pt idx="107">
                  <c:v>4.36</c:v>
                </c:pt>
                <c:pt idx="108">
                  <c:v>4.35</c:v>
                </c:pt>
                <c:pt idx="109">
                  <c:v>4.35</c:v>
                </c:pt>
                <c:pt idx="110">
                  <c:v>4.35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Nov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'07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1">
                  <c:v>1.8</c:v>
                </c:pt>
                <c:pt idx="46">
                  <c:v>1.53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Nov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'07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5">
                  <c:v>4.29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NATROL,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NTOL  ·  acquired by Plethico Pharmaceuticals Limited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18, 2007   ·   Closed Dec 28, 2007   ·   Status: completed   ·   Pre-ann. volume 1.27×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NATROL,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NATROL,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1456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0016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27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588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123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524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498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88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890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743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5969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4374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2390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17, 2007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Brocair Partners contacts Natrol CFO Dennis Jolicoeur…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16, 2007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Natrol CEO Wayne Bos meets with Plethico management in New…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21, 2007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Plethico submits a draft letter of intent proposing…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11, 2007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Wayne Bos visits Plethico in Mumbai; indicates Natrol will…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26, 2007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Plethico and Natrol enter into a revised confidentiality…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09, 2007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Plethico informs Natrol that global credit market turmoil…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15, 2007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Plethico raises $75 million via convertible bonds, securing…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Plethico offers $3.50 per share citing adverse financial…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Plethico increases offer to $4.40 per share as its 'best…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Natrol Board unanimously approves the Merger Agreement at…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27, 2007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27, 2007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91.9% of shares tendered.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28, 2007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Short-form merger completed; Natrol becomes a wholly owned…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NATROL,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2006-02-10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($1.8→$2.4)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646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2006-10-13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($1.53→$1.9)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NATROL,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2007-11-13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Natrol, Inc. to Release Third Quarter 2007 Earnings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2007-11-18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Natrol, Inc. Enters into Merger Agreement with Plethico Pharmaceuticals Limited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2007-12-28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Natrol, Inc. Announces Completion of Merger and Delisting from NASDAQ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