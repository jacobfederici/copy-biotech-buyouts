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Jan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'17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'18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'18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38.16</c:v>
                </c:pt>
                <c:pt idx="1">
                  <c:v>39.41</c:v>
                </c:pt>
                <c:pt idx="2">
                  <c:v>38.51</c:v>
                </c:pt>
                <c:pt idx="3">
                  <c:v>39.91</c:v>
                </c:pt>
                <c:pt idx="4">
                  <c:v>42.93</c:v>
                </c:pt>
                <c:pt idx="5">
                  <c:v>41.74</c:v>
                </c:pt>
                <c:pt idx="6">
                  <c:v>42.03</c:v>
                </c:pt>
                <c:pt idx="7">
                  <c:v>44.99</c:v>
                </c:pt>
                <c:pt idx="8">
                  <c:v>43.25</c:v>
                </c:pt>
                <c:pt idx="9">
                  <c:v>44.52</c:v>
                </c:pt>
                <c:pt idx="10">
                  <c:v>45.6</c:v>
                </c:pt>
                <c:pt idx="11">
                  <c:v>42.08</c:v>
                </c:pt>
                <c:pt idx="12">
                  <c:v>47.8</c:v>
                </c:pt>
                <c:pt idx="13">
                  <c:v>45.7</c:v>
                </c:pt>
                <c:pt idx="14">
                  <c:v>47.79</c:v>
                </c:pt>
                <c:pt idx="15">
                  <c:v>46.06</c:v>
                </c:pt>
                <c:pt idx="16">
                  <c:v>44.27</c:v>
                </c:pt>
                <c:pt idx="17">
                  <c:v>43.34</c:v>
                </c:pt>
                <c:pt idx="18">
                  <c:v>46.14</c:v>
                </c:pt>
                <c:pt idx="19">
                  <c:v>47.44</c:v>
                </c:pt>
                <c:pt idx="20">
                  <c:v>48.98</c:v>
                </c:pt>
                <c:pt idx="21">
                  <c:v>71.55</c:v>
                </c:pt>
                <c:pt idx="22">
                  <c:v>72.14</c:v>
                </c:pt>
                <c:pt idx="23">
                  <c:v>80.17</c:v>
                </c:pt>
                <c:pt idx="24">
                  <c:v>80.19</c:v>
                </c:pt>
                <c:pt idx="25">
                  <c:v>76.75</c:v>
                </c:pt>
                <c:pt idx="26">
                  <c:v>74.41</c:v>
                </c:pt>
                <c:pt idx="27">
                  <c:v>73.13</c:v>
                </c:pt>
                <c:pt idx="28">
                  <c:v>73.29</c:v>
                </c:pt>
                <c:pt idx="29">
                  <c:v>72.92</c:v>
                </c:pt>
                <c:pt idx="30">
                  <c:v>73.26</c:v>
                </c:pt>
                <c:pt idx="31">
                  <c:v>72.1</c:v>
                </c:pt>
                <c:pt idx="32">
                  <c:v>74.19</c:v>
                </c:pt>
                <c:pt idx="33">
                  <c:v>82.21</c:v>
                </c:pt>
                <c:pt idx="34">
                  <c:v>76.46</c:v>
                </c:pt>
                <c:pt idx="35">
                  <c:v>87.49</c:v>
                </c:pt>
                <c:pt idx="36">
                  <c:v>86.81</c:v>
                </c:pt>
                <c:pt idx="37">
                  <c:v>92.12</c:v>
                </c:pt>
                <c:pt idx="38">
                  <c:v>87.66</c:v>
                </c:pt>
                <c:pt idx="39">
                  <c:v>89.38</c:v>
                </c:pt>
                <c:pt idx="40">
                  <c:v>86.62</c:v>
                </c:pt>
                <c:pt idx="41">
                  <c:v>86.5</c:v>
                </c:pt>
                <c:pt idx="42">
                  <c:v>87.79</c:v>
                </c:pt>
                <c:pt idx="43">
                  <c:v>81.18</c:v>
                </c:pt>
                <c:pt idx="44">
                  <c:v>75.07</c:v>
                </c:pt>
                <c:pt idx="45">
                  <c:v>76.19</c:v>
                </c:pt>
                <c:pt idx="46">
                  <c:v>76.87</c:v>
                </c:pt>
                <c:pt idx="47">
                  <c:v>83.15</c:v>
                </c:pt>
                <c:pt idx="48">
                  <c:v>78.97</c:v>
                </c:pt>
                <c:pt idx="49">
                  <c:v>87.0</c:v>
                </c:pt>
                <c:pt idx="50">
                  <c:v>84.18</c:v>
                </c:pt>
                <c:pt idx="51">
                  <c:v>85.3</c:v>
                </c:pt>
                <c:pt idx="52">
                  <c:v>89.99</c:v>
                </c:pt>
                <c:pt idx="53">
                  <c:v>96.83</c:v>
                </c:pt>
                <c:pt idx="54">
                  <c:v>103.96</c:v>
                </c:pt>
                <c:pt idx="55">
                  <c:v>98.06</c:v>
                </c:pt>
                <c:pt idx="56">
                  <c:v>92.23</c:v>
                </c:pt>
                <c:pt idx="57">
                  <c:v>104.8</c:v>
                </c:pt>
                <c:pt idx="58">
                  <c:v>113.91</c:v>
                </c:pt>
                <c:pt idx="59">
                  <c:v>120.0</c:v>
                </c:pt>
                <c:pt idx="60">
                  <c:v>128.98</c:v>
                </c:pt>
                <c:pt idx="61">
                  <c:v>125.83</c:v>
                </c:pt>
                <c:pt idx="62">
                  <c:v>111.25</c:v>
                </c:pt>
                <c:pt idx="63">
                  <c:v>115.37</c:v>
                </c:pt>
                <c:pt idx="64">
                  <c:v>110.85</c:v>
                </c:pt>
                <c:pt idx="65">
                  <c:v>122.99</c:v>
                </c:pt>
                <c:pt idx="66">
                  <c:v>133.06</c:v>
                </c:pt>
                <c:pt idx="67">
                  <c:v>129.4</c:v>
                </c:pt>
                <c:pt idx="68">
                  <c:v>119.69</c:v>
                </c:pt>
                <c:pt idx="69">
                  <c:v>139.45</c:v>
                </c:pt>
                <c:pt idx="70">
                  <c:v>170.44</c:v>
                </c:pt>
                <c:pt idx="71">
                  <c:v>165.71</c:v>
                </c:pt>
                <c:pt idx="72">
                  <c:v>186.69</c:v>
                </c:pt>
                <c:pt idx="73">
                  <c:v>178.99</c:v>
                </c:pt>
                <c:pt idx="74">
                  <c:v>176.93</c:v>
                </c:pt>
                <c:pt idx="75">
                  <c:v>183.81</c:v>
                </c:pt>
                <c:pt idx="76">
                  <c:v>173.48</c:v>
                </c:pt>
                <c:pt idx="77">
                  <c:v>189.96</c:v>
                </c:pt>
                <c:pt idx="78">
                  <c:v>179.03</c:v>
                </c:pt>
                <c:pt idx="79">
                  <c:v>174.91</c:v>
                </c:pt>
                <c:pt idx="80">
                  <c:v>164.3</c:v>
                </c:pt>
                <c:pt idx="81">
                  <c:v>166.64</c:v>
                </c:pt>
                <c:pt idx="82">
                  <c:v>159.3</c:v>
                </c:pt>
                <c:pt idx="83">
                  <c:v>158.34</c:v>
                </c:pt>
                <c:pt idx="84">
                  <c:v>160.65</c:v>
                </c:pt>
                <c:pt idx="85">
                  <c:v>168.98</c:v>
                </c:pt>
                <c:pt idx="86">
                  <c:v>160.97</c:v>
                </c:pt>
                <c:pt idx="87">
                  <c:v>164.0</c:v>
                </c:pt>
                <c:pt idx="88">
                  <c:v>159.27</c:v>
                </c:pt>
                <c:pt idx="89">
                  <c:v>170.83</c:v>
                </c:pt>
                <c:pt idx="90">
                  <c:v>159.6</c:v>
                </c:pt>
                <c:pt idx="91">
                  <c:v>164.06</c:v>
                </c:pt>
                <c:pt idx="92">
                  <c:v>159.98</c:v>
                </c:pt>
                <c:pt idx="93">
                  <c:v>152.91</c:v>
                </c:pt>
                <c:pt idx="94">
                  <c:v>170.19</c:v>
                </c:pt>
                <c:pt idx="95">
                  <c:v>166.77</c:v>
                </c:pt>
                <c:pt idx="96">
                  <c:v>156.52</c:v>
                </c:pt>
                <c:pt idx="97">
                  <c:v>153.26</c:v>
                </c:pt>
                <c:pt idx="98">
                  <c:v>140.42</c:v>
                </c:pt>
                <c:pt idx="99">
                  <c:v>135.0</c:v>
                </c:pt>
                <c:pt idx="100">
                  <c:v>138.87</c:v>
                </c:pt>
                <c:pt idx="101">
                  <c:v>127.8</c:v>
                </c:pt>
                <c:pt idx="102">
                  <c:v>134.26</c:v>
                </c:pt>
                <c:pt idx="103">
                  <c:v>139.87</c:v>
                </c:pt>
                <c:pt idx="104">
                  <c:v>232.51</c:v>
                </c:pt>
                <c:pt idx="105">
                  <c:v>233.5</c:v>
                </c:pt>
                <c:pt idx="106">
                  <c:v>233.78</c:v>
                </c:pt>
                <c:pt idx="107">
                  <c:v>234.63</c:v>
                </c:pt>
                <c:pt idx="108">
                  <c:v>234.43</c:v>
                </c:pt>
                <c:pt idx="109">
                  <c:v>234.66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Jan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'17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'18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'18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20">
                  <c:v>48.98</c:v>
                </c:pt>
                <c:pt idx="69">
                  <c:v>139.45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Jan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'17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'18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'18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104">
                  <c:v>232.51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Loxo Oncology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LOXO  ·  acquired by Eli Lilly and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74%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07, 2019   ·   Closed Feb 15, 2019   ·   Status: completed   ·   Pre-ann. volume 0.91×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Loxo Oncology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Loxo Oncology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13005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21565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544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0762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330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330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043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7897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97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038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7518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3195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3089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16, 2018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Joshua Bilenker (Loxo CEO) meets with Dr. Levi Garraway…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13, 2018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Loxo Board reviews long-term financial forecasts and…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10, 2018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Garraway contacts Dr. Bilenker to arrange a meeting to…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20, 2018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executives meet Loxo management in Stamford and…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20, 2018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Loxo Board meets to discuss the $230.00 proposal…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Loxo and Lilly enter into a Non-Disclosure Agreement with a…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30, 2018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an increased 'best and final' offer of…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30, 2018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Loxo Board determines to proceed with Lilly at $235.00…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05, 2019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Loxo Board unanimously approves the Merger Agreement…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07, 2019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announcing the transaction.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17, 2019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commences the tender offer.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14, 2019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84.6% of shares tendered.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Loxo becomes a wholly-owned subsidiary of…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Loxo Oncology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2017-06-09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+46%  ($48.98→$71.55)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2018-05-18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($139.45→$170.44)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234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Loxo Oncology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2018-08-02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Loxo Oncology to Announce Second Quarter 2018 Financial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2018-08-09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Loxo Oncology Reports Second Quarter 2018 Financial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2018-09-05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Loxo Oncology Announces Receipt of Breakthrough Therapy Designation from U.S. Food and Drug Administration…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2018-10-09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Loxo Oncology Announces Details for Data Presentations at the European Society for Medical Oncology 2018…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2018-10-15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Loxo Oncology Announces Receipt of Breakthrough Therapy Designation from U.S. Food and Drug Administration…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2018-11-01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Loxo Oncology to Announce Third Quarter 2018 Financial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2018-11-08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Loxo Oncology Reports Third Quarter 2018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2018-11-27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Approves Vitrakvi® (larotrectinib), the First Ever TRK Inhibitor, for Patients with Advanced Solid…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2018-12-21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Loxo Oncology Announces Initiation of Phase 1/2 Clinical Trial for Highly Selective, Non-Covalent BTK…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