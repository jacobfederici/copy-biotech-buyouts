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Nov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2.84</c:v>
                </c:pt>
                <c:pt idx="1">
                  <c:v>2.79</c:v>
                </c:pt>
                <c:pt idx="2">
                  <c:v>2.75</c:v>
                </c:pt>
                <c:pt idx="3">
                  <c:v>2.94</c:v>
                </c:pt>
                <c:pt idx="4">
                  <c:v>3.09</c:v>
                </c:pt>
                <c:pt idx="5">
                  <c:v>3.21</c:v>
                </c:pt>
                <c:pt idx="6">
                  <c:v>3.35</c:v>
                </c:pt>
                <c:pt idx="7">
                  <c:v>3.31</c:v>
                </c:pt>
                <c:pt idx="8">
                  <c:v>3.5</c:v>
                </c:pt>
                <c:pt idx="9">
                  <c:v>4.54</c:v>
                </c:pt>
                <c:pt idx="10">
                  <c:v>4.47</c:v>
                </c:pt>
                <c:pt idx="11">
                  <c:v>4.75</c:v>
                </c:pt>
                <c:pt idx="12">
                  <c:v>4.94</c:v>
                </c:pt>
                <c:pt idx="13">
                  <c:v>4.87</c:v>
                </c:pt>
                <c:pt idx="14">
                  <c:v>4.61</c:v>
                </c:pt>
                <c:pt idx="15">
                  <c:v>5.03</c:v>
                </c:pt>
                <c:pt idx="16">
                  <c:v>4.5</c:v>
                </c:pt>
                <c:pt idx="17">
                  <c:v>4.78</c:v>
                </c:pt>
                <c:pt idx="18">
                  <c:v>5.29</c:v>
                </c:pt>
                <c:pt idx="19">
                  <c:v>5.61</c:v>
                </c:pt>
                <c:pt idx="20">
                  <c:v>5.85</c:v>
                </c:pt>
                <c:pt idx="21">
                  <c:v>5.89</c:v>
                </c:pt>
                <c:pt idx="22">
                  <c:v>5.56</c:v>
                </c:pt>
                <c:pt idx="23">
                  <c:v>5.91</c:v>
                </c:pt>
                <c:pt idx="24">
                  <c:v>6.28</c:v>
                </c:pt>
                <c:pt idx="25">
                  <c:v>5.87</c:v>
                </c:pt>
                <c:pt idx="26">
                  <c:v>6.56</c:v>
                </c:pt>
                <c:pt idx="27">
                  <c:v>5.64</c:v>
                </c:pt>
                <c:pt idx="28">
                  <c:v>5.99</c:v>
                </c:pt>
                <c:pt idx="29">
                  <c:v>6.68</c:v>
                </c:pt>
                <c:pt idx="30">
                  <c:v>6.86</c:v>
                </c:pt>
                <c:pt idx="31">
                  <c:v>6.94</c:v>
                </c:pt>
                <c:pt idx="32">
                  <c:v>7.12</c:v>
                </c:pt>
                <c:pt idx="33">
                  <c:v>7.09</c:v>
                </c:pt>
                <c:pt idx="34">
                  <c:v>7.11</c:v>
                </c:pt>
                <c:pt idx="35">
                  <c:v>7.4</c:v>
                </c:pt>
                <c:pt idx="36">
                  <c:v>7.21</c:v>
                </c:pt>
                <c:pt idx="37">
                  <c:v>7.41</c:v>
                </c:pt>
                <c:pt idx="38">
                  <c:v>7.47</c:v>
                </c:pt>
                <c:pt idx="39">
                  <c:v>6.35</c:v>
                </c:pt>
                <c:pt idx="40">
                  <c:v>6.22</c:v>
                </c:pt>
                <c:pt idx="41">
                  <c:v>6.25</c:v>
                </c:pt>
                <c:pt idx="42">
                  <c:v>6.18</c:v>
                </c:pt>
                <c:pt idx="43">
                  <c:v>7.48</c:v>
                </c:pt>
                <c:pt idx="44">
                  <c:v>8.52</c:v>
                </c:pt>
                <c:pt idx="45">
                  <c:v>8.58</c:v>
                </c:pt>
                <c:pt idx="46">
                  <c:v>8.88</c:v>
                </c:pt>
                <c:pt idx="47">
                  <c:v>9.52</c:v>
                </c:pt>
                <c:pt idx="48">
                  <c:v>9.11</c:v>
                </c:pt>
                <c:pt idx="49">
                  <c:v>9.52</c:v>
                </c:pt>
                <c:pt idx="50">
                  <c:v>9.28</c:v>
                </c:pt>
                <c:pt idx="51">
                  <c:v>9.06</c:v>
                </c:pt>
                <c:pt idx="52">
                  <c:v>9.1</c:v>
                </c:pt>
                <c:pt idx="53">
                  <c:v>9.06</c:v>
                </c:pt>
                <c:pt idx="54">
                  <c:v>9.49</c:v>
                </c:pt>
                <c:pt idx="55">
                  <c:v>9.97</c:v>
                </c:pt>
                <c:pt idx="56">
                  <c:v>9.99</c:v>
                </c:pt>
                <c:pt idx="57">
                  <c:v>10.4</c:v>
                </c:pt>
                <c:pt idx="58">
                  <c:v>11.2</c:v>
                </c:pt>
                <c:pt idx="59">
                  <c:v>10.75</c:v>
                </c:pt>
                <c:pt idx="60">
                  <c:v>11.42</c:v>
                </c:pt>
                <c:pt idx="61">
                  <c:v>11.48</c:v>
                </c:pt>
                <c:pt idx="62">
                  <c:v>12.58</c:v>
                </c:pt>
                <c:pt idx="63">
                  <c:v>12.93</c:v>
                </c:pt>
                <c:pt idx="64">
                  <c:v>13.25</c:v>
                </c:pt>
                <c:pt idx="65">
                  <c:v>13.0</c:v>
                </c:pt>
                <c:pt idx="66">
                  <c:v>13.1</c:v>
                </c:pt>
                <c:pt idx="67">
                  <c:v>13.22</c:v>
                </c:pt>
                <c:pt idx="68">
                  <c:v>13.46</c:v>
                </c:pt>
                <c:pt idx="69">
                  <c:v>15.45</c:v>
                </c:pt>
                <c:pt idx="70">
                  <c:v>16.47</c:v>
                </c:pt>
                <c:pt idx="71">
                  <c:v>17.58</c:v>
                </c:pt>
                <c:pt idx="72">
                  <c:v>17.33</c:v>
                </c:pt>
                <c:pt idx="73">
                  <c:v>16.86</c:v>
                </c:pt>
                <c:pt idx="74">
                  <c:v>18.27</c:v>
                </c:pt>
                <c:pt idx="75">
                  <c:v>18.83</c:v>
                </c:pt>
                <c:pt idx="76">
                  <c:v>18.11</c:v>
                </c:pt>
                <c:pt idx="77">
                  <c:v>18.8</c:v>
                </c:pt>
                <c:pt idx="78">
                  <c:v>20.11</c:v>
                </c:pt>
                <c:pt idx="79">
                  <c:v>21.91</c:v>
                </c:pt>
                <c:pt idx="80">
                  <c:v>22.56</c:v>
                </c:pt>
                <c:pt idx="81">
                  <c:v>22.27</c:v>
                </c:pt>
                <c:pt idx="82">
                  <c:v>21.24</c:v>
                </c:pt>
                <c:pt idx="83">
                  <c:v>21.66</c:v>
                </c:pt>
                <c:pt idx="84">
                  <c:v>20.95</c:v>
                </c:pt>
                <c:pt idx="85">
                  <c:v>21.05</c:v>
                </c:pt>
                <c:pt idx="86">
                  <c:v>21.98</c:v>
                </c:pt>
                <c:pt idx="87">
                  <c:v>25.57</c:v>
                </c:pt>
                <c:pt idx="88">
                  <c:v>25.06</c:v>
                </c:pt>
                <c:pt idx="89">
                  <c:v>24.41</c:v>
                </c:pt>
                <c:pt idx="90">
                  <c:v>24.92</c:v>
                </c:pt>
                <c:pt idx="91">
                  <c:v>27.0</c:v>
                </c:pt>
                <c:pt idx="92">
                  <c:v>25.61</c:v>
                </c:pt>
                <c:pt idx="93">
                  <c:v>24.7</c:v>
                </c:pt>
                <c:pt idx="94">
                  <c:v>22.52</c:v>
                </c:pt>
                <c:pt idx="95">
                  <c:v>22.97</c:v>
                </c:pt>
                <c:pt idx="96">
                  <c:v>21.94</c:v>
                </c:pt>
                <c:pt idx="97">
                  <c:v>22.0</c:v>
                </c:pt>
                <c:pt idx="98">
                  <c:v>22.87</c:v>
                </c:pt>
                <c:pt idx="99">
                  <c:v>22.39</c:v>
                </c:pt>
                <c:pt idx="100">
                  <c:v>22.14</c:v>
                </c:pt>
                <c:pt idx="101">
                  <c:v>23.97</c:v>
                </c:pt>
                <c:pt idx="102">
                  <c:v>23.89</c:v>
                </c:pt>
                <c:pt idx="103">
                  <c:v>23.58</c:v>
                </c:pt>
                <c:pt idx="104">
                  <c:v>31.95</c:v>
                </c:pt>
                <c:pt idx="105">
                  <c:v>32.1</c:v>
                </c:pt>
                <c:pt idx="106">
                  <c:v>31.97</c:v>
                </c:pt>
                <c:pt idx="107">
                  <c:v>32.18</c:v>
                </c:pt>
                <c:pt idx="108">
                  <c:v>31.97</c:v>
                </c:pt>
                <c:pt idx="109">
                  <c:v>31.94</c:v>
                </c:pt>
                <c:pt idx="110">
                  <c:v>31.93</c:v>
                </c:pt>
                <c:pt idx="111">
                  <c:v>31.98</c:v>
                </c:pt>
                <c:pt idx="112">
                  <c:v>31.96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8">
                  <c:v>3.5</c:v>
                </c:pt>
                <c:pt idx="42">
                  <c:v>6.18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04">
                  <c:v>31.95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SANTARUS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SNTS  ·  acquired by Salix Pharmaceuticals,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07, 2013   ·   Closed Jan 02, 2014   ·   Status: completed   ·   Pre-ann. volume 0.75×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SANTARUS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SANTARUS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5663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223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29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397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04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38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298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369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531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46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527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610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7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519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934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0177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75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499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CEO Carolyn Logan sends indication of interest to…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retains Stifel as financial advisor due to…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Jefferies, on behalf of Salix, contacts Santarus Chairman…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submits non-binding written indication of interest to…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board forms a special committee (Burgess, Hale…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and Salix (via Intermediary) enter into a…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submits updated indication of interest at $30.00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increases offer to $32.00 per share in cash.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board instructs Stifel to counter-propose $33.00…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counters with $33.00 per share cash as 'best and…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board authorizes Stifel to contact 15 other…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lowers offer to $31.00 cash (or $30.00 + $3.00 CVR)…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provides final offer of $32.00 per share cash…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Santarus board unanimously approves the Merger Agreement at…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transaction publicly…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76.4% of shares tendered.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Santarus becomes an indirect wholly owned…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SANTARUS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2012-01-13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($3.5→$4.54)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2012-09-07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($6.18→$7.48)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SANTARUS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2013-11-07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Santarus and Salix Pharmaceuticals Announce $2.6 Billion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