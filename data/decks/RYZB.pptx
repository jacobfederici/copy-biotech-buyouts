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Sep '23</c:v>
                </c:pt>
                <c:pt idx="1">
                  <c:v/>
                </c:pt>
                <c:pt idx="2">
                  <c:v>Sep '23</c:v>
                </c:pt>
                <c:pt idx="3">
                  <c:v/>
                </c:pt>
                <c:pt idx="4">
                  <c:v>Oct '23</c:v>
                </c:pt>
                <c:pt idx="5">
                  <c:v/>
                </c:pt>
                <c:pt idx="6">
                  <c:v>Oct '23</c:v>
                </c:pt>
                <c:pt idx="7">
                  <c:v/>
                </c:pt>
                <c:pt idx="8">
                  <c:v>Nov '23</c:v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>Dec '23</c:v>
                </c:pt>
                <c:pt idx="13">
                  <c:v/>
                </c:pt>
                <c:pt idx="14">
                  <c:v>Dec '23</c:v>
                </c:pt>
                <c:pt idx="15">
                  <c:v/>
                </c:pt>
                <c:pt idx="16">
                  <c:v>Jan '24</c:v>
                </c:pt>
                <c:pt idx="17">
                  <c:v/>
                </c:pt>
                <c:pt idx="18">
                  <c:v>Jan '24</c:v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>Feb '24</c:v>
                </c:pt>
                <c:pt idx="23">
                  <c:v/>
                </c:pt>
                <c:pt idx="24">
                  <c:v>Mar '24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24.0</c:v>
                </c:pt>
                <c:pt idx="1">
                  <c:v>19.62</c:v>
                </c:pt>
                <c:pt idx="2">
                  <c:v>22.2</c:v>
                </c:pt>
                <c:pt idx="3">
                  <c:v>20.59</c:v>
                </c:pt>
                <c:pt idx="4">
                  <c:v>21.46</c:v>
                </c:pt>
                <c:pt idx="5">
                  <c:v>19.97</c:v>
                </c:pt>
                <c:pt idx="6">
                  <c:v>18.42</c:v>
                </c:pt>
                <c:pt idx="7">
                  <c:v>22.35</c:v>
                </c:pt>
                <c:pt idx="8">
                  <c:v>20.24</c:v>
                </c:pt>
                <c:pt idx="9">
                  <c:v>22.72</c:v>
                </c:pt>
                <c:pt idx="10">
                  <c:v>22.91</c:v>
                </c:pt>
                <c:pt idx="11">
                  <c:v>23.89</c:v>
                </c:pt>
                <c:pt idx="12">
                  <c:v>25.4</c:v>
                </c:pt>
                <c:pt idx="13">
                  <c:v>26.39</c:v>
                </c:pt>
                <c:pt idx="14">
                  <c:v>30.57</c:v>
                </c:pt>
                <c:pt idx="15">
                  <c:v>62.17</c:v>
                </c:pt>
                <c:pt idx="16">
                  <c:v>61.98</c:v>
                </c:pt>
                <c:pt idx="17">
                  <c:v>61.95</c:v>
                </c:pt>
                <c:pt idx="18">
                  <c:v>61.91</c:v>
                </c:pt>
                <c:pt idx="19">
                  <c:v>62.08</c:v>
                </c:pt>
                <c:pt idx="20">
                  <c:v>62.12</c:v>
                </c:pt>
                <c:pt idx="21">
                  <c:v>62.32</c:v>
                </c:pt>
                <c:pt idx="22">
                  <c:v>62.43</c:v>
                </c:pt>
                <c:pt idx="23">
                  <c:v>62.49</c:v>
                </c:pt>
                <c:pt idx="24">
                  <c:v>62.49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Sheet1!$A$2:$A$26</c:f>
              <c:strCache>
                <c:ptCount val="25"/>
                <c:pt idx="0">
                  <c:v>Sep '23</c:v>
                </c:pt>
                <c:pt idx="1">
                  <c:v/>
                </c:pt>
                <c:pt idx="2">
                  <c:v>Sep '23</c:v>
                </c:pt>
                <c:pt idx="3">
                  <c:v/>
                </c:pt>
                <c:pt idx="4">
                  <c:v>Oct '23</c:v>
                </c:pt>
                <c:pt idx="5">
                  <c:v/>
                </c:pt>
                <c:pt idx="6">
                  <c:v>Oct '23</c:v>
                </c:pt>
                <c:pt idx="7">
                  <c:v/>
                </c:pt>
                <c:pt idx="8">
                  <c:v>Nov '23</c:v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>Dec '23</c:v>
                </c:pt>
                <c:pt idx="13">
                  <c:v/>
                </c:pt>
                <c:pt idx="14">
                  <c:v>Dec '23</c:v>
                </c:pt>
                <c:pt idx="15">
                  <c:v/>
                </c:pt>
                <c:pt idx="16">
                  <c:v>Jan '24</c:v>
                </c:pt>
                <c:pt idx="17">
                  <c:v/>
                </c:pt>
                <c:pt idx="18">
                  <c:v>Jan '24</c:v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>Feb '24</c:v>
                </c:pt>
                <c:pt idx="23">
                  <c:v/>
                </c:pt>
                <c:pt idx="24">
                  <c:v>Mar '24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6">
                  <c:v>18.42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Sheet1!$A$2:$A$26</c:f>
              <c:strCache>
                <c:ptCount val="25"/>
                <c:pt idx="0">
                  <c:v>Sep '23</c:v>
                </c:pt>
                <c:pt idx="1">
                  <c:v/>
                </c:pt>
                <c:pt idx="2">
                  <c:v>Sep '23</c:v>
                </c:pt>
                <c:pt idx="3">
                  <c:v/>
                </c:pt>
                <c:pt idx="4">
                  <c:v>Oct '23</c:v>
                </c:pt>
                <c:pt idx="5">
                  <c:v/>
                </c:pt>
                <c:pt idx="6">
                  <c:v>Oct '23</c:v>
                </c:pt>
                <c:pt idx="7">
                  <c:v/>
                </c:pt>
                <c:pt idx="8">
                  <c:v>Nov '23</c:v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>Dec '23</c:v>
                </c:pt>
                <c:pt idx="13">
                  <c:v/>
                </c:pt>
                <c:pt idx="14">
                  <c:v>Dec '23</c:v>
                </c:pt>
                <c:pt idx="15">
                  <c:v/>
                </c:pt>
                <c:pt idx="16">
                  <c:v>Jan '24</c:v>
                </c:pt>
                <c:pt idx="17">
                  <c:v/>
                </c:pt>
                <c:pt idx="18">
                  <c:v>Jan '24</c:v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>Feb '24</c:v>
                </c:pt>
                <c:pt idx="23">
                  <c:v/>
                </c:pt>
                <c:pt idx="24">
                  <c:v>Mar '24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15">
                  <c:v>62.17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RayzeBio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RYZB  ·  acquired by Bristol-Myers Squibb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26, 2023   ·   Closed Feb 26, 2024   ·   Status: completed   ·   Pre-ann. volume 2.75×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RayzeBio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RayzeBio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9783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8343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40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42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71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85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543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486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458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4296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76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779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Chris Boerner (CEO of BMS) meets with Ken Song (CEO of…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a preliminary non-binding term sheet for 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pivots from partnership to acquisition, proposing…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RayzeBio Board forms a Transaction Committee and authorizes…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Process letters sent to BMS, Party A, and Party B…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bids $48.00; Party A bids $41.00 + $4.00 CVR; Party B…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24,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submits a final 'time-sensitive' offer of $62.50 per…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25,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RayzeBio Board unanimously approves the Merger Agreement…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26,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formally commences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RayzeBio becomes a wholly owned…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RayzeBio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($18.42→$22.35)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RayzeBio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selects RayzeBio to Participate in the Inaugural CDRP Program to Expedite Commercial Manufacturing…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selects RayzeBio to Participate in the Inaugural CDRP Program to Expedite Commercial Manufacturing…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RayzeBio Reports Third Quarter 2023 Financial Results and Provides Corporate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RayzeBio Reports Third Quarter 2023 Financial Results and Provides Corporate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