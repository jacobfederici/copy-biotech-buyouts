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Aug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7.95</c:v>
                </c:pt>
                <c:pt idx="1">
                  <c:v>7.37</c:v>
                </c:pt>
                <c:pt idx="2">
                  <c:v>7.94</c:v>
                </c:pt>
                <c:pt idx="3">
                  <c:v>9.0</c:v>
                </c:pt>
                <c:pt idx="4">
                  <c:v>9.97</c:v>
                </c:pt>
                <c:pt idx="5">
                  <c:v>8.96</c:v>
                </c:pt>
                <c:pt idx="6">
                  <c:v>9.07</c:v>
                </c:pt>
                <c:pt idx="7">
                  <c:v>7.93</c:v>
                </c:pt>
                <c:pt idx="8">
                  <c:v>9.25</c:v>
                </c:pt>
                <c:pt idx="9">
                  <c:v>8.13</c:v>
                </c:pt>
                <c:pt idx="10">
                  <c:v>7.85</c:v>
                </c:pt>
                <c:pt idx="11">
                  <c:v>9.42</c:v>
                </c:pt>
                <c:pt idx="12">
                  <c:v>8.94</c:v>
                </c:pt>
                <c:pt idx="13">
                  <c:v>9.36</c:v>
                </c:pt>
                <c:pt idx="14">
                  <c:v>9.16</c:v>
                </c:pt>
                <c:pt idx="15">
                  <c:v>8.83</c:v>
                </c:pt>
                <c:pt idx="16">
                  <c:v>9.67</c:v>
                </c:pt>
                <c:pt idx="17">
                  <c:v>10.01</c:v>
                </c:pt>
                <c:pt idx="18">
                  <c:v>9.53</c:v>
                </c:pt>
                <c:pt idx="19">
                  <c:v>10.29</c:v>
                </c:pt>
                <c:pt idx="20">
                  <c:v>10.22</c:v>
                </c:pt>
                <c:pt idx="21">
                  <c:v>9.95</c:v>
                </c:pt>
                <c:pt idx="22">
                  <c:v>9.92</c:v>
                </c:pt>
                <c:pt idx="23">
                  <c:v>9.91</c:v>
                </c:pt>
                <c:pt idx="24">
                  <c:v>9.75</c:v>
                </c:pt>
                <c:pt idx="25">
                  <c:v>9.16</c:v>
                </c:pt>
                <c:pt idx="26">
                  <c:v>8.86</c:v>
                </c:pt>
                <c:pt idx="27">
                  <c:v>9.21</c:v>
                </c:pt>
                <c:pt idx="28">
                  <c:v>9.44</c:v>
                </c:pt>
                <c:pt idx="29">
                  <c:v>9.07</c:v>
                </c:pt>
                <c:pt idx="30">
                  <c:v>9.61</c:v>
                </c:pt>
                <c:pt idx="31">
                  <c:v>9.05</c:v>
                </c:pt>
                <c:pt idx="32">
                  <c:v>8.92</c:v>
                </c:pt>
                <c:pt idx="33">
                  <c:v>9.61</c:v>
                </c:pt>
                <c:pt idx="34">
                  <c:v>9.21</c:v>
                </c:pt>
                <c:pt idx="35">
                  <c:v>9.1</c:v>
                </c:pt>
                <c:pt idx="36">
                  <c:v>9.27</c:v>
                </c:pt>
                <c:pt idx="37">
                  <c:v>9.7</c:v>
                </c:pt>
                <c:pt idx="38">
                  <c:v>9.99</c:v>
                </c:pt>
                <c:pt idx="39">
                  <c:v>9.58</c:v>
                </c:pt>
                <c:pt idx="40">
                  <c:v>9.88</c:v>
                </c:pt>
                <c:pt idx="41">
                  <c:v>9.92</c:v>
                </c:pt>
                <c:pt idx="42">
                  <c:v>9.71</c:v>
                </c:pt>
                <c:pt idx="43">
                  <c:v>9.63</c:v>
                </c:pt>
                <c:pt idx="44">
                  <c:v>9.62</c:v>
                </c:pt>
                <c:pt idx="45">
                  <c:v>10.0</c:v>
                </c:pt>
                <c:pt idx="46">
                  <c:v>12.45</c:v>
                </c:pt>
                <c:pt idx="47">
                  <c:v>12.79</c:v>
                </c:pt>
                <c:pt idx="48">
                  <c:v>14.83</c:v>
                </c:pt>
                <c:pt idx="49">
                  <c:v>15.66</c:v>
                </c:pt>
                <c:pt idx="50">
                  <c:v>14.97</c:v>
                </c:pt>
                <c:pt idx="51">
                  <c:v>14.34</c:v>
                </c:pt>
                <c:pt idx="52">
                  <c:v>14.45</c:v>
                </c:pt>
                <c:pt idx="53">
                  <c:v>14.29</c:v>
                </c:pt>
                <c:pt idx="54">
                  <c:v>14.75</c:v>
                </c:pt>
                <c:pt idx="55">
                  <c:v>15.25</c:v>
                </c:pt>
                <c:pt idx="56">
                  <c:v>15.09</c:v>
                </c:pt>
                <c:pt idx="57">
                  <c:v>15.22</c:v>
                </c:pt>
                <c:pt idx="58">
                  <c:v>15.56</c:v>
                </c:pt>
                <c:pt idx="59">
                  <c:v>14.01</c:v>
                </c:pt>
                <c:pt idx="60">
                  <c:v>14.21</c:v>
                </c:pt>
                <c:pt idx="61">
                  <c:v>14.19</c:v>
                </c:pt>
                <c:pt idx="62">
                  <c:v>14.48</c:v>
                </c:pt>
                <c:pt idx="63">
                  <c:v>12.65</c:v>
                </c:pt>
                <c:pt idx="64">
                  <c:v>12.8</c:v>
                </c:pt>
                <c:pt idx="65">
                  <c:v>12.96</c:v>
                </c:pt>
                <c:pt idx="66">
                  <c:v>13.83</c:v>
                </c:pt>
                <c:pt idx="67">
                  <c:v>13.73</c:v>
                </c:pt>
                <c:pt idx="68">
                  <c:v>13.93</c:v>
                </c:pt>
                <c:pt idx="69">
                  <c:v>14.16</c:v>
                </c:pt>
                <c:pt idx="70">
                  <c:v>14.97</c:v>
                </c:pt>
                <c:pt idx="71">
                  <c:v>15.0</c:v>
                </c:pt>
                <c:pt idx="72">
                  <c:v>17.88</c:v>
                </c:pt>
                <c:pt idx="73">
                  <c:v>17.92</c:v>
                </c:pt>
                <c:pt idx="74">
                  <c:v>16.85</c:v>
                </c:pt>
                <c:pt idx="75">
                  <c:v>13.35</c:v>
                </c:pt>
                <c:pt idx="76">
                  <c:v>12.13</c:v>
                </c:pt>
                <c:pt idx="77">
                  <c:v>13.54</c:v>
                </c:pt>
                <c:pt idx="78">
                  <c:v>13.77</c:v>
                </c:pt>
                <c:pt idx="79">
                  <c:v>30.04</c:v>
                </c:pt>
                <c:pt idx="80">
                  <c:v>33.87</c:v>
                </c:pt>
                <c:pt idx="81">
                  <c:v>32.09</c:v>
                </c:pt>
                <c:pt idx="82">
                  <c:v>34.6</c:v>
                </c:pt>
                <c:pt idx="83">
                  <c:v>32.0</c:v>
                </c:pt>
                <c:pt idx="84">
                  <c:v>30.6</c:v>
                </c:pt>
                <c:pt idx="85">
                  <c:v>28.16</c:v>
                </c:pt>
                <c:pt idx="86">
                  <c:v>28.29</c:v>
                </c:pt>
                <c:pt idx="87">
                  <c:v>29.67</c:v>
                </c:pt>
                <c:pt idx="88">
                  <c:v>32.81</c:v>
                </c:pt>
                <c:pt idx="89">
                  <c:v>36.07</c:v>
                </c:pt>
                <c:pt idx="90">
                  <c:v>34.31</c:v>
                </c:pt>
                <c:pt idx="91">
                  <c:v>39.98</c:v>
                </c:pt>
                <c:pt idx="92">
                  <c:v>39.62</c:v>
                </c:pt>
                <c:pt idx="93">
                  <c:v>41.14</c:v>
                </c:pt>
                <c:pt idx="94">
                  <c:v>44.46</c:v>
                </c:pt>
                <c:pt idx="95">
                  <c:v>45.24</c:v>
                </c:pt>
                <c:pt idx="96">
                  <c:v>44.0</c:v>
                </c:pt>
                <c:pt idx="97">
                  <c:v>44.44</c:v>
                </c:pt>
                <c:pt idx="98">
                  <c:v>42.83</c:v>
                </c:pt>
                <c:pt idx="99">
                  <c:v>41.7</c:v>
                </c:pt>
                <c:pt idx="100">
                  <c:v>45.5</c:v>
                </c:pt>
                <c:pt idx="101">
                  <c:v>44.07</c:v>
                </c:pt>
                <c:pt idx="102">
                  <c:v>43.08</c:v>
                </c:pt>
                <c:pt idx="103">
                  <c:v>51.4</c:v>
                </c:pt>
                <c:pt idx="104">
                  <c:v>53.8</c:v>
                </c:pt>
                <c:pt idx="105">
                  <c:v>73.45</c:v>
                </c:pt>
                <c:pt idx="106">
                  <c:v>73.49</c:v>
                </c:pt>
                <c:pt idx="107">
                  <c:v>73.78</c:v>
                </c:pt>
                <c:pt idx="108">
                  <c:v>73.85</c:v>
                </c:pt>
                <c:pt idx="109">
                  <c:v>73.89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Aug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45">
                  <c:v>10.0</c:v>
                </c:pt>
                <c:pt idx="74">
                  <c:v>16.85</c:v>
                </c:pt>
                <c:pt idx="78">
                  <c:v>13.77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Aug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5">
                  <c:v>73.45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INTERMUNE,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ITMN  ·  acquired by Roche Holding Ltd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24, 2014   ·   Closed Sep 29, 2014   ·   Status: completed   ·   Pre-ann. volume 1.45×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INTERMUNE,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INTERMUNE,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8923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7483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742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195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915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275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356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263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436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3437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6106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3055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Sep 2014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InterMune reports positive top-line data from Phase 3…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25, 2014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CEO Severin Schwan meets with InterMune CEO Daniel…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26, 2014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submits formal offer letter at $70.00 per share in…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submits a competing proposal at $57.00 per share…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04, 2014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InterMune CEO Welch informs Roche that $70.00 is…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13, 2014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rumors of a potential transaction cause InterMune…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increases offer to $74.00 per share in cash.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22, 2014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InterMune Board unanimously approves the Merger Agreement…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26, 2014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accepts shares for payment and completes the merger…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INTERMUNE,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2014-02-28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+118%  ($13.77→$30.04)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2013-07-12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($10→$12.45)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2014-01-31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($16.85→$13.35)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205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INTERMUNE,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