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59.0</c:v>
                </c:pt>
                <c:pt idx="1">
                  <c:v>68.5</c:v>
                </c:pt>
                <c:pt idx="2">
                  <c:v>59.5</c:v>
                </c:pt>
                <c:pt idx="3">
                  <c:v>60.0</c:v>
                </c:pt>
                <c:pt idx="4">
                  <c:v>69.5</c:v>
                </c:pt>
                <c:pt idx="5">
                  <c:v>75.0</c:v>
                </c:pt>
                <c:pt idx="6">
                  <c:v>91.0</c:v>
                </c:pt>
                <c:pt idx="7">
                  <c:v>104.0</c:v>
                </c:pt>
                <c:pt idx="8">
                  <c:v>92.5</c:v>
                </c:pt>
                <c:pt idx="9">
                  <c:v>83.5</c:v>
                </c:pt>
                <c:pt idx="10">
                  <c:v>83.5</c:v>
                </c:pt>
                <c:pt idx="11">
                  <c:v>77.5</c:v>
                </c:pt>
                <c:pt idx="12">
                  <c:v>74.5</c:v>
                </c:pt>
                <c:pt idx="13">
                  <c:v>70.5</c:v>
                </c:pt>
                <c:pt idx="14">
                  <c:v>67.5</c:v>
                </c:pt>
                <c:pt idx="15">
                  <c:v>72.5</c:v>
                </c:pt>
                <c:pt idx="16">
                  <c:v>70.5</c:v>
                </c:pt>
                <c:pt idx="17">
                  <c:v>79.5</c:v>
                </c:pt>
                <c:pt idx="18">
                  <c:v>82.5</c:v>
                </c:pt>
                <c:pt idx="19">
                  <c:v>82.0</c:v>
                </c:pt>
                <c:pt idx="20">
                  <c:v>74.0</c:v>
                </c:pt>
                <c:pt idx="21">
                  <c:v>61.0</c:v>
                </c:pt>
                <c:pt idx="22">
                  <c:v>61.0</c:v>
                </c:pt>
                <c:pt idx="23">
                  <c:v>61.5</c:v>
                </c:pt>
                <c:pt idx="24">
                  <c:v>63.5</c:v>
                </c:pt>
                <c:pt idx="25">
                  <c:v>68.5</c:v>
                </c:pt>
                <c:pt idx="26">
                  <c:v>66.0</c:v>
                </c:pt>
                <c:pt idx="27">
                  <c:v>60.0</c:v>
                </c:pt>
                <c:pt idx="28">
                  <c:v>61.0</c:v>
                </c:pt>
                <c:pt idx="29">
                  <c:v>59.5</c:v>
                </c:pt>
                <c:pt idx="30">
                  <c:v>60.5</c:v>
                </c:pt>
                <c:pt idx="31">
                  <c:v>66.5</c:v>
                </c:pt>
                <c:pt idx="32">
                  <c:v>69.0</c:v>
                </c:pt>
                <c:pt idx="33">
                  <c:v>75.0</c:v>
                </c:pt>
                <c:pt idx="34">
                  <c:v>82.5</c:v>
                </c:pt>
                <c:pt idx="35">
                  <c:v>95.0</c:v>
                </c:pt>
                <c:pt idx="36">
                  <c:v>95.5</c:v>
                </c:pt>
                <c:pt idx="37">
                  <c:v>88.5</c:v>
                </c:pt>
                <c:pt idx="38">
                  <c:v>76.0</c:v>
                </c:pt>
                <c:pt idx="39">
                  <c:v>68.5</c:v>
                </c:pt>
                <c:pt idx="40">
                  <c:v>79.5</c:v>
                </c:pt>
                <c:pt idx="41">
                  <c:v>77.0</c:v>
                </c:pt>
                <c:pt idx="42">
                  <c:v>69.0</c:v>
                </c:pt>
                <c:pt idx="43">
                  <c:v>69.5</c:v>
                </c:pt>
                <c:pt idx="44">
                  <c:v>66.0</c:v>
                </c:pt>
                <c:pt idx="45">
                  <c:v>59.5</c:v>
                </c:pt>
                <c:pt idx="46">
                  <c:v>58.5</c:v>
                </c:pt>
                <c:pt idx="47">
                  <c:v>60.5</c:v>
                </c:pt>
                <c:pt idx="48">
                  <c:v>54.5</c:v>
                </c:pt>
                <c:pt idx="49">
                  <c:v>52.5</c:v>
                </c:pt>
                <c:pt idx="50">
                  <c:v>61.5</c:v>
                </c:pt>
                <c:pt idx="51">
                  <c:v>60.5</c:v>
                </c:pt>
                <c:pt idx="52">
                  <c:v>60.5</c:v>
                </c:pt>
                <c:pt idx="53">
                  <c:v>66.0</c:v>
                </c:pt>
                <c:pt idx="54">
                  <c:v>60.0</c:v>
                </c:pt>
                <c:pt idx="55">
                  <c:v>60.0</c:v>
                </c:pt>
                <c:pt idx="56">
                  <c:v>56.0</c:v>
                </c:pt>
                <c:pt idx="57">
                  <c:v>56.0</c:v>
                </c:pt>
                <c:pt idx="58">
                  <c:v>50.0</c:v>
                </c:pt>
                <c:pt idx="59">
                  <c:v>52.0</c:v>
                </c:pt>
                <c:pt idx="60">
                  <c:v>50.0</c:v>
                </c:pt>
                <c:pt idx="61">
                  <c:v>47.5</c:v>
                </c:pt>
                <c:pt idx="62">
                  <c:v>43.0</c:v>
                </c:pt>
                <c:pt idx="63">
                  <c:v>38.0</c:v>
                </c:pt>
                <c:pt idx="64">
                  <c:v>40.5</c:v>
                </c:pt>
                <c:pt idx="65">
                  <c:v>40.0</c:v>
                </c:pt>
                <c:pt idx="66">
                  <c:v>38.5</c:v>
                </c:pt>
                <c:pt idx="67">
                  <c:v>35.0</c:v>
                </c:pt>
                <c:pt idx="68">
                  <c:v>36.0</c:v>
                </c:pt>
                <c:pt idx="69">
                  <c:v>37.0</c:v>
                </c:pt>
                <c:pt idx="70">
                  <c:v>34.5</c:v>
                </c:pt>
                <c:pt idx="71">
                  <c:v>36.0</c:v>
                </c:pt>
                <c:pt idx="72">
                  <c:v>38.5</c:v>
                </c:pt>
                <c:pt idx="73">
                  <c:v>36.5</c:v>
                </c:pt>
                <c:pt idx="74">
                  <c:v>38.0</c:v>
                </c:pt>
                <c:pt idx="75">
                  <c:v>31.5</c:v>
                </c:pt>
                <c:pt idx="76">
                  <c:v>28.5</c:v>
                </c:pt>
                <c:pt idx="77">
                  <c:v>29.0</c:v>
                </c:pt>
                <c:pt idx="78">
                  <c:v>23.0</c:v>
                </c:pt>
                <c:pt idx="79">
                  <c:v>22.5</c:v>
                </c:pt>
                <c:pt idx="80">
                  <c:v>21.0</c:v>
                </c:pt>
                <c:pt idx="81">
                  <c:v>20.5</c:v>
                </c:pt>
                <c:pt idx="82">
                  <c:v>18.0</c:v>
                </c:pt>
                <c:pt idx="83">
                  <c:v>19.0</c:v>
                </c:pt>
                <c:pt idx="84">
                  <c:v>17.5</c:v>
                </c:pt>
                <c:pt idx="85">
                  <c:v>15.5</c:v>
                </c:pt>
                <c:pt idx="86">
                  <c:v>14.0</c:v>
                </c:pt>
                <c:pt idx="87">
                  <c:v>13.5</c:v>
                </c:pt>
                <c:pt idx="88">
                  <c:v>12.5</c:v>
                </c:pt>
                <c:pt idx="89">
                  <c:v>12.0</c:v>
                </c:pt>
                <c:pt idx="90">
                  <c:v>11.0</c:v>
                </c:pt>
                <c:pt idx="91">
                  <c:v>10.5</c:v>
                </c:pt>
                <c:pt idx="92">
                  <c:v>14.5</c:v>
                </c:pt>
                <c:pt idx="93">
                  <c:v>20.5</c:v>
                </c:pt>
                <c:pt idx="94">
                  <c:v>20.0</c:v>
                </c:pt>
                <c:pt idx="95">
                  <c:v>19.0</c:v>
                </c:pt>
                <c:pt idx="96">
                  <c:v>16.5</c:v>
                </c:pt>
                <c:pt idx="97">
                  <c:v>14.5</c:v>
                </c:pt>
                <c:pt idx="98">
                  <c:v>11.0</c:v>
                </c:pt>
                <c:pt idx="99">
                  <c:v>10.0</c:v>
                </c:pt>
                <c:pt idx="100">
                  <c:v>7.5</c:v>
                </c:pt>
                <c:pt idx="101">
                  <c:v>3.07</c:v>
                </c:pt>
                <c:pt idx="102">
                  <c:v>3.1</c:v>
                </c:pt>
                <c:pt idx="103">
                  <c:v>2.14</c:v>
                </c:pt>
                <c:pt idx="104">
                  <c:v>9.93</c:v>
                </c:pt>
                <c:pt idx="105">
                  <c:v>9.95</c:v>
                </c:pt>
                <c:pt idx="106">
                  <c:v>9.88</c:v>
                </c:pt>
                <c:pt idx="107">
                  <c:v>9.9</c:v>
                </c:pt>
                <c:pt idx="108">
                  <c:v>9.96</c:v>
                </c:pt>
                <c:pt idx="109">
                  <c:v>9.48</c:v>
                </c:pt>
                <c:pt idx="110">
                  <c:v>5.94</c:v>
                </c:pt>
                <c:pt idx="111">
                  <c:v>5.57</c:v>
                </c:pt>
                <c:pt idx="112">
                  <c:v>6.23</c:v>
                </c:pt>
                <c:pt idx="113">
                  <c:v>9.29</c:v>
                </c:pt>
                <c:pt idx="114">
                  <c:v>9.21</c:v>
                </c:pt>
                <c:pt idx="115">
                  <c:v>9.99</c:v>
                </c:pt>
                <c:pt idx="116">
                  <c:v>9.13</c:v>
                </c:pt>
                <c:pt idx="117">
                  <c:v>9.76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77">
                  <c:v>29.0</c:v>
                </c:pt>
                <c:pt idx="91">
                  <c:v>10.5</c:v>
                </c:pt>
                <c:pt idx="92">
                  <c:v>14.5</c:v>
                </c:pt>
                <c:pt idx="99">
                  <c:v>10.0</c:v>
                </c:pt>
                <c:pt idx="100">
                  <c:v>7.5</c:v>
                </c:pt>
                <c:pt idx="102">
                  <c:v>3.1</c:v>
                </c:pt>
                <c:pt idx="109">
                  <c:v>9.48</c:v>
                </c:pt>
                <c:pt idx="112">
                  <c:v>6.23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5">
                  <c:v>75.0</c:v>
                </c:pt>
                <c:pt idx="97">
                  <c:v>14.5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Sheet1!$E$2:$E$119</c:f>
              <c:numCache>
                <c:formatCode>General</c:formatCode>
                <c:ptCount val="118"/>
                <c:pt idx="104">
                  <c:v>9.93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TherapeuticsMD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TXMD  ·  acquired by EW Healthcare Partners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-1548519579%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31, 2022   ·   Closed n/a   ·   Status: terminated   ·   Pre-ann. volume 11.55×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TherapeuticsMD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TherapeuticsMD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3636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2196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078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958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600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10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815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422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064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EW Healthcare Partners first contacted by Greenhill…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EW submits initial non-binding indication of interest at…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EW revises offer to $16.50 cash plus CVRs due to…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EW reduces offer to $10.00 per share citing working capital…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TherapeuticsMD Board unanimously approves the Merger…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minimum condition not satisfied.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TherapeuticsMD delivers written termination notice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TherapeuticsMD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11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+1947%  ($0.15→$3.07)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($0.29→$0.41)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($0.21→$0.29)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($0.2→$0.15)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($0.29→$0.22)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2020-07-17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($1.5→$1.82)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683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($0.58→$0.46)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TherapeuticsMD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TherapeuticsMD Announces Third Quarter 2022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Boca pharma company will cut 212 employees after failed buyout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TherapeuticsMD Announces Full Year 2022 Financial Results and Provides Update on Business Model Transition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TherapeuticsMD Announces First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TherapeuticsMD Announces Second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TherapeuticsMD Announces Third Quarter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to remove “black box” warnings on hormone therapies for menopause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After-Hours Gainers: ALXO, GMED, ACRV, And Biotech Peers Rally On Trial Data And Earnings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Top Biotech Gainers: SNSE Awaits Data In 2H, STTK To Begin Crohn's Trial In Q3, ALMS On 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