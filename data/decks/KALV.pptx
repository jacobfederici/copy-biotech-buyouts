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May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'25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'26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12.13</c:v>
                </c:pt>
                <c:pt idx="1">
                  <c:v>12.08</c:v>
                </c:pt>
                <c:pt idx="2">
                  <c:v>11.92</c:v>
                </c:pt>
                <c:pt idx="3">
                  <c:v>11.3</c:v>
                </c:pt>
                <c:pt idx="4">
                  <c:v>11.67</c:v>
                </c:pt>
                <c:pt idx="5">
                  <c:v>11.68</c:v>
                </c:pt>
                <c:pt idx="6">
                  <c:v>12.07</c:v>
                </c:pt>
                <c:pt idx="7">
                  <c:v>11.74</c:v>
                </c:pt>
                <c:pt idx="8">
                  <c:v>11.78</c:v>
                </c:pt>
                <c:pt idx="9">
                  <c:v>11.79</c:v>
                </c:pt>
                <c:pt idx="10">
                  <c:v>13.04</c:v>
                </c:pt>
                <c:pt idx="11">
                  <c:v>14.55</c:v>
                </c:pt>
                <c:pt idx="12">
                  <c:v>14.79</c:v>
                </c:pt>
                <c:pt idx="13">
                  <c:v>13.17</c:v>
                </c:pt>
                <c:pt idx="14">
                  <c:v>12.9</c:v>
                </c:pt>
                <c:pt idx="15">
                  <c:v>12.0</c:v>
                </c:pt>
                <c:pt idx="16">
                  <c:v>12.63</c:v>
                </c:pt>
                <c:pt idx="17">
                  <c:v>13.39</c:v>
                </c:pt>
                <c:pt idx="18">
                  <c:v>12.34</c:v>
                </c:pt>
                <c:pt idx="19">
                  <c:v>11.14</c:v>
                </c:pt>
                <c:pt idx="20">
                  <c:v>10.49</c:v>
                </c:pt>
                <c:pt idx="21">
                  <c:v>12.34</c:v>
                </c:pt>
                <c:pt idx="22">
                  <c:v>11.36</c:v>
                </c:pt>
                <c:pt idx="23">
                  <c:v>11.63</c:v>
                </c:pt>
                <c:pt idx="24">
                  <c:v>12.5</c:v>
                </c:pt>
                <c:pt idx="25">
                  <c:v>11.68</c:v>
                </c:pt>
                <c:pt idx="26">
                  <c:v>10.61</c:v>
                </c:pt>
                <c:pt idx="27">
                  <c:v>11.41</c:v>
                </c:pt>
                <c:pt idx="28">
                  <c:v>9.49</c:v>
                </c:pt>
                <c:pt idx="29">
                  <c:v>10.15</c:v>
                </c:pt>
                <c:pt idx="30">
                  <c:v>10.06</c:v>
                </c:pt>
                <c:pt idx="31">
                  <c:v>9.81</c:v>
                </c:pt>
                <c:pt idx="32">
                  <c:v>8.69</c:v>
                </c:pt>
                <c:pt idx="33">
                  <c:v>8.36</c:v>
                </c:pt>
                <c:pt idx="34">
                  <c:v>8.53</c:v>
                </c:pt>
                <c:pt idx="35">
                  <c:v>9.03</c:v>
                </c:pt>
                <c:pt idx="36">
                  <c:v>7.85</c:v>
                </c:pt>
                <c:pt idx="37">
                  <c:v>8.3</c:v>
                </c:pt>
                <c:pt idx="38">
                  <c:v>8.61</c:v>
                </c:pt>
                <c:pt idx="39">
                  <c:v>8.91</c:v>
                </c:pt>
                <c:pt idx="40">
                  <c:v>9.2</c:v>
                </c:pt>
                <c:pt idx="41">
                  <c:v>9.76</c:v>
                </c:pt>
                <c:pt idx="42">
                  <c:v>10.03</c:v>
                </c:pt>
                <c:pt idx="43">
                  <c:v>11.39</c:v>
                </c:pt>
                <c:pt idx="44">
                  <c:v>11.92</c:v>
                </c:pt>
                <c:pt idx="45">
                  <c:v>12.6</c:v>
                </c:pt>
                <c:pt idx="46">
                  <c:v>11.89</c:v>
                </c:pt>
                <c:pt idx="47">
                  <c:v>11.93</c:v>
                </c:pt>
                <c:pt idx="48">
                  <c:v>10.71</c:v>
                </c:pt>
                <c:pt idx="49">
                  <c:v>11.49</c:v>
                </c:pt>
                <c:pt idx="50">
                  <c:v>12.0</c:v>
                </c:pt>
                <c:pt idx="51">
                  <c:v>12.99</c:v>
                </c:pt>
                <c:pt idx="52">
                  <c:v>13.55</c:v>
                </c:pt>
                <c:pt idx="53">
                  <c:v>11.9</c:v>
                </c:pt>
                <c:pt idx="54">
                  <c:v>11.93</c:v>
                </c:pt>
                <c:pt idx="55">
                  <c:v>11.47</c:v>
                </c:pt>
                <c:pt idx="56">
                  <c:v>11.8</c:v>
                </c:pt>
                <c:pt idx="57">
                  <c:v>14.37</c:v>
                </c:pt>
                <c:pt idx="58">
                  <c:v>12.96</c:v>
                </c:pt>
                <c:pt idx="59">
                  <c:v>12.15</c:v>
                </c:pt>
                <c:pt idx="60">
                  <c:v>11.41</c:v>
                </c:pt>
                <c:pt idx="61">
                  <c:v>11.98</c:v>
                </c:pt>
                <c:pt idx="62">
                  <c:v>14.52</c:v>
                </c:pt>
                <c:pt idx="63">
                  <c:v>15.39</c:v>
                </c:pt>
                <c:pt idx="64">
                  <c:v>14.58</c:v>
                </c:pt>
                <c:pt idx="65">
                  <c:v>13.21</c:v>
                </c:pt>
                <c:pt idx="66">
                  <c:v>12.41</c:v>
                </c:pt>
                <c:pt idx="67">
                  <c:v>12.88</c:v>
                </c:pt>
                <c:pt idx="68">
                  <c:v>13.41</c:v>
                </c:pt>
                <c:pt idx="69">
                  <c:v>13.46</c:v>
                </c:pt>
                <c:pt idx="70">
                  <c:v>15.82</c:v>
                </c:pt>
                <c:pt idx="71">
                  <c:v>14.01</c:v>
                </c:pt>
                <c:pt idx="72">
                  <c:v>13.17</c:v>
                </c:pt>
                <c:pt idx="73">
                  <c:v>12.4</c:v>
                </c:pt>
                <c:pt idx="74">
                  <c:v>11.85</c:v>
                </c:pt>
                <c:pt idx="75">
                  <c:v>11.5</c:v>
                </c:pt>
                <c:pt idx="76">
                  <c:v>11.1</c:v>
                </c:pt>
                <c:pt idx="77">
                  <c:v>11.13</c:v>
                </c:pt>
                <c:pt idx="78">
                  <c:v>10.91</c:v>
                </c:pt>
                <c:pt idx="79">
                  <c:v>10.78</c:v>
                </c:pt>
                <c:pt idx="80">
                  <c:v>13.62</c:v>
                </c:pt>
                <c:pt idx="81">
                  <c:v>13.1</c:v>
                </c:pt>
                <c:pt idx="82">
                  <c:v>14.47</c:v>
                </c:pt>
                <c:pt idx="83">
                  <c:v>16.43</c:v>
                </c:pt>
                <c:pt idx="84">
                  <c:v>16.91</c:v>
                </c:pt>
                <c:pt idx="85">
                  <c:v>15.23</c:v>
                </c:pt>
                <c:pt idx="86">
                  <c:v>15.17</c:v>
                </c:pt>
                <c:pt idx="87">
                  <c:v>15.46</c:v>
                </c:pt>
                <c:pt idx="88">
                  <c:v>16.8</c:v>
                </c:pt>
                <c:pt idx="89">
                  <c:v>14.6</c:v>
                </c:pt>
                <c:pt idx="90">
                  <c:v>16.02</c:v>
                </c:pt>
                <c:pt idx="91">
                  <c:v>15.61</c:v>
                </c:pt>
                <c:pt idx="92">
                  <c:v>14.9</c:v>
                </c:pt>
                <c:pt idx="93">
                  <c:v>14.91</c:v>
                </c:pt>
                <c:pt idx="94">
                  <c:v>15.83</c:v>
                </c:pt>
                <c:pt idx="95">
                  <c:v>16.28</c:v>
                </c:pt>
                <c:pt idx="96">
                  <c:v>16.23</c:v>
                </c:pt>
                <c:pt idx="97">
                  <c:v>16.94</c:v>
                </c:pt>
                <c:pt idx="98">
                  <c:v>17.0</c:v>
                </c:pt>
                <c:pt idx="99">
                  <c:v>19.33</c:v>
                </c:pt>
                <c:pt idx="100">
                  <c:v>19.9</c:v>
                </c:pt>
                <c:pt idx="101">
                  <c:v>19.39</c:v>
                </c:pt>
                <c:pt idx="102">
                  <c:v>20.48</c:v>
                </c:pt>
                <c:pt idx="103">
                  <c:v>19.63</c:v>
                </c:pt>
                <c:pt idx="104">
                  <c:v>26.65</c:v>
                </c:pt>
                <c:pt idx="105">
                  <c:v>26.73</c:v>
                </c:pt>
                <c:pt idx="106">
                  <c:v>26.73</c:v>
                </c:pt>
                <c:pt idx="107">
                  <c:v>26.79</c:v>
                </c:pt>
                <c:pt idx="108">
                  <c:v>26.87</c:v>
                </c:pt>
                <c:pt idx="109">
                  <c:v>26.95</c:v>
                </c:pt>
                <c:pt idx="110">
                  <c:v>27.0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May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'25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'26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56">
                  <c:v>11.8</c:v>
                </c:pt>
                <c:pt idx="61">
                  <c:v>11.98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May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'25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'26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79">
                  <c:v>10.78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May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'25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'26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4">
                  <c:v>26.65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KalVista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KALV  ·  acquired by Chiesi Farmaceutici S.p.A.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Apr 29, 2026   ·   Closed Jun 11, 2026   ·   Status: completed   ·   Pre-ann. volume 1.23×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KalVista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KalVista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022614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08214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176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157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297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797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339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7380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673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225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805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037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561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6775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13015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5497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Jun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16, 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Management meets with Party A at an investor conference.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13, 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KalVista announces positive Phase 3 KONFIDENT clinical…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17, 2024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initial proposal to acquire KalVista for…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03, 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'best and final' proposal of $23.00 per…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26, 2024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withdraws from the process after its board fails to…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07,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FDA approves EKTERLY (sebetralstat) for the treatment of…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13,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KalVista meets with Chiesi, Party B, and Party D at the JPM…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19,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Chiesi submits written proposal to acquire KalVista for…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13,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submits revised proposal of $23.00 per share.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18,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Chiesi submits revised proposal of $26.50 per share.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20,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and Party D withdraw from the sale process.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28,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Chiesi proposes $26.50 cash plus a $1.00 CVR; KalVista…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29,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publicly announced.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13,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10,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77.8% of shares tendered.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11,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KalVista becomes a wholly owned…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KalVista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3 unexplained pre-announcement move weeks (of 4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2025-11-14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($10.78→$13.62)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166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2025-06-06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($11.8→$14.37)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327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2025-07-11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($11.98→$14.52)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292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KalVista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2025-07-07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KalVista stock soars after FDA approves first oral HAE treatment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2025-07-07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Kalvista stock rises as Leerink raises price target on FDA approval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2025-07-07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US FDA approves KalVista Pharma's swelling disorder drug, shares rise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2025-07-07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US FDA approves KalVista's oral swelling disorder drug, shares rise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Ionis Pharma Wins FDA Nod For First RNA-Targeted Therapy For Rare Genetic Swelling Disorder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Stocks Rise Before the Open After Key U.S. Inflation Data was Released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Stocks Rise Before the Open With Key U.S. Inflation Data in Focus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Morning Movers: Kroger rises following second quarter results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TD Cowen Bullish on KalVista Pharmaceuticals, Inc. (KALV) Ahead of Q4 Results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