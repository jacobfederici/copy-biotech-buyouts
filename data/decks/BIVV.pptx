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Feb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Mar '17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May '17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Jul '17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Oct '17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Dec '17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Feb '18</c:v>
                </c:pt>
                <c:pt idx="56">
                  <c:v/>
                </c:pt>
                <c:pt idx="57">
                  <c:v/>
                </c:pt>
              </c:strCache>
            </c:strRef>
          </c:cat>
          <c:val>
            <c:numRef>
              <c:f>Sheet1!$B$2:$B$59</c:f>
              <c:numCache>
                <c:formatCode>General</c:formatCode>
                <c:ptCount val="58"/>
                <c:pt idx="0">
                  <c:v>44.38</c:v>
                </c:pt>
                <c:pt idx="1">
                  <c:v>43.42</c:v>
                </c:pt>
                <c:pt idx="2">
                  <c:v>47.45</c:v>
                </c:pt>
                <c:pt idx="3">
                  <c:v>50.96</c:v>
                </c:pt>
                <c:pt idx="4">
                  <c:v>52.51</c:v>
                </c:pt>
                <c:pt idx="5">
                  <c:v>52.99</c:v>
                </c:pt>
                <c:pt idx="6">
                  <c:v>49.37</c:v>
                </c:pt>
                <c:pt idx="7">
                  <c:v>50.3</c:v>
                </c:pt>
                <c:pt idx="8">
                  <c:v>54.46</c:v>
                </c:pt>
                <c:pt idx="9">
                  <c:v>56.88</c:v>
                </c:pt>
                <c:pt idx="10">
                  <c:v>56.83</c:v>
                </c:pt>
                <c:pt idx="11">
                  <c:v>57.18</c:v>
                </c:pt>
                <c:pt idx="12">
                  <c:v>58.81</c:v>
                </c:pt>
                <c:pt idx="13">
                  <c:v>56.22</c:v>
                </c:pt>
                <c:pt idx="14">
                  <c:v>55.08</c:v>
                </c:pt>
                <c:pt idx="15">
                  <c:v>54.86</c:v>
                </c:pt>
                <c:pt idx="16">
                  <c:v>56.73</c:v>
                </c:pt>
                <c:pt idx="17">
                  <c:v>58.12</c:v>
                </c:pt>
                <c:pt idx="18">
                  <c:v>56.98</c:v>
                </c:pt>
                <c:pt idx="19">
                  <c:v>58.23</c:v>
                </c:pt>
                <c:pt idx="20">
                  <c:v>62.57</c:v>
                </c:pt>
                <c:pt idx="21">
                  <c:v>60.17</c:v>
                </c:pt>
                <c:pt idx="22">
                  <c:v>60.31</c:v>
                </c:pt>
                <c:pt idx="23">
                  <c:v>60.61</c:v>
                </c:pt>
                <c:pt idx="24">
                  <c:v>63.22</c:v>
                </c:pt>
                <c:pt idx="25">
                  <c:v>62.53</c:v>
                </c:pt>
                <c:pt idx="26">
                  <c:v>58.75</c:v>
                </c:pt>
                <c:pt idx="27">
                  <c:v>58.08</c:v>
                </c:pt>
                <c:pt idx="28">
                  <c:v>55.05</c:v>
                </c:pt>
                <c:pt idx="29">
                  <c:v>55.61</c:v>
                </c:pt>
                <c:pt idx="30">
                  <c:v>55.96</c:v>
                </c:pt>
                <c:pt idx="31">
                  <c:v>57.08</c:v>
                </c:pt>
                <c:pt idx="32">
                  <c:v>55.18</c:v>
                </c:pt>
                <c:pt idx="33">
                  <c:v>56.61</c:v>
                </c:pt>
                <c:pt idx="34">
                  <c:v>57.07</c:v>
                </c:pt>
                <c:pt idx="35">
                  <c:v>58.93</c:v>
                </c:pt>
                <c:pt idx="36">
                  <c:v>58.66</c:v>
                </c:pt>
                <c:pt idx="37">
                  <c:v>60.22</c:v>
                </c:pt>
                <c:pt idx="38">
                  <c:v>55.84</c:v>
                </c:pt>
                <c:pt idx="39">
                  <c:v>54.01</c:v>
                </c:pt>
                <c:pt idx="40">
                  <c:v>53.66</c:v>
                </c:pt>
                <c:pt idx="41">
                  <c:v>56.11</c:v>
                </c:pt>
                <c:pt idx="42">
                  <c:v>50.57</c:v>
                </c:pt>
                <c:pt idx="43">
                  <c:v>49.36</c:v>
                </c:pt>
                <c:pt idx="44">
                  <c:v>51.47</c:v>
                </c:pt>
                <c:pt idx="45">
                  <c:v>53.21</c:v>
                </c:pt>
                <c:pt idx="46">
                  <c:v>54.04</c:v>
                </c:pt>
                <c:pt idx="47">
                  <c:v>53.92</c:v>
                </c:pt>
                <c:pt idx="48">
                  <c:v>55.8</c:v>
                </c:pt>
                <c:pt idx="49">
                  <c:v>63.75</c:v>
                </c:pt>
                <c:pt idx="50">
                  <c:v>64.11</c:v>
                </c:pt>
                <c:pt idx="51">
                  <c:v>103.03</c:v>
                </c:pt>
                <c:pt idx="52">
                  <c:v>103.99</c:v>
                </c:pt>
                <c:pt idx="53">
                  <c:v>103.05</c:v>
                </c:pt>
                <c:pt idx="54">
                  <c:v>103.61</c:v>
                </c:pt>
                <c:pt idx="55">
                  <c:v>104.74</c:v>
                </c:pt>
                <c:pt idx="56">
                  <c:v>104.73</c:v>
                </c:pt>
                <c:pt idx="57">
                  <c:v>104.98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Sheet1!$A$2:$A$59</c:f>
              <c:strCache>
                <c:ptCount val="58"/>
                <c:pt idx="0">
                  <c:v>Feb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Mar '17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May '17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Jul '17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Oct '17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Dec '17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Feb '18</c:v>
                </c:pt>
                <c:pt idx="56">
                  <c:v/>
                </c:pt>
                <c:pt idx="57">
                  <c:v/>
                </c:pt>
              </c:strCache>
            </c:strRef>
          </c:cat>
          <c:val>
            <c:numRef>
              <c:f>Sheet1!$C$2:$C$59</c:f>
              <c:numCache>
                <c:formatCode>General</c:formatCode>
                <c:ptCount val="58"/>
                <c:pt idx="51">
                  <c:v>103.03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Bioverativ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BIVV  ·  acquired by Sanofi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22, 2018   ·   Closed Mar 08, 2018   ·   Status: completed   ·   Pre-ann. volume 0.57×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Bioverativ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Bioverativ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8923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7483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91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553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326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031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570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648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52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814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177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981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3437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1471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030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Serge Weinberg (Sanofi Chairman) contacts Brian Posner…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In-person meeting between Sanofi (Weinberg, Brandicourt)…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Weinberg calls Posner to reiterate interest; Posner…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03, 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submits a formal non-binding proposal to acquire…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Posner informs Weinberg that $98.50 is insufficient but…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Bioverativ and Sanofi enter into a Confidentiality…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presentation held in New York City; Bioverativ…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03, 2018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verbally increases offer to $101.50 per share…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04, 2018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Bioverativ Board authorizes a counter-proposal of $105.00…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05, 2018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Companies enter into an Exclusivity Agreement through…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21, 2018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Bioverativ Board unanimously approves the Merger Agreement…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22, 2018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 and forthcoming…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07, 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commences the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07, 2018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65.2% of shares…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Bioverativ becomes an indirect…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Bioverativ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Bioverativ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2017-06-14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Bioverativ announces FDA acceptance of Investigational New Drug Application for BIVV001, a novel…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