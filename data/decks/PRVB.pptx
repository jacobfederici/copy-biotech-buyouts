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Mar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'23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13.42</c:v>
                </c:pt>
                <c:pt idx="1">
                  <c:v>10.7</c:v>
                </c:pt>
                <c:pt idx="2">
                  <c:v>11.04</c:v>
                </c:pt>
                <c:pt idx="3">
                  <c:v>8.0</c:v>
                </c:pt>
                <c:pt idx="4">
                  <c:v>8.11</c:v>
                </c:pt>
                <c:pt idx="5">
                  <c:v>7.81</c:v>
                </c:pt>
                <c:pt idx="6">
                  <c:v>7.19</c:v>
                </c:pt>
                <c:pt idx="7">
                  <c:v>7.14</c:v>
                </c:pt>
                <c:pt idx="8">
                  <c:v>7.13</c:v>
                </c:pt>
                <c:pt idx="9">
                  <c:v>7.65</c:v>
                </c:pt>
                <c:pt idx="10">
                  <c:v>7.61</c:v>
                </c:pt>
                <c:pt idx="11">
                  <c:v>6.99</c:v>
                </c:pt>
                <c:pt idx="12">
                  <c:v>8.16</c:v>
                </c:pt>
                <c:pt idx="13">
                  <c:v>8.37</c:v>
                </c:pt>
                <c:pt idx="14">
                  <c:v>9.12</c:v>
                </c:pt>
                <c:pt idx="15">
                  <c:v>8.3</c:v>
                </c:pt>
                <c:pt idx="16">
                  <c:v>6.47</c:v>
                </c:pt>
                <c:pt idx="17">
                  <c:v>6.1</c:v>
                </c:pt>
                <c:pt idx="18">
                  <c:v>6.11</c:v>
                </c:pt>
                <c:pt idx="19">
                  <c:v>6.07</c:v>
                </c:pt>
                <c:pt idx="20">
                  <c:v>6.51</c:v>
                </c:pt>
                <c:pt idx="21">
                  <c:v>6.33</c:v>
                </c:pt>
                <c:pt idx="22">
                  <c:v>5.97</c:v>
                </c:pt>
                <c:pt idx="23">
                  <c:v>6.51</c:v>
                </c:pt>
                <c:pt idx="24">
                  <c:v>6.47</c:v>
                </c:pt>
                <c:pt idx="25">
                  <c:v>6.47</c:v>
                </c:pt>
                <c:pt idx="26">
                  <c:v>6.67</c:v>
                </c:pt>
                <c:pt idx="27">
                  <c:v>6.6</c:v>
                </c:pt>
                <c:pt idx="28">
                  <c:v>6.46</c:v>
                </c:pt>
                <c:pt idx="29">
                  <c:v>6.05</c:v>
                </c:pt>
                <c:pt idx="30">
                  <c:v>6.2</c:v>
                </c:pt>
                <c:pt idx="31">
                  <c:v>6.21</c:v>
                </c:pt>
                <c:pt idx="32">
                  <c:v>6.26</c:v>
                </c:pt>
                <c:pt idx="33">
                  <c:v>6.84</c:v>
                </c:pt>
                <c:pt idx="34">
                  <c:v>6.32</c:v>
                </c:pt>
                <c:pt idx="35">
                  <c:v>6.24</c:v>
                </c:pt>
                <c:pt idx="36">
                  <c:v>7.02</c:v>
                </c:pt>
                <c:pt idx="37">
                  <c:v>6.45</c:v>
                </c:pt>
                <c:pt idx="38">
                  <c:v>6.18</c:v>
                </c:pt>
                <c:pt idx="39">
                  <c:v>6.06</c:v>
                </c:pt>
                <c:pt idx="40">
                  <c:v>6.18</c:v>
                </c:pt>
                <c:pt idx="41">
                  <c:v>5.62</c:v>
                </c:pt>
                <c:pt idx="42">
                  <c:v>5.23</c:v>
                </c:pt>
                <c:pt idx="43">
                  <c:v>4.75</c:v>
                </c:pt>
                <c:pt idx="44">
                  <c:v>3.9</c:v>
                </c:pt>
                <c:pt idx="45">
                  <c:v>4.16</c:v>
                </c:pt>
                <c:pt idx="46">
                  <c:v>5.23</c:v>
                </c:pt>
                <c:pt idx="47">
                  <c:v>6.35</c:v>
                </c:pt>
                <c:pt idx="48">
                  <c:v>6.48</c:v>
                </c:pt>
                <c:pt idx="49">
                  <c:v>6.52</c:v>
                </c:pt>
                <c:pt idx="50">
                  <c:v>5.92</c:v>
                </c:pt>
                <c:pt idx="51">
                  <c:v>6.5</c:v>
                </c:pt>
                <c:pt idx="52">
                  <c:v>7.77</c:v>
                </c:pt>
                <c:pt idx="53">
                  <c:v>7.77</c:v>
                </c:pt>
                <c:pt idx="54">
                  <c:v>7.3</c:v>
                </c:pt>
                <c:pt idx="55">
                  <c:v>6.97</c:v>
                </c:pt>
                <c:pt idx="56">
                  <c:v>6.47</c:v>
                </c:pt>
                <c:pt idx="57">
                  <c:v>5.64</c:v>
                </c:pt>
                <c:pt idx="58">
                  <c:v>4.49</c:v>
                </c:pt>
                <c:pt idx="59">
                  <c:v>4.29</c:v>
                </c:pt>
                <c:pt idx="60">
                  <c:v>4.13</c:v>
                </c:pt>
                <c:pt idx="61">
                  <c:v>3.96</c:v>
                </c:pt>
                <c:pt idx="62">
                  <c:v>4.08</c:v>
                </c:pt>
                <c:pt idx="63">
                  <c:v>4.06</c:v>
                </c:pt>
                <c:pt idx="64">
                  <c:v>3.98</c:v>
                </c:pt>
                <c:pt idx="65">
                  <c:v>3.79</c:v>
                </c:pt>
                <c:pt idx="66">
                  <c:v>4.25</c:v>
                </c:pt>
                <c:pt idx="67">
                  <c:v>3.43</c:v>
                </c:pt>
                <c:pt idx="68">
                  <c:v>4.56</c:v>
                </c:pt>
                <c:pt idx="69">
                  <c:v>4.5</c:v>
                </c:pt>
                <c:pt idx="70">
                  <c:v>3.99</c:v>
                </c:pt>
                <c:pt idx="71">
                  <c:v>3.82</c:v>
                </c:pt>
                <c:pt idx="72">
                  <c:v>4.41</c:v>
                </c:pt>
                <c:pt idx="73">
                  <c:v>5.62</c:v>
                </c:pt>
                <c:pt idx="74">
                  <c:v>4.89</c:v>
                </c:pt>
                <c:pt idx="75">
                  <c:v>4.55</c:v>
                </c:pt>
                <c:pt idx="76">
                  <c:v>4.64</c:v>
                </c:pt>
                <c:pt idx="77">
                  <c:v>5.28</c:v>
                </c:pt>
                <c:pt idx="78">
                  <c:v>5.05</c:v>
                </c:pt>
                <c:pt idx="79">
                  <c:v>4.18</c:v>
                </c:pt>
                <c:pt idx="80">
                  <c:v>4.5</c:v>
                </c:pt>
                <c:pt idx="81">
                  <c:v>6.92</c:v>
                </c:pt>
                <c:pt idx="82">
                  <c:v>6.91</c:v>
                </c:pt>
                <c:pt idx="83">
                  <c:v>6.77</c:v>
                </c:pt>
                <c:pt idx="84">
                  <c:v>6.67</c:v>
                </c:pt>
                <c:pt idx="85">
                  <c:v>7.38</c:v>
                </c:pt>
                <c:pt idx="86">
                  <c:v>8.29</c:v>
                </c:pt>
                <c:pt idx="87">
                  <c:v>8.08</c:v>
                </c:pt>
                <c:pt idx="88">
                  <c:v>9.5</c:v>
                </c:pt>
                <c:pt idx="89">
                  <c:v>9.41</c:v>
                </c:pt>
                <c:pt idx="90">
                  <c:v>8.82</c:v>
                </c:pt>
                <c:pt idx="91">
                  <c:v>9.28</c:v>
                </c:pt>
                <c:pt idx="92">
                  <c:v>9.62</c:v>
                </c:pt>
                <c:pt idx="93">
                  <c:v>10.57</c:v>
                </c:pt>
                <c:pt idx="94">
                  <c:v>9.1</c:v>
                </c:pt>
                <c:pt idx="95">
                  <c:v>10.3</c:v>
                </c:pt>
                <c:pt idx="96">
                  <c:v>9.04</c:v>
                </c:pt>
                <c:pt idx="97">
                  <c:v>8.77</c:v>
                </c:pt>
                <c:pt idx="98">
                  <c:v>9.27</c:v>
                </c:pt>
                <c:pt idx="99">
                  <c:v>10.4</c:v>
                </c:pt>
                <c:pt idx="100">
                  <c:v>9.66</c:v>
                </c:pt>
                <c:pt idx="101">
                  <c:v>8.18</c:v>
                </c:pt>
                <c:pt idx="102">
                  <c:v>8.18</c:v>
                </c:pt>
                <c:pt idx="103">
                  <c:v>6.7</c:v>
                </c:pt>
                <c:pt idx="104">
                  <c:v>23.99</c:v>
                </c:pt>
                <c:pt idx="105">
                  <c:v>23.89</c:v>
                </c:pt>
                <c:pt idx="106">
                  <c:v>24.1</c:v>
                </c:pt>
                <c:pt idx="107">
                  <c:v>24.28</c:v>
                </c:pt>
                <c:pt idx="108">
                  <c:v>24.35</c:v>
                </c:pt>
                <c:pt idx="109">
                  <c:v>24.32</c:v>
                </c:pt>
                <c:pt idx="110">
                  <c:v>24.98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Mar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'23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2">
                  <c:v>11.04</c:v>
                </c:pt>
                <c:pt idx="15">
                  <c:v>8.3</c:v>
                </c:pt>
                <c:pt idx="45">
                  <c:v>4.16</c:v>
                </c:pt>
                <c:pt idx="46">
                  <c:v>5.23</c:v>
                </c:pt>
                <c:pt idx="57">
                  <c:v>5.64</c:v>
                </c:pt>
                <c:pt idx="67">
                  <c:v>3.43</c:v>
                </c:pt>
                <c:pt idx="72">
                  <c:v>4.41</c:v>
                </c:pt>
                <c:pt idx="80">
                  <c:v>4.5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Mar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'23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0">
                  <c:v>13.42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Mar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May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Dec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Jul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Sep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Apr '23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23.99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Provention Bio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PRVB  ·  acquired by Sanofi S.A.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13, 2023   ·   Closed Apr 27, 2023   ·   Status: completed   ·   Pre-ann. volume 1.01×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Provention Bio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Provention Bio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56507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5067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154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097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699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413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513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363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426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064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914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889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020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4398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4532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and Provention begin preliminary discussions…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11,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execute a Confidentiality Agreement to facilitate…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04,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Provention and Genzyme (Sanofi subsidiary) enter into a…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expresses interest in Provention's pipeline…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Provention Board establishes a Committee to oversee…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subsidiary Aventis purchases $35 million of…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submits non-binding proposal to acquire Provention…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Provention Board authorizes a counter-proposal of $25.00…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22, 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increases its offer to $25.00 per share, conditioned…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execute Exclusivity Agreement and a new…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Provention Board unanimously approves the Merger Agreement…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13, 2023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24, 2023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commences the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26, 2023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73.065% of shares tendered.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27, 2023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Provention becomes a wholly-owned…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Provention 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2022-10-07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+54%  ($4.5→$6.92)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157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($3.43→$4.56)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2021-04-09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($11.04→$8)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703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($4.41→$5.62)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2022-02-04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($4.16→$5.23)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402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2021-07-09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($8.3→$6.47)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612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2022-02-11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($5.23→$6.35)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395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2022-04-29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($5.64→$4.49)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318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Provention 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UPDATE 1-U.S. FDA greenlights Provention Bio's diabetes drug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First Drug That Can Delay Onset of Type 1 Diabetes Gets FDA Approval After Multiple Regulatory Hurdles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Provention (PRVB) Gets FDA Nod for Drug That Delays T1D Onset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Provention Bio gets FDA approval for treatment that can delay onset of Type 1 diabetes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Rockville’s MacroGenics scores $60M from Provention Bio’s FDA approval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Provention Bio to Report Fourth Quarter and Full Year 2022 Financial Results on March 16, 2023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Monday Merger Mania Just Made These 2 Biotech Stocks Big Winners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Provention (PRVB) Skyrockets 260% on Buyout Offer From Sanofi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its Investigation of the Merger – MLVF, XM…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