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Sheet1!$A$2:$A$148</c:f>
              <c:strCache>
                <c:ptCount val="147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Jun '17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Sep '17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Dec '17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Mar '18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Jun '18</c:v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Aug '18</c:v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>Nov '18</c:v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>Mar '19</c:v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>May '19</c:v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>Aug '19</c:v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>Nov '19</c:v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</c:strCache>
            </c:strRef>
          </c:cat>
          <c:val>
            <c:numRef>
              <c:f>Sheet1!$B$2:$B$148</c:f>
              <c:numCache>
                <c:formatCode>General</c:formatCode>
                <c:ptCount val="147"/>
                <c:pt idx="0">
                  <c:v>63.36</c:v>
                </c:pt>
                <c:pt idx="1">
                  <c:v>57.63</c:v>
                </c:pt>
                <c:pt idx="2">
                  <c:v>57.93</c:v>
                </c:pt>
                <c:pt idx="3">
                  <c:v>52.97</c:v>
                </c:pt>
                <c:pt idx="4">
                  <c:v>53.34</c:v>
                </c:pt>
                <c:pt idx="5">
                  <c:v>51.12</c:v>
                </c:pt>
                <c:pt idx="6">
                  <c:v>52.09</c:v>
                </c:pt>
                <c:pt idx="7">
                  <c:v>52.5</c:v>
                </c:pt>
                <c:pt idx="8">
                  <c:v>57.97</c:v>
                </c:pt>
                <c:pt idx="9">
                  <c:v>58.65</c:v>
                </c:pt>
                <c:pt idx="10">
                  <c:v>57.47</c:v>
                </c:pt>
                <c:pt idx="11">
                  <c:v>53.55</c:v>
                </c:pt>
                <c:pt idx="12">
                  <c:v>52.99</c:v>
                </c:pt>
                <c:pt idx="13">
                  <c:v>52.01</c:v>
                </c:pt>
                <c:pt idx="14">
                  <c:v>53.93</c:v>
                </c:pt>
                <c:pt idx="15">
                  <c:v>58.51</c:v>
                </c:pt>
                <c:pt idx="16">
                  <c:v>61.86</c:v>
                </c:pt>
                <c:pt idx="17">
                  <c:v>59.74</c:v>
                </c:pt>
                <c:pt idx="18">
                  <c:v>61.83</c:v>
                </c:pt>
                <c:pt idx="19">
                  <c:v>59.36</c:v>
                </c:pt>
                <c:pt idx="20">
                  <c:v>69.02</c:v>
                </c:pt>
                <c:pt idx="21">
                  <c:v>71.33</c:v>
                </c:pt>
                <c:pt idx="22">
                  <c:v>76.96</c:v>
                </c:pt>
                <c:pt idx="23">
                  <c:v>75.96</c:v>
                </c:pt>
                <c:pt idx="24">
                  <c:v>74.8</c:v>
                </c:pt>
                <c:pt idx="25">
                  <c:v>80.37</c:v>
                </c:pt>
                <c:pt idx="26">
                  <c:v>82.16</c:v>
                </c:pt>
                <c:pt idx="27">
                  <c:v>82.22</c:v>
                </c:pt>
                <c:pt idx="28">
                  <c:v>81.88</c:v>
                </c:pt>
                <c:pt idx="29">
                  <c:v>85.15</c:v>
                </c:pt>
                <c:pt idx="30">
                  <c:v>89.16</c:v>
                </c:pt>
                <c:pt idx="31">
                  <c:v>87.44</c:v>
                </c:pt>
                <c:pt idx="32">
                  <c:v>84.23</c:v>
                </c:pt>
                <c:pt idx="33">
                  <c:v>81.87</c:v>
                </c:pt>
                <c:pt idx="34">
                  <c:v>84.97</c:v>
                </c:pt>
                <c:pt idx="35">
                  <c:v>82.06</c:v>
                </c:pt>
                <c:pt idx="36">
                  <c:v>72.25</c:v>
                </c:pt>
                <c:pt idx="37">
                  <c:v>73.93</c:v>
                </c:pt>
                <c:pt idx="38">
                  <c:v>74.11</c:v>
                </c:pt>
                <c:pt idx="39">
                  <c:v>70.08</c:v>
                </c:pt>
                <c:pt idx="40">
                  <c:v>73.38</c:v>
                </c:pt>
                <c:pt idx="41">
                  <c:v>46.37</c:v>
                </c:pt>
                <c:pt idx="42">
                  <c:v>52.75</c:v>
                </c:pt>
                <c:pt idx="43">
                  <c:v>51.42</c:v>
                </c:pt>
                <c:pt idx="44">
                  <c:v>50.56</c:v>
                </c:pt>
                <c:pt idx="45">
                  <c:v>52.66</c:v>
                </c:pt>
                <c:pt idx="46">
                  <c:v>51.26</c:v>
                </c:pt>
                <c:pt idx="47">
                  <c:v>57.89</c:v>
                </c:pt>
                <c:pt idx="48">
                  <c:v>55.87</c:v>
                </c:pt>
                <c:pt idx="49">
                  <c:v>52.55</c:v>
                </c:pt>
                <c:pt idx="50">
                  <c:v>54.5</c:v>
                </c:pt>
                <c:pt idx="51">
                  <c:v>55.02</c:v>
                </c:pt>
                <c:pt idx="52">
                  <c:v>65.67</c:v>
                </c:pt>
                <c:pt idx="53">
                  <c:v>61.58</c:v>
                </c:pt>
                <c:pt idx="54">
                  <c:v>67.51</c:v>
                </c:pt>
                <c:pt idx="55">
                  <c:v>63.09</c:v>
                </c:pt>
                <c:pt idx="56">
                  <c:v>66.59</c:v>
                </c:pt>
                <c:pt idx="57">
                  <c:v>62.06</c:v>
                </c:pt>
                <c:pt idx="58">
                  <c:v>77.04</c:v>
                </c:pt>
                <c:pt idx="59">
                  <c:v>81.39</c:v>
                </c:pt>
                <c:pt idx="60">
                  <c:v>77.47</c:v>
                </c:pt>
                <c:pt idx="61">
                  <c:v>70.67</c:v>
                </c:pt>
                <c:pt idx="62">
                  <c:v>77.34</c:v>
                </c:pt>
                <c:pt idx="63">
                  <c:v>76.71</c:v>
                </c:pt>
                <c:pt idx="64">
                  <c:v>78.39</c:v>
                </c:pt>
                <c:pt idx="65">
                  <c:v>80.53</c:v>
                </c:pt>
                <c:pt idx="66">
                  <c:v>78.27</c:v>
                </c:pt>
                <c:pt idx="67">
                  <c:v>77.51</c:v>
                </c:pt>
                <c:pt idx="68">
                  <c:v>90.08</c:v>
                </c:pt>
                <c:pt idx="69">
                  <c:v>82.76</c:v>
                </c:pt>
                <c:pt idx="70">
                  <c:v>92.39</c:v>
                </c:pt>
                <c:pt idx="71">
                  <c:v>84.97</c:v>
                </c:pt>
                <c:pt idx="72">
                  <c:v>81.25</c:v>
                </c:pt>
                <c:pt idx="73">
                  <c:v>73.41</c:v>
                </c:pt>
                <c:pt idx="74">
                  <c:v>73.77</c:v>
                </c:pt>
                <c:pt idx="75">
                  <c:v>58.42</c:v>
                </c:pt>
                <c:pt idx="76">
                  <c:v>61.37</c:v>
                </c:pt>
                <c:pt idx="77">
                  <c:v>60.64</c:v>
                </c:pt>
                <c:pt idx="78">
                  <c:v>61.61</c:v>
                </c:pt>
                <c:pt idx="79">
                  <c:v>60.68</c:v>
                </c:pt>
                <c:pt idx="80">
                  <c:v>58.95</c:v>
                </c:pt>
                <c:pt idx="81">
                  <c:v>55.55</c:v>
                </c:pt>
                <c:pt idx="82">
                  <c:v>54.55</c:v>
                </c:pt>
                <c:pt idx="83">
                  <c:v>48.62</c:v>
                </c:pt>
                <c:pt idx="84">
                  <c:v>47.94</c:v>
                </c:pt>
                <c:pt idx="85">
                  <c:v>47.76</c:v>
                </c:pt>
                <c:pt idx="86">
                  <c:v>46.03</c:v>
                </c:pt>
                <c:pt idx="87">
                  <c:v>45.29</c:v>
                </c:pt>
                <c:pt idx="88">
                  <c:v>42.76</c:v>
                </c:pt>
                <c:pt idx="89">
                  <c:v>39.17</c:v>
                </c:pt>
                <c:pt idx="90">
                  <c:v>41.03</c:v>
                </c:pt>
                <c:pt idx="91">
                  <c:v>42.13</c:v>
                </c:pt>
                <c:pt idx="92">
                  <c:v>38.62</c:v>
                </c:pt>
                <c:pt idx="93">
                  <c:v>40.09</c:v>
                </c:pt>
                <c:pt idx="94">
                  <c:v>37.01</c:v>
                </c:pt>
                <c:pt idx="95">
                  <c:v>38.55</c:v>
                </c:pt>
                <c:pt idx="96">
                  <c:v>41.24</c:v>
                </c:pt>
                <c:pt idx="97">
                  <c:v>43.36</c:v>
                </c:pt>
                <c:pt idx="98">
                  <c:v>45.08</c:v>
                </c:pt>
                <c:pt idx="99">
                  <c:v>43.44</c:v>
                </c:pt>
                <c:pt idx="100">
                  <c:v>47.64</c:v>
                </c:pt>
                <c:pt idx="101">
                  <c:v>47.44</c:v>
                </c:pt>
                <c:pt idx="102">
                  <c:v>52.77</c:v>
                </c:pt>
                <c:pt idx="103">
                  <c:v>51.56</c:v>
                </c:pt>
                <c:pt idx="104">
                  <c:v>113.28</c:v>
                </c:pt>
                <c:pt idx="105">
                  <c:v>113.79</c:v>
                </c:pt>
                <c:pt idx="106">
                  <c:v>113.59</c:v>
                </c:pt>
                <c:pt idx="107">
                  <c:v>113.0</c:v>
                </c:pt>
                <c:pt idx="108">
                  <c:v>113.88</c:v>
                </c:pt>
                <c:pt idx="109">
                  <c:v>112.57</c:v>
                </c:pt>
                <c:pt idx="110">
                  <c:v>111.12</c:v>
                </c:pt>
                <c:pt idx="111">
                  <c:v>110.62</c:v>
                </c:pt>
                <c:pt idx="112">
                  <c:v>107.87</c:v>
                </c:pt>
                <c:pt idx="113">
                  <c:v>108.03</c:v>
                </c:pt>
                <c:pt idx="114">
                  <c:v>109.79</c:v>
                </c:pt>
                <c:pt idx="115">
                  <c:v>107.64</c:v>
                </c:pt>
                <c:pt idx="116">
                  <c:v>110.33</c:v>
                </c:pt>
                <c:pt idx="117">
                  <c:v>109.0</c:v>
                </c:pt>
                <c:pt idx="118">
                  <c:v>109.35</c:v>
                </c:pt>
                <c:pt idx="119">
                  <c:v>97.7</c:v>
                </c:pt>
                <c:pt idx="120">
                  <c:v>105.07</c:v>
                </c:pt>
                <c:pt idx="121">
                  <c:v>102.38</c:v>
                </c:pt>
                <c:pt idx="122">
                  <c:v>103.07</c:v>
                </c:pt>
                <c:pt idx="123">
                  <c:v>98.05</c:v>
                </c:pt>
                <c:pt idx="124">
                  <c:v>96.85</c:v>
                </c:pt>
                <c:pt idx="125">
                  <c:v>98.08</c:v>
                </c:pt>
                <c:pt idx="126">
                  <c:v>101.53</c:v>
                </c:pt>
                <c:pt idx="127">
                  <c:v>100.83</c:v>
                </c:pt>
                <c:pt idx="128">
                  <c:v>100.57</c:v>
                </c:pt>
                <c:pt idx="129">
                  <c:v>100.78</c:v>
                </c:pt>
                <c:pt idx="130">
                  <c:v>97.41</c:v>
                </c:pt>
                <c:pt idx="131">
                  <c:v>101.07</c:v>
                </c:pt>
                <c:pt idx="132">
                  <c:v>104.77</c:v>
                </c:pt>
                <c:pt idx="133">
                  <c:v>102.36</c:v>
                </c:pt>
                <c:pt idx="134">
                  <c:v>97.41</c:v>
                </c:pt>
                <c:pt idx="135">
                  <c:v>97.56</c:v>
                </c:pt>
                <c:pt idx="136">
                  <c:v>99.79</c:v>
                </c:pt>
                <c:pt idx="137">
                  <c:v>100.04</c:v>
                </c:pt>
                <c:pt idx="138">
                  <c:v>109.0</c:v>
                </c:pt>
                <c:pt idx="139">
                  <c:v>109.9</c:v>
                </c:pt>
                <c:pt idx="140">
                  <c:v>111.58</c:v>
                </c:pt>
                <c:pt idx="141">
                  <c:v>110.81</c:v>
                </c:pt>
                <c:pt idx="142">
                  <c:v>111.45</c:v>
                </c:pt>
                <c:pt idx="143">
                  <c:v>111.14</c:v>
                </c:pt>
                <c:pt idx="144">
                  <c:v>110.65</c:v>
                </c:pt>
                <c:pt idx="145">
                  <c:v>110.75</c:v>
                </c:pt>
                <c:pt idx="146">
                  <c:v>113.57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Sheet1!$A$2:$A$148</c:f>
              <c:strCache>
                <c:ptCount val="147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Jun '17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Sep '17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Dec '17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Mar '18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Jun '18</c:v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Aug '18</c:v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>Nov '18</c:v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>Mar '19</c:v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>May '19</c:v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>Aug '19</c:v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>Nov '19</c:v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</c:strCache>
            </c:strRef>
          </c:cat>
          <c:val>
            <c:numRef>
              <c:f>Sheet1!$C$2:$C$148</c:f>
              <c:numCache>
                <c:formatCode>General</c:formatCode>
                <c:ptCount val="147"/>
                <c:pt idx="40">
                  <c:v>73.38</c:v>
                </c:pt>
                <c:pt idx="74">
                  <c:v>73.77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Sheet1!$A$2:$A$148</c:f>
              <c:strCache>
                <c:ptCount val="147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Jun '17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Sep '17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Dec '17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Mar '18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Jun '18</c:v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Aug '18</c:v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>Nov '18</c:v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>Mar '19</c:v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>May '19</c:v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>Aug '19</c:v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>Nov '19</c:v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</c:strCache>
            </c:strRef>
          </c:cat>
          <c:val>
            <c:numRef>
              <c:f>Sheet1!$D$2:$D$148</c:f>
              <c:numCache>
                <c:formatCode>General</c:formatCode>
                <c:ptCount val="147"/>
                <c:pt idx="57">
                  <c:v>62.06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Sheet1!$A$2:$A$148</c:f>
              <c:strCache>
                <c:ptCount val="147"/>
                <c:pt idx="0">
                  <c:v>Mar '17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>Jun '17</c:v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>Sep '17</c:v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Dec '17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>Mar '18</c:v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>Jun '18</c:v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>Aug '18</c:v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/>
                </c:pt>
                <c:pt idx="91">
                  <c:v>Nov '18</c:v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>Mar '19</c:v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/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>May '19</c:v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/>
                </c:pt>
                <c:pt idx="122">
                  <c:v/>
                </c:pt>
                <c:pt idx="123">
                  <c:v/>
                </c:pt>
                <c:pt idx="124">
                  <c:v/>
                </c:pt>
                <c:pt idx="125">
                  <c:v/>
                </c:pt>
                <c:pt idx="126">
                  <c:v/>
                </c:pt>
                <c:pt idx="127">
                  <c:v/>
                </c:pt>
                <c:pt idx="128">
                  <c:v/>
                </c:pt>
                <c:pt idx="129">
                  <c:v/>
                </c:pt>
                <c:pt idx="130">
                  <c:v>Aug '19</c:v>
                </c:pt>
                <c:pt idx="131">
                  <c:v/>
                </c:pt>
                <c:pt idx="132">
                  <c:v/>
                </c:pt>
                <c:pt idx="133">
                  <c:v/>
                </c:pt>
                <c:pt idx="134">
                  <c:v/>
                </c:pt>
                <c:pt idx="135">
                  <c:v/>
                </c:pt>
                <c:pt idx="136">
                  <c:v/>
                </c:pt>
                <c:pt idx="137">
                  <c:v/>
                </c:pt>
                <c:pt idx="138">
                  <c:v/>
                </c:pt>
                <c:pt idx="139">
                  <c:v/>
                </c:pt>
                <c:pt idx="140">
                  <c:v/>
                </c:pt>
                <c:pt idx="141">
                  <c:v/>
                </c:pt>
                <c:pt idx="142">
                  <c:v/>
                </c:pt>
                <c:pt idx="143">
                  <c:v>Nov '19</c:v>
                </c:pt>
                <c:pt idx="144">
                  <c:v/>
                </c:pt>
                <c:pt idx="145">
                  <c:v/>
                </c:pt>
                <c:pt idx="146">
                  <c:v/>
                </c:pt>
              </c:strCache>
            </c:strRef>
          </c:cat>
          <c:val>
            <c:numRef>
              <c:f>Sheet1!$E$2:$E$148</c:f>
              <c:numCache>
                <c:formatCode>General</c:formatCode>
                <c:ptCount val="147"/>
                <c:pt idx="104">
                  <c:v>113.28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Spark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ONCE  ·  acquired by Roche Holding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25, 2019   ·   Closed Dec 17, 2019   ·   Status: completed   ·   Pre-ann. volume 0.88×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Spark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Spark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1264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1208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95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17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646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218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132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22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87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241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424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167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7161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54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490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482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Spark management begins considering a Hemophilia 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Spark and Roche enter into a confidentiality agreement with…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CEO Severin Schwan informs Spark CEO Jeffrey Marrazzo…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submits an unsolicited non-binding proposal to…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Spark Board determines the $70.00 offer is insufficient to…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Marrazzo tells Schwan the Board likely won't consider 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Spark Transaction Committee authorizes outreach to Party A…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increases its proposal to $73.00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a verbal proposal of $75.00 per share.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is granted access to the virtual data room.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Spark sends bid instruction letters to Roche and Party C.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bidding: Party C bids $105.00; Roche bids $114.50.…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25, 2019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2019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commences the tender offer.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05, 2019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amend the merger agreement to extend the 'End Date'…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5:00 p.m. ET with 60.4% of shares…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Spark becomes a wholly owned subsidiary…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Spark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3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2017-12-15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-37%  ($73.38→$46.37)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2018-04-13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($62.06→$77.04)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2018-08-10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($73.77→$58.42)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199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Spark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Reports Third Quarter 2018 Financial Results and Recent Business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Analysis: Positioning to Benefit within Real Goods Solar, Natural Resource Partners LP, Spark Therapeutics…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2018-12-03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Announces Updated Data on SPK-8011 from Ongoing Phase 1/2 Dose-escalation Clinical Trial…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2019-01-31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Announces Presentation of Preclinical Data in Pompe Disease and CLN2 Disease at 15th…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to Host Conference Call on Tuesday, Feb. 19 at 8:30 a.m. ET to Discuss 2018 Results and…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Reports 2018 Financial Results and Recent Business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Roche enters into definitive merger agreement to acquire Spark Therapeutics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2019-02-25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Enters into Definitive Merger Agreement with Roche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2019-04-15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Spark Therapeutics (ONCE) Merger Class Action Lawsuit: Halper Sadeh LLP Announces Filing of Shareholder…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