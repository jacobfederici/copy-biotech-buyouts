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22.54</c:v>
                </c:pt>
                <c:pt idx="1">
                  <c:v>22.45</c:v>
                </c:pt>
                <c:pt idx="2">
                  <c:v>22.82</c:v>
                </c:pt>
                <c:pt idx="3">
                  <c:v>21.97</c:v>
                </c:pt>
                <c:pt idx="4">
                  <c:v>18.29</c:v>
                </c:pt>
                <c:pt idx="5">
                  <c:v>17.84</c:v>
                </c:pt>
                <c:pt idx="6">
                  <c:v>17.99</c:v>
                </c:pt>
                <c:pt idx="7">
                  <c:v>18.28</c:v>
                </c:pt>
                <c:pt idx="8">
                  <c:v>18.05</c:v>
                </c:pt>
                <c:pt idx="9">
                  <c:v>17.5</c:v>
                </c:pt>
                <c:pt idx="10">
                  <c:v>16.8</c:v>
                </c:pt>
                <c:pt idx="11">
                  <c:v>14.72</c:v>
                </c:pt>
                <c:pt idx="12">
                  <c:v>15.35</c:v>
                </c:pt>
                <c:pt idx="13">
                  <c:v>16.19</c:v>
                </c:pt>
                <c:pt idx="14">
                  <c:v>15.91</c:v>
                </c:pt>
                <c:pt idx="15">
                  <c:v>17.05</c:v>
                </c:pt>
                <c:pt idx="16">
                  <c:v>16.45</c:v>
                </c:pt>
                <c:pt idx="17">
                  <c:v>16.15</c:v>
                </c:pt>
                <c:pt idx="18">
                  <c:v>15.19</c:v>
                </c:pt>
                <c:pt idx="19">
                  <c:v>16.71</c:v>
                </c:pt>
                <c:pt idx="20">
                  <c:v>15.51</c:v>
                </c:pt>
                <c:pt idx="21">
                  <c:v>14.76</c:v>
                </c:pt>
                <c:pt idx="22">
                  <c:v>11.29</c:v>
                </c:pt>
                <c:pt idx="23">
                  <c:v>12.67</c:v>
                </c:pt>
                <c:pt idx="24">
                  <c:v>12.16</c:v>
                </c:pt>
                <c:pt idx="25">
                  <c:v>12.88</c:v>
                </c:pt>
                <c:pt idx="26">
                  <c:v>13.01</c:v>
                </c:pt>
                <c:pt idx="27">
                  <c:v>12.5</c:v>
                </c:pt>
                <c:pt idx="28">
                  <c:v>11.83</c:v>
                </c:pt>
                <c:pt idx="29">
                  <c:v>11.79</c:v>
                </c:pt>
                <c:pt idx="30">
                  <c:v>11.57</c:v>
                </c:pt>
                <c:pt idx="31">
                  <c:v>11.53</c:v>
                </c:pt>
                <c:pt idx="32">
                  <c:v>10.34</c:v>
                </c:pt>
                <c:pt idx="33">
                  <c:v>10.24</c:v>
                </c:pt>
                <c:pt idx="34">
                  <c:v>9.53</c:v>
                </c:pt>
                <c:pt idx="35">
                  <c:v>9.69</c:v>
                </c:pt>
                <c:pt idx="36">
                  <c:v>8.99</c:v>
                </c:pt>
                <c:pt idx="37">
                  <c:v>8.97</c:v>
                </c:pt>
                <c:pt idx="38">
                  <c:v>9.99</c:v>
                </c:pt>
                <c:pt idx="39">
                  <c:v>10.0</c:v>
                </c:pt>
                <c:pt idx="40">
                  <c:v>9.27</c:v>
                </c:pt>
                <c:pt idx="41">
                  <c:v>8.74</c:v>
                </c:pt>
                <c:pt idx="42">
                  <c:v>8.51</c:v>
                </c:pt>
                <c:pt idx="43">
                  <c:v>8.77</c:v>
                </c:pt>
                <c:pt idx="44">
                  <c:v>10.36</c:v>
                </c:pt>
                <c:pt idx="45">
                  <c:v>11.4</c:v>
                </c:pt>
                <c:pt idx="46">
                  <c:v>10.03</c:v>
                </c:pt>
                <c:pt idx="47">
                  <c:v>10.92</c:v>
                </c:pt>
                <c:pt idx="48">
                  <c:v>11.7</c:v>
                </c:pt>
                <c:pt idx="49">
                  <c:v>11.79</c:v>
                </c:pt>
                <c:pt idx="50">
                  <c:v>13.09</c:v>
                </c:pt>
                <c:pt idx="51">
                  <c:v>12.1</c:v>
                </c:pt>
                <c:pt idx="52">
                  <c:v>11.49</c:v>
                </c:pt>
                <c:pt idx="53">
                  <c:v>11.04</c:v>
                </c:pt>
                <c:pt idx="54">
                  <c:v>11.21</c:v>
                </c:pt>
                <c:pt idx="55">
                  <c:v>12.26</c:v>
                </c:pt>
                <c:pt idx="56">
                  <c:v>9.94</c:v>
                </c:pt>
                <c:pt idx="57">
                  <c:v>9.38</c:v>
                </c:pt>
                <c:pt idx="58">
                  <c:v>9.86</c:v>
                </c:pt>
                <c:pt idx="59">
                  <c:v>10.54</c:v>
                </c:pt>
                <c:pt idx="60">
                  <c:v>10.65</c:v>
                </c:pt>
                <c:pt idx="61">
                  <c:v>11.07</c:v>
                </c:pt>
                <c:pt idx="62">
                  <c:v>11.15</c:v>
                </c:pt>
                <c:pt idx="63">
                  <c:v>11.95</c:v>
                </c:pt>
                <c:pt idx="64">
                  <c:v>12.53</c:v>
                </c:pt>
                <c:pt idx="65">
                  <c:v>12.45</c:v>
                </c:pt>
                <c:pt idx="66">
                  <c:v>11.52</c:v>
                </c:pt>
                <c:pt idx="67">
                  <c:v>11.84</c:v>
                </c:pt>
                <c:pt idx="68">
                  <c:v>9.63</c:v>
                </c:pt>
                <c:pt idx="69">
                  <c:v>8.86</c:v>
                </c:pt>
                <c:pt idx="70">
                  <c:v>8.8</c:v>
                </c:pt>
                <c:pt idx="71">
                  <c:v>8.91</c:v>
                </c:pt>
                <c:pt idx="72">
                  <c:v>9.5</c:v>
                </c:pt>
                <c:pt idx="73">
                  <c:v>7.75</c:v>
                </c:pt>
                <c:pt idx="74">
                  <c:v>7.68</c:v>
                </c:pt>
                <c:pt idx="75">
                  <c:v>5.98</c:v>
                </c:pt>
                <c:pt idx="76">
                  <c:v>5.52</c:v>
                </c:pt>
                <c:pt idx="77">
                  <c:v>5.94</c:v>
                </c:pt>
                <c:pt idx="78">
                  <c:v>6.14</c:v>
                </c:pt>
                <c:pt idx="79">
                  <c:v>7.83</c:v>
                </c:pt>
                <c:pt idx="80">
                  <c:v>7.48</c:v>
                </c:pt>
                <c:pt idx="81">
                  <c:v>8.05</c:v>
                </c:pt>
                <c:pt idx="82">
                  <c:v>7.78</c:v>
                </c:pt>
                <c:pt idx="83">
                  <c:v>9.23</c:v>
                </c:pt>
                <c:pt idx="84">
                  <c:v>6.86</c:v>
                </c:pt>
                <c:pt idx="85">
                  <c:v>7.93</c:v>
                </c:pt>
                <c:pt idx="86">
                  <c:v>7.71</c:v>
                </c:pt>
                <c:pt idx="87">
                  <c:v>8.89</c:v>
                </c:pt>
                <c:pt idx="88">
                  <c:v>7.1</c:v>
                </c:pt>
                <c:pt idx="89">
                  <c:v>7.31</c:v>
                </c:pt>
                <c:pt idx="90">
                  <c:v>7.28</c:v>
                </c:pt>
                <c:pt idx="91">
                  <c:v>8.04</c:v>
                </c:pt>
                <c:pt idx="92">
                  <c:v>7.26</c:v>
                </c:pt>
                <c:pt idx="93">
                  <c:v>8.4</c:v>
                </c:pt>
                <c:pt idx="94">
                  <c:v>10.0</c:v>
                </c:pt>
                <c:pt idx="95">
                  <c:v>9.55</c:v>
                </c:pt>
                <c:pt idx="96">
                  <c:v>10.55</c:v>
                </c:pt>
                <c:pt idx="97">
                  <c:v>10.57</c:v>
                </c:pt>
                <c:pt idx="98">
                  <c:v>10.49</c:v>
                </c:pt>
                <c:pt idx="99">
                  <c:v>10.29</c:v>
                </c:pt>
                <c:pt idx="100">
                  <c:v>10.01</c:v>
                </c:pt>
                <c:pt idx="101">
                  <c:v>9.14</c:v>
                </c:pt>
                <c:pt idx="102">
                  <c:v>10.11</c:v>
                </c:pt>
                <c:pt idx="103">
                  <c:v>8.93</c:v>
                </c:pt>
                <c:pt idx="104">
                  <c:v>13.74</c:v>
                </c:pt>
                <c:pt idx="105">
                  <c:v>13.33</c:v>
                </c:pt>
                <c:pt idx="106">
                  <c:v>13.63</c:v>
                </c:pt>
                <c:pt idx="107">
                  <c:v>13.67</c:v>
                </c:pt>
                <c:pt idx="108">
                  <c:v>13.72</c:v>
                </c:pt>
                <c:pt idx="109">
                  <c:v>13.72</c:v>
                </c:pt>
                <c:pt idx="110">
                  <c:v>13.75</c:v>
                </c:pt>
                <c:pt idx="111">
                  <c:v>13.75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21">
                  <c:v>14.76</c:v>
                </c:pt>
                <c:pt idx="74">
                  <c:v>7.68</c:v>
                </c:pt>
                <c:pt idx="83">
                  <c:v>9.23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78">
                  <c:v>6.14</c:v>
                </c:pt>
                <c:pt idx="87">
                  <c:v>8.89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'20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13.74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AMAG PHARMACEUTICALS,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AMAG  ·  acquired by Covis Group S.à r.l.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$13.75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01, 2020   ·   Closed Nov 16, 2020   ·   Status: completed   ·   Pre-ann. volume 1.06×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AMAG PHARMACEUTICALS,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AMAG PHARMACEUTICALS,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9539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8099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462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622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23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3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43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53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803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113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043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53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173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654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14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064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64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604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14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704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944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424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384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62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104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14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585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205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755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995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235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785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095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405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645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745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425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Covis approached AMAG expressing interest in acquiring the…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AMAG announced a review of its product portfolio and…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Apollo Funds announced an agreement to acquire Covis…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Alexander Mironov, Covis’ chief business officer, contacted…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Covis sent a non-binding letter of interest (the "April…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web meeting, with Goodwin Procter LLP…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Santini communicated the Board's message to Mr. Mironov.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24, 2020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web meeting, with senior management…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Santini communicated the Board's message to Mr. Mironov.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AMAG announced the appointment of Scott Myers as CEO and…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regularly scheduled web meeting, with…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Santini participated in a call with Mr. Mironov and…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AMAG and Covis executed a confidentiality agreement…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 delivered a new relationship disclosure…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web meeting, with senior management…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19, 2020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Covis was granted access to AMAG's virtual data room.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Covis sent a non-binding letter of interest (the "July 13…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web meeting, with senior management…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AMAG announced an exclusive licensing agreement with…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held a web meeting, with senior…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2020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held a web meeting to receive an…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held a web meeting and authorized…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2020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 communicated the Transaction Committee's…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Covis sent Mr. Myers a revised non-binding letter of…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37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AMAG PHARMACEUTICALS,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web meeting, with senior management…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09,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Covis sent Mr. Myers a revised non-binding letter of…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regularly scheduled web meeting, with…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 Weiss (Covis' counsel) provided Goodwin with a revised…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provided Paul Weiss with a revised draft of the…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 Weiss provided Goodwin with a revised draft of the…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AMAG Board held a web meeting, with representatives of…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Bloomberg published an article indicating discussions…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Transaction Committee and the AMAG Board held a joint…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05,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AMAG received a proposal from the FDA to withdraw marketing…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commenced the Offer, and AMAG filed its Schedule…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Offer expired at midnight (New York City time).…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merged with and into AMAG pursuant to Section…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AMAG PHARMACEUTICALS,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2020-04-10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($6.14→$7.83)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2020-05-15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($9.23→$6.86)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2019-03-08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($14.76→$11.29)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($7.68→$5.98)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2020-06-12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($8.89→$7.1)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AMAG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2020-01-09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Announces Leadership Transition, Results of Strategic Review  to Unlock Shareholder…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2020-02-28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to Host Fourth Quarter and Full Year 2019 Financial Results Conference Call  and…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2020-03-04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Reports Fourth Quarter and Full Year 2019 Financial Results and Provides Corporate…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2020-04-27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to Host First Quarter 2020 Financial Results Conference Call and Webcast on Monday…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2020-05-11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Announces First Quarter 2020 Financial Results and Provides Corporate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2020-07-12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Announces Presentation of Ciraparantag Data at the International Society on Thrombosis and Haemostasis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2020-07-28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to Host Second Quarter FY 2020 Financial Results Conference Call  and Webcast on…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Announces Second Quarter 2020 Financial Results and Provides Corporate Update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2020-10-06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AMAG Pharmaceuticals Provides Update on FDA’s Proposal Regarding Makena® (Hydroxyprogesterone Caproate…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