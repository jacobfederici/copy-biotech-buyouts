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Nov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'20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30.94</c:v>
                </c:pt>
                <c:pt idx="1">
                  <c:v>28.5</c:v>
                </c:pt>
                <c:pt idx="2">
                  <c:v>26.21</c:v>
                </c:pt>
                <c:pt idx="3">
                  <c:v>27.3</c:v>
                </c:pt>
                <c:pt idx="4">
                  <c:v>26.94</c:v>
                </c:pt>
                <c:pt idx="5">
                  <c:v>27.34</c:v>
                </c:pt>
                <c:pt idx="6">
                  <c:v>27.14</c:v>
                </c:pt>
                <c:pt idx="7">
                  <c:v>27.52</c:v>
                </c:pt>
                <c:pt idx="8">
                  <c:v>24.83</c:v>
                </c:pt>
                <c:pt idx="9">
                  <c:v>33.6</c:v>
                </c:pt>
                <c:pt idx="10">
                  <c:v>32.23</c:v>
                </c:pt>
                <c:pt idx="11">
                  <c:v>30.84</c:v>
                </c:pt>
                <c:pt idx="12">
                  <c:v>33.16</c:v>
                </c:pt>
                <c:pt idx="13">
                  <c:v>31.07</c:v>
                </c:pt>
                <c:pt idx="14">
                  <c:v>33.94</c:v>
                </c:pt>
                <c:pt idx="15">
                  <c:v>34.36</c:v>
                </c:pt>
                <c:pt idx="16">
                  <c:v>33.19</c:v>
                </c:pt>
                <c:pt idx="17">
                  <c:v>31.96</c:v>
                </c:pt>
                <c:pt idx="18">
                  <c:v>32.94</c:v>
                </c:pt>
                <c:pt idx="19">
                  <c:v>29.76</c:v>
                </c:pt>
                <c:pt idx="20">
                  <c:v>30.33</c:v>
                </c:pt>
                <c:pt idx="21">
                  <c:v>29.45</c:v>
                </c:pt>
                <c:pt idx="22">
                  <c:v>30.24</c:v>
                </c:pt>
                <c:pt idx="23">
                  <c:v>29.79</c:v>
                </c:pt>
                <c:pt idx="24">
                  <c:v>30.36</c:v>
                </c:pt>
                <c:pt idx="25">
                  <c:v>31.97</c:v>
                </c:pt>
                <c:pt idx="26">
                  <c:v>32.91</c:v>
                </c:pt>
                <c:pt idx="27">
                  <c:v>34.91</c:v>
                </c:pt>
                <c:pt idx="28">
                  <c:v>36.36</c:v>
                </c:pt>
                <c:pt idx="29">
                  <c:v>36.9</c:v>
                </c:pt>
                <c:pt idx="30">
                  <c:v>36.28</c:v>
                </c:pt>
                <c:pt idx="31">
                  <c:v>36.7</c:v>
                </c:pt>
                <c:pt idx="32">
                  <c:v>38.45</c:v>
                </c:pt>
                <c:pt idx="33">
                  <c:v>40.04</c:v>
                </c:pt>
                <c:pt idx="34">
                  <c:v>39.8</c:v>
                </c:pt>
                <c:pt idx="35">
                  <c:v>39.28</c:v>
                </c:pt>
                <c:pt idx="36">
                  <c:v>38.51</c:v>
                </c:pt>
                <c:pt idx="37">
                  <c:v>38.53</c:v>
                </c:pt>
                <c:pt idx="38">
                  <c:v>39.85</c:v>
                </c:pt>
                <c:pt idx="39">
                  <c:v>38.92</c:v>
                </c:pt>
                <c:pt idx="40">
                  <c:v>39.61</c:v>
                </c:pt>
                <c:pt idx="41">
                  <c:v>36.22</c:v>
                </c:pt>
                <c:pt idx="42">
                  <c:v>34.06</c:v>
                </c:pt>
                <c:pt idx="43">
                  <c:v>33.75</c:v>
                </c:pt>
                <c:pt idx="44">
                  <c:v>29.91</c:v>
                </c:pt>
                <c:pt idx="45">
                  <c:v>28.12</c:v>
                </c:pt>
                <c:pt idx="46">
                  <c:v>26.23</c:v>
                </c:pt>
                <c:pt idx="47">
                  <c:v>26.9</c:v>
                </c:pt>
                <c:pt idx="48">
                  <c:v>24.29</c:v>
                </c:pt>
                <c:pt idx="49">
                  <c:v>25.53</c:v>
                </c:pt>
                <c:pt idx="50">
                  <c:v>23.79</c:v>
                </c:pt>
                <c:pt idx="51">
                  <c:v>20.1</c:v>
                </c:pt>
                <c:pt idx="52">
                  <c:v>21.0</c:v>
                </c:pt>
                <c:pt idx="53">
                  <c:v>22.13</c:v>
                </c:pt>
                <c:pt idx="54">
                  <c:v>21.35</c:v>
                </c:pt>
                <c:pt idx="55">
                  <c:v>19.06</c:v>
                </c:pt>
                <c:pt idx="56">
                  <c:v>17.26</c:v>
                </c:pt>
                <c:pt idx="57">
                  <c:v>18.92</c:v>
                </c:pt>
                <c:pt idx="58">
                  <c:v>18.61</c:v>
                </c:pt>
                <c:pt idx="59">
                  <c:v>19.74</c:v>
                </c:pt>
                <c:pt idx="60">
                  <c:v>20.0</c:v>
                </c:pt>
                <c:pt idx="61">
                  <c:v>21.45</c:v>
                </c:pt>
                <c:pt idx="62">
                  <c:v>23.7</c:v>
                </c:pt>
                <c:pt idx="63">
                  <c:v>23.78</c:v>
                </c:pt>
                <c:pt idx="64">
                  <c:v>24.77</c:v>
                </c:pt>
                <c:pt idx="65">
                  <c:v>24.34</c:v>
                </c:pt>
                <c:pt idx="66">
                  <c:v>25.41</c:v>
                </c:pt>
                <c:pt idx="67">
                  <c:v>25.17</c:v>
                </c:pt>
                <c:pt idx="68">
                  <c:v>27.13</c:v>
                </c:pt>
                <c:pt idx="69">
                  <c:v>26.58</c:v>
                </c:pt>
                <c:pt idx="70">
                  <c:v>27.95</c:v>
                </c:pt>
                <c:pt idx="71">
                  <c:v>29.57</c:v>
                </c:pt>
                <c:pt idx="72">
                  <c:v>28.25</c:v>
                </c:pt>
                <c:pt idx="73">
                  <c:v>28.02</c:v>
                </c:pt>
                <c:pt idx="74">
                  <c:v>31.58</c:v>
                </c:pt>
                <c:pt idx="75">
                  <c:v>31.89</c:v>
                </c:pt>
                <c:pt idx="76">
                  <c:v>32.44</c:v>
                </c:pt>
                <c:pt idx="77">
                  <c:v>32.99</c:v>
                </c:pt>
                <c:pt idx="78">
                  <c:v>34.88</c:v>
                </c:pt>
                <c:pt idx="79">
                  <c:v>35.65</c:v>
                </c:pt>
                <c:pt idx="80">
                  <c:v>37.25</c:v>
                </c:pt>
                <c:pt idx="81">
                  <c:v>35.28</c:v>
                </c:pt>
                <c:pt idx="82">
                  <c:v>36.4</c:v>
                </c:pt>
                <c:pt idx="83">
                  <c:v>36.47</c:v>
                </c:pt>
                <c:pt idx="84">
                  <c:v>36.97</c:v>
                </c:pt>
                <c:pt idx="85">
                  <c:v>36.68</c:v>
                </c:pt>
                <c:pt idx="86">
                  <c:v>36.06</c:v>
                </c:pt>
                <c:pt idx="87">
                  <c:v>36.94</c:v>
                </c:pt>
                <c:pt idx="88">
                  <c:v>34.54</c:v>
                </c:pt>
                <c:pt idx="89">
                  <c:v>32.91</c:v>
                </c:pt>
                <c:pt idx="90">
                  <c:v>32.71</c:v>
                </c:pt>
                <c:pt idx="91">
                  <c:v>35.03</c:v>
                </c:pt>
                <c:pt idx="92">
                  <c:v>41.96</c:v>
                </c:pt>
                <c:pt idx="93">
                  <c:v>47.49</c:v>
                </c:pt>
                <c:pt idx="94">
                  <c:v>47.76</c:v>
                </c:pt>
                <c:pt idx="95">
                  <c:v>49.11</c:v>
                </c:pt>
                <c:pt idx="96">
                  <c:v>48.2</c:v>
                </c:pt>
                <c:pt idx="97">
                  <c:v>51.15</c:v>
                </c:pt>
                <c:pt idx="98">
                  <c:v>52.01</c:v>
                </c:pt>
                <c:pt idx="99">
                  <c:v>56.99</c:v>
                </c:pt>
                <c:pt idx="100">
                  <c:v>56.97</c:v>
                </c:pt>
                <c:pt idx="101">
                  <c:v>51.82</c:v>
                </c:pt>
                <c:pt idx="102">
                  <c:v>55.01</c:v>
                </c:pt>
                <c:pt idx="103">
                  <c:v>51.98</c:v>
                </c:pt>
                <c:pt idx="104">
                  <c:v>68.55</c:v>
                </c:pt>
                <c:pt idx="105">
                  <c:v>84.2</c:v>
                </c:pt>
                <c:pt idx="106">
                  <c:v>84.21</c:v>
                </c:pt>
                <c:pt idx="107">
                  <c:v>84.22</c:v>
                </c:pt>
                <c:pt idx="108">
                  <c:v>84.67</c:v>
                </c:pt>
                <c:pt idx="109">
                  <c:v>84.78</c:v>
                </c:pt>
                <c:pt idx="110">
                  <c:v>84.9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'20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">
                  <c:v>24.83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Nov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'18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'18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'18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'18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'18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'19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'19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'19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'19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'20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68.55</c:v>
                </c:pt>
                <c:pt idx="105">
                  <c:v>84.2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 Medicines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MDCO  ·  acquired by Novartis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24, 2019   ·   Closed Jan 06, 2020   ·   Status: completed   ·   Pre-ann. volume 1.19×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 Medicines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 Medicines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07703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93303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72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49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162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54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550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470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877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932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122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392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149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339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8610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098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Clive Meanwell contacts Party A regarding a potential…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Mark Timney appointed as CEO; Clive Meanwell becomes Chief…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Medicines Co management holds teleconference with Party B…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a preliminary global commercial partnership…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(Parent) expresses interest in partnering…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Medicines Co and Novartis enter into a confidentiality…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16, 2019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CEO Vas Narasimhan orally proposes an acquisition…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04, 2019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authorizes a formal sale process; Goldman Sachs and…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2019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a non-binding proposal of $85.00 per share.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06, 2019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indicates it would increase offer to $90.00 per…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reduces offer back to $85.00 per share citing due…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22, 2019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approves the merger agreement at $85.00…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03, 2020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75% of shares…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Medicines Co becomes a wholly-owned…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 Medicines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2018-01-26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+35%  ($24.83→$33.6)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 Medicines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