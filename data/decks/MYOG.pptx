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Oct '04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'04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'05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'05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'06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'06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8.3</c:v>
                </c:pt>
                <c:pt idx="1">
                  <c:v>8.2</c:v>
                </c:pt>
                <c:pt idx="2">
                  <c:v>8.72</c:v>
                </c:pt>
                <c:pt idx="3">
                  <c:v>8.67</c:v>
                </c:pt>
                <c:pt idx="4">
                  <c:v>7.39</c:v>
                </c:pt>
                <c:pt idx="5">
                  <c:v>8.16</c:v>
                </c:pt>
                <c:pt idx="6">
                  <c:v>7.97</c:v>
                </c:pt>
                <c:pt idx="7">
                  <c:v>8.12</c:v>
                </c:pt>
                <c:pt idx="8">
                  <c:v>8.75</c:v>
                </c:pt>
                <c:pt idx="9">
                  <c:v>8.65</c:v>
                </c:pt>
                <c:pt idx="10">
                  <c:v>8.39</c:v>
                </c:pt>
                <c:pt idx="11">
                  <c:v>8.27</c:v>
                </c:pt>
                <c:pt idx="12">
                  <c:v>8.07</c:v>
                </c:pt>
                <c:pt idx="13">
                  <c:v>7.64</c:v>
                </c:pt>
                <c:pt idx="14">
                  <c:v>7.49</c:v>
                </c:pt>
                <c:pt idx="15">
                  <c:v>7.0</c:v>
                </c:pt>
                <c:pt idx="16">
                  <c:v>6.78</c:v>
                </c:pt>
                <c:pt idx="17">
                  <c:v>6.9</c:v>
                </c:pt>
                <c:pt idx="18">
                  <c:v>8.1</c:v>
                </c:pt>
                <c:pt idx="19">
                  <c:v>8.88</c:v>
                </c:pt>
                <c:pt idx="20">
                  <c:v>8.55</c:v>
                </c:pt>
                <c:pt idx="21">
                  <c:v>8.05</c:v>
                </c:pt>
                <c:pt idx="22">
                  <c:v>7.64</c:v>
                </c:pt>
                <c:pt idx="23">
                  <c:v>7.73</c:v>
                </c:pt>
                <c:pt idx="24">
                  <c:v>8.18</c:v>
                </c:pt>
                <c:pt idx="25">
                  <c:v>7.65</c:v>
                </c:pt>
                <c:pt idx="26">
                  <c:v>7.35</c:v>
                </c:pt>
                <c:pt idx="27">
                  <c:v>7.4</c:v>
                </c:pt>
                <c:pt idx="28">
                  <c:v>6.95</c:v>
                </c:pt>
                <c:pt idx="29">
                  <c:v>6.5</c:v>
                </c:pt>
                <c:pt idx="30">
                  <c:v>6.81</c:v>
                </c:pt>
                <c:pt idx="31">
                  <c:v>7.16</c:v>
                </c:pt>
                <c:pt idx="32">
                  <c:v>7.61</c:v>
                </c:pt>
                <c:pt idx="33">
                  <c:v>6.98</c:v>
                </c:pt>
                <c:pt idx="34">
                  <c:v>6.94</c:v>
                </c:pt>
                <c:pt idx="35">
                  <c:v>7.18</c:v>
                </c:pt>
                <c:pt idx="36">
                  <c:v>6.98</c:v>
                </c:pt>
                <c:pt idx="37">
                  <c:v>7.0</c:v>
                </c:pt>
                <c:pt idx="38">
                  <c:v>7.05</c:v>
                </c:pt>
                <c:pt idx="39">
                  <c:v>7.5</c:v>
                </c:pt>
                <c:pt idx="40">
                  <c:v>8.46</c:v>
                </c:pt>
                <c:pt idx="41">
                  <c:v>10.53</c:v>
                </c:pt>
                <c:pt idx="42">
                  <c:v>10.94</c:v>
                </c:pt>
                <c:pt idx="43">
                  <c:v>13.6</c:v>
                </c:pt>
                <c:pt idx="44">
                  <c:v>14.02</c:v>
                </c:pt>
                <c:pt idx="45">
                  <c:v>21.68</c:v>
                </c:pt>
                <c:pt idx="46">
                  <c:v>20.13</c:v>
                </c:pt>
                <c:pt idx="47">
                  <c:v>20.52</c:v>
                </c:pt>
                <c:pt idx="48">
                  <c:v>22.12</c:v>
                </c:pt>
                <c:pt idx="49">
                  <c:v>23.76</c:v>
                </c:pt>
                <c:pt idx="50">
                  <c:v>24.11</c:v>
                </c:pt>
                <c:pt idx="51">
                  <c:v>23.5</c:v>
                </c:pt>
                <c:pt idx="52">
                  <c:v>20.75</c:v>
                </c:pt>
                <c:pt idx="53">
                  <c:v>20.01</c:v>
                </c:pt>
                <c:pt idx="54">
                  <c:v>19.23</c:v>
                </c:pt>
                <c:pt idx="55">
                  <c:v>19.95</c:v>
                </c:pt>
                <c:pt idx="56">
                  <c:v>19.72</c:v>
                </c:pt>
                <c:pt idx="57">
                  <c:v>21.87</c:v>
                </c:pt>
                <c:pt idx="58">
                  <c:v>20.89</c:v>
                </c:pt>
                <c:pt idx="59">
                  <c:v>21.82</c:v>
                </c:pt>
                <c:pt idx="60">
                  <c:v>19.49</c:v>
                </c:pt>
                <c:pt idx="61">
                  <c:v>19.27</c:v>
                </c:pt>
                <c:pt idx="62">
                  <c:v>31.51</c:v>
                </c:pt>
                <c:pt idx="63">
                  <c:v>32.3</c:v>
                </c:pt>
                <c:pt idx="64">
                  <c:v>30.1</c:v>
                </c:pt>
                <c:pt idx="65">
                  <c:v>32.12</c:v>
                </c:pt>
                <c:pt idx="66">
                  <c:v>35.88</c:v>
                </c:pt>
                <c:pt idx="67">
                  <c:v>38.08</c:v>
                </c:pt>
                <c:pt idx="68">
                  <c:v>37.15</c:v>
                </c:pt>
                <c:pt idx="69">
                  <c:v>36.09</c:v>
                </c:pt>
                <c:pt idx="70">
                  <c:v>36.99</c:v>
                </c:pt>
                <c:pt idx="71">
                  <c:v>39.95</c:v>
                </c:pt>
                <c:pt idx="72">
                  <c:v>39.95</c:v>
                </c:pt>
                <c:pt idx="73">
                  <c:v>40.98</c:v>
                </c:pt>
                <c:pt idx="74">
                  <c:v>35.35</c:v>
                </c:pt>
                <c:pt idx="75">
                  <c:v>36.27</c:v>
                </c:pt>
                <c:pt idx="76">
                  <c:v>34.98</c:v>
                </c:pt>
                <c:pt idx="77">
                  <c:v>36.19</c:v>
                </c:pt>
                <c:pt idx="78">
                  <c:v>35.82</c:v>
                </c:pt>
                <c:pt idx="79">
                  <c:v>32.02</c:v>
                </c:pt>
                <c:pt idx="80">
                  <c:v>33.75</c:v>
                </c:pt>
                <c:pt idx="81">
                  <c:v>33.06</c:v>
                </c:pt>
                <c:pt idx="82">
                  <c:v>33.22</c:v>
                </c:pt>
                <c:pt idx="83">
                  <c:v>31.57</c:v>
                </c:pt>
                <c:pt idx="84">
                  <c:v>29.13</c:v>
                </c:pt>
                <c:pt idx="85">
                  <c:v>31.25</c:v>
                </c:pt>
                <c:pt idx="86">
                  <c:v>31.91</c:v>
                </c:pt>
                <c:pt idx="87">
                  <c:v>31.05</c:v>
                </c:pt>
                <c:pt idx="88">
                  <c:v>29.32</c:v>
                </c:pt>
                <c:pt idx="89">
                  <c:v>27.67</c:v>
                </c:pt>
                <c:pt idx="90">
                  <c:v>29.0</c:v>
                </c:pt>
                <c:pt idx="91">
                  <c:v>28.0</c:v>
                </c:pt>
                <c:pt idx="92">
                  <c:v>27.0</c:v>
                </c:pt>
                <c:pt idx="93">
                  <c:v>27.16</c:v>
                </c:pt>
                <c:pt idx="94">
                  <c:v>31.94</c:v>
                </c:pt>
                <c:pt idx="95">
                  <c:v>31.32</c:v>
                </c:pt>
                <c:pt idx="96">
                  <c:v>30.68</c:v>
                </c:pt>
                <c:pt idx="97">
                  <c:v>33.29</c:v>
                </c:pt>
                <c:pt idx="98">
                  <c:v>32.35</c:v>
                </c:pt>
                <c:pt idx="99">
                  <c:v>35.0</c:v>
                </c:pt>
                <c:pt idx="100">
                  <c:v>34.24</c:v>
                </c:pt>
                <c:pt idx="101">
                  <c:v>35.02</c:v>
                </c:pt>
                <c:pt idx="102">
                  <c:v>34.43</c:v>
                </c:pt>
                <c:pt idx="103">
                  <c:v>35.08</c:v>
                </c:pt>
                <c:pt idx="104">
                  <c:v>51.72</c:v>
                </c:pt>
                <c:pt idx="105">
                  <c:v>51.85</c:v>
                </c:pt>
                <c:pt idx="106">
                  <c:v>51.91</c:v>
                </c:pt>
                <c:pt idx="107">
                  <c:v>52.24</c:v>
                </c:pt>
                <c:pt idx="108">
                  <c:v>52.35</c:v>
                </c:pt>
                <c:pt idx="109">
                  <c:v>52.42</c:v>
                </c:pt>
                <c:pt idx="110">
                  <c:v>52.47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'04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'04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'05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'05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'06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'06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40">
                  <c:v>8.46</c:v>
                </c:pt>
                <c:pt idx="42">
                  <c:v>10.94</c:v>
                </c:pt>
                <c:pt idx="44">
                  <c:v>14.02</c:v>
                </c:pt>
                <c:pt idx="61">
                  <c:v>19.27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'04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'04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'05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'05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'06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'06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51.72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Myogen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MYOG  ·  acquired by Gilead Sciences,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02, 2006   ·   Closed Nov 17, 2006   ·   Status: completed   ·   Pre-ann. volume 0.72×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Myogen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Myogen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19725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28285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791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532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820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108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56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274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136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51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484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227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530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257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60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848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136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23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4540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5142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Myogen Board appoints Engagement Committee and authorizes…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Myogen announces favorable results from first Phase 3 trial…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Myogen Board decides to proceed with GSK collaboration for…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non-binding offer to purchase Myogen at a…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03, 2006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Myogen executes collaboration agreements with GSK; Company…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Lazard representative contacts Myogen CEO Dr. Freytag…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and Myogen execute Initial Confidentiality Agreement.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submits non-binding expression of interest at $50.00…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and Myogen execute Confidentiality and Exclusivity…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non-binding indication of interest…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07, 2006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lowers its non-binding indication of interest to…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non-binding letter of interest at $48.00…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increases its offer to $51.00 per share.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increases its offer to $50.00 per share; Gilead…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2006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submits best and final offer of $52.50 per share…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Board approves the transaction; Merger Agreement is…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execution of the Merger…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16, 2006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completes the merger following exercise of the…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20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Myogen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5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2005-12-16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+64%  ($19.27→$31.51)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2005-08-19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+55%  ($14.02→$21.68)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2005-07-22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($8.46→$10.53)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2005-08-05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($10.94→$13.6)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Myogen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2006-10-02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Gilead and Myogen issue joint press release announcing execution of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2006-11-14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Gilead announces results of tender offer and acceptance of shares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2006-11-17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Gilead announces completion of merger and name change to Gilead Colorado, Inc.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