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Sheet1!$A$2:$A$120</c:f>
              <c:strCache>
                <c:ptCount val="119"/>
                <c:pt idx="0">
                  <c:v>Feb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</c:strCache>
            </c:strRef>
          </c:cat>
          <c:val>
            <c:numRef>
              <c:f>Sheet1!$B$2:$B$120</c:f>
              <c:numCache>
                <c:formatCode>General</c:formatCode>
                <c:ptCount val="119"/>
                <c:pt idx="0">
                  <c:v>101.69</c:v>
                </c:pt>
                <c:pt idx="1">
                  <c:v>101.09</c:v>
                </c:pt>
                <c:pt idx="2">
                  <c:v>82.82</c:v>
                </c:pt>
                <c:pt idx="3">
                  <c:v>90.17</c:v>
                </c:pt>
                <c:pt idx="4">
                  <c:v>87.99</c:v>
                </c:pt>
                <c:pt idx="5">
                  <c:v>63.16</c:v>
                </c:pt>
                <c:pt idx="6">
                  <c:v>61.57</c:v>
                </c:pt>
                <c:pt idx="7">
                  <c:v>61.97</c:v>
                </c:pt>
                <c:pt idx="8">
                  <c:v>68.12</c:v>
                </c:pt>
                <c:pt idx="9">
                  <c:v>86.4</c:v>
                </c:pt>
                <c:pt idx="10">
                  <c:v>86.79</c:v>
                </c:pt>
                <c:pt idx="11">
                  <c:v>86.2</c:v>
                </c:pt>
                <c:pt idx="12">
                  <c:v>74.28</c:v>
                </c:pt>
                <c:pt idx="13">
                  <c:v>70.71</c:v>
                </c:pt>
                <c:pt idx="14">
                  <c:v>72.1</c:v>
                </c:pt>
                <c:pt idx="15">
                  <c:v>72.49</c:v>
                </c:pt>
                <c:pt idx="16">
                  <c:v>75.67</c:v>
                </c:pt>
                <c:pt idx="17">
                  <c:v>67.13</c:v>
                </c:pt>
                <c:pt idx="18">
                  <c:v>65.34</c:v>
                </c:pt>
                <c:pt idx="19">
                  <c:v>67.93</c:v>
                </c:pt>
                <c:pt idx="20">
                  <c:v>60.18</c:v>
                </c:pt>
                <c:pt idx="21">
                  <c:v>80.44</c:v>
                </c:pt>
                <c:pt idx="22">
                  <c:v>78.45</c:v>
                </c:pt>
                <c:pt idx="23">
                  <c:v>77.06</c:v>
                </c:pt>
                <c:pt idx="24">
                  <c:v>64.75</c:v>
                </c:pt>
                <c:pt idx="25">
                  <c:v>69.71</c:v>
                </c:pt>
                <c:pt idx="26">
                  <c:v>75.27</c:v>
                </c:pt>
                <c:pt idx="27">
                  <c:v>77.46</c:v>
                </c:pt>
                <c:pt idx="28">
                  <c:v>70.91</c:v>
                </c:pt>
                <c:pt idx="29">
                  <c:v>66.54</c:v>
                </c:pt>
                <c:pt idx="30">
                  <c:v>60.38</c:v>
                </c:pt>
                <c:pt idx="31">
                  <c:v>60.38</c:v>
                </c:pt>
                <c:pt idx="32">
                  <c:v>61.17</c:v>
                </c:pt>
                <c:pt idx="33">
                  <c:v>52.83</c:v>
                </c:pt>
                <c:pt idx="34">
                  <c:v>56.8</c:v>
                </c:pt>
                <c:pt idx="35">
                  <c:v>54.22</c:v>
                </c:pt>
                <c:pt idx="36">
                  <c:v>69.12</c:v>
                </c:pt>
                <c:pt idx="37">
                  <c:v>59.19</c:v>
                </c:pt>
                <c:pt idx="38">
                  <c:v>67.93</c:v>
                </c:pt>
                <c:pt idx="39">
                  <c:v>77.26</c:v>
                </c:pt>
                <c:pt idx="40">
                  <c:v>84.61</c:v>
                </c:pt>
                <c:pt idx="41">
                  <c:v>56.8</c:v>
                </c:pt>
                <c:pt idx="42">
                  <c:v>64.95</c:v>
                </c:pt>
                <c:pt idx="43">
                  <c:v>27.81</c:v>
                </c:pt>
                <c:pt idx="44">
                  <c:v>27.41</c:v>
                </c:pt>
                <c:pt idx="45">
                  <c:v>28.2</c:v>
                </c:pt>
                <c:pt idx="46">
                  <c:v>29.79</c:v>
                </c:pt>
                <c:pt idx="47">
                  <c:v>25.03</c:v>
                </c:pt>
                <c:pt idx="48">
                  <c:v>21.05</c:v>
                </c:pt>
                <c:pt idx="49">
                  <c:v>19.07</c:v>
                </c:pt>
                <c:pt idx="50">
                  <c:v>20.46</c:v>
                </c:pt>
                <c:pt idx="51">
                  <c:v>20.26</c:v>
                </c:pt>
                <c:pt idx="52">
                  <c:v>24.83</c:v>
                </c:pt>
                <c:pt idx="53">
                  <c:v>30.98</c:v>
                </c:pt>
                <c:pt idx="54">
                  <c:v>29.79</c:v>
                </c:pt>
                <c:pt idx="55">
                  <c:v>28.2</c:v>
                </c:pt>
                <c:pt idx="56">
                  <c:v>27.21</c:v>
                </c:pt>
                <c:pt idx="57">
                  <c:v>25.42</c:v>
                </c:pt>
                <c:pt idx="58">
                  <c:v>24.43</c:v>
                </c:pt>
                <c:pt idx="59">
                  <c:v>21.85</c:v>
                </c:pt>
                <c:pt idx="60">
                  <c:v>20.26</c:v>
                </c:pt>
                <c:pt idx="61">
                  <c:v>18.27</c:v>
                </c:pt>
                <c:pt idx="62">
                  <c:v>17.88</c:v>
                </c:pt>
                <c:pt idx="63">
                  <c:v>21.05</c:v>
                </c:pt>
                <c:pt idx="64">
                  <c:v>20.46</c:v>
                </c:pt>
                <c:pt idx="65">
                  <c:v>19.27</c:v>
                </c:pt>
                <c:pt idx="66">
                  <c:v>17.88</c:v>
                </c:pt>
                <c:pt idx="67">
                  <c:v>18.07</c:v>
                </c:pt>
                <c:pt idx="68">
                  <c:v>19.07</c:v>
                </c:pt>
                <c:pt idx="69">
                  <c:v>17.88</c:v>
                </c:pt>
                <c:pt idx="70">
                  <c:v>19.46</c:v>
                </c:pt>
                <c:pt idx="71">
                  <c:v>18.27</c:v>
                </c:pt>
                <c:pt idx="72">
                  <c:v>24.23</c:v>
                </c:pt>
                <c:pt idx="73">
                  <c:v>20.85</c:v>
                </c:pt>
                <c:pt idx="74">
                  <c:v>24.23</c:v>
                </c:pt>
                <c:pt idx="75">
                  <c:v>22.05</c:v>
                </c:pt>
                <c:pt idx="76">
                  <c:v>19.86</c:v>
                </c:pt>
                <c:pt idx="77">
                  <c:v>14.1</c:v>
                </c:pt>
                <c:pt idx="78">
                  <c:v>13.7</c:v>
                </c:pt>
                <c:pt idx="79">
                  <c:v>11.12</c:v>
                </c:pt>
                <c:pt idx="80">
                  <c:v>10.53</c:v>
                </c:pt>
                <c:pt idx="81">
                  <c:v>12.12</c:v>
                </c:pt>
                <c:pt idx="82">
                  <c:v>9.33</c:v>
                </c:pt>
                <c:pt idx="83">
                  <c:v>9.93</c:v>
                </c:pt>
                <c:pt idx="84">
                  <c:v>11.32</c:v>
                </c:pt>
                <c:pt idx="85">
                  <c:v>10.13</c:v>
                </c:pt>
                <c:pt idx="86">
                  <c:v>9.73</c:v>
                </c:pt>
                <c:pt idx="87">
                  <c:v>9.53</c:v>
                </c:pt>
                <c:pt idx="88">
                  <c:v>9.33</c:v>
                </c:pt>
                <c:pt idx="89">
                  <c:v>8.14</c:v>
                </c:pt>
                <c:pt idx="90">
                  <c:v>6.36</c:v>
                </c:pt>
                <c:pt idx="91">
                  <c:v>6.95</c:v>
                </c:pt>
                <c:pt idx="92">
                  <c:v>8.14</c:v>
                </c:pt>
                <c:pt idx="93">
                  <c:v>9.14</c:v>
                </c:pt>
                <c:pt idx="94">
                  <c:v>125.92</c:v>
                </c:pt>
                <c:pt idx="95">
                  <c:v>168.82</c:v>
                </c:pt>
                <c:pt idx="96">
                  <c:v>174.38</c:v>
                </c:pt>
                <c:pt idx="97">
                  <c:v>182.33</c:v>
                </c:pt>
                <c:pt idx="98">
                  <c:v>168.03</c:v>
                </c:pt>
                <c:pt idx="99">
                  <c:v>165.84</c:v>
                </c:pt>
                <c:pt idx="100">
                  <c:v>154.92</c:v>
                </c:pt>
                <c:pt idx="101">
                  <c:v>153.93</c:v>
                </c:pt>
                <c:pt idx="102">
                  <c:v>124.93</c:v>
                </c:pt>
                <c:pt idx="103">
                  <c:v>144.39</c:v>
                </c:pt>
                <c:pt idx="104">
                  <c:v>81.03</c:v>
                </c:pt>
                <c:pt idx="105">
                  <c:v>81.03</c:v>
                </c:pt>
                <c:pt idx="106">
                  <c:v>79.45</c:v>
                </c:pt>
                <c:pt idx="107">
                  <c:v>74.48</c:v>
                </c:pt>
                <c:pt idx="108">
                  <c:v>77.46</c:v>
                </c:pt>
                <c:pt idx="109">
                  <c:v>4.08</c:v>
                </c:pt>
                <c:pt idx="110">
                  <c:v>4.95</c:v>
                </c:pt>
                <c:pt idx="111">
                  <c:v>5.15</c:v>
                </c:pt>
                <c:pt idx="112">
                  <c:v>4.14</c:v>
                </c:pt>
                <c:pt idx="113">
                  <c:v>4.16</c:v>
                </c:pt>
                <c:pt idx="114">
                  <c:v>3.95</c:v>
                </c:pt>
                <c:pt idx="115">
                  <c:v>3.5</c:v>
                </c:pt>
                <c:pt idx="116">
                  <c:v>4.97</c:v>
                </c:pt>
                <c:pt idx="117">
                  <c:v>4.99</c:v>
                </c:pt>
                <c:pt idx="118">
                  <c:v>4.97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Sheet1!$A$2:$A$120</c:f>
              <c:strCache>
                <c:ptCount val="119"/>
                <c:pt idx="0">
                  <c:v>Feb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</c:strCache>
            </c:strRef>
          </c:cat>
          <c:val>
            <c:numRef>
              <c:f>Sheet1!$C$2:$C$120</c:f>
              <c:numCache>
                <c:formatCode>General</c:formatCode>
                <c:ptCount val="119"/>
                <c:pt idx="4">
                  <c:v>87.99</c:v>
                </c:pt>
                <c:pt idx="8">
                  <c:v>68.12</c:v>
                </c:pt>
                <c:pt idx="20">
                  <c:v>60.18</c:v>
                </c:pt>
                <c:pt idx="35">
                  <c:v>54.22</c:v>
                </c:pt>
                <c:pt idx="40">
                  <c:v>84.61</c:v>
                </c:pt>
                <c:pt idx="42">
                  <c:v>64.95</c:v>
                </c:pt>
                <c:pt idx="115">
                  <c:v>3.5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Sheet1!$A$2:$A$120</c:f>
              <c:strCache>
                <c:ptCount val="119"/>
                <c:pt idx="0">
                  <c:v>Feb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</c:strCache>
            </c:strRef>
          </c:cat>
          <c:val>
            <c:numRef>
              <c:f>Sheet1!$D$2:$D$120</c:f>
              <c:numCache>
                <c:formatCode>General</c:formatCode>
                <c:ptCount val="119"/>
                <c:pt idx="52">
                  <c:v>24.83</c:v>
                </c:pt>
                <c:pt idx="71">
                  <c:v>18.27</c:v>
                </c:pt>
                <c:pt idx="76">
                  <c:v>19.86</c:v>
                </c:pt>
                <c:pt idx="93">
                  <c:v>9.14</c:v>
                </c:pt>
                <c:pt idx="94">
                  <c:v>125.92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Sheet1!$A$2:$A$120</c:f>
              <c:strCache>
                <c:ptCount val="119"/>
                <c:pt idx="0">
                  <c:v>Feb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</c:strCache>
            </c:strRef>
          </c:cat>
          <c:val>
            <c:numRef>
              <c:f>Sheet1!$E$2:$E$120</c:f>
              <c:numCache>
                <c:formatCode>General</c:formatCode>
                <c:ptCount val="119"/>
                <c:pt idx="104">
                  <c:v>81.03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bluebird bio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BLUE  ·  acquired by Beacon Parent Holdings, L.P. (backed by The Carlyle Group and SK Capital Partners)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-98%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21, 2025   ·   Closed Jun 02, 2025   ·   Status: completed   ·   Pre-ann. volume 0.42×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bluebird bio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bluebird bio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16026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4586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305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623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259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50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168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191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213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326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0539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0991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1669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029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9385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Sep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23, 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approves restructuring plan including 25% headcount…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executes confidentiality agreement with PJ Carlin &amp;…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24, 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PJC delivers Proposal 1: $100M upfront cash plus $60M CVR.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14, 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PJC delivers Proposal 2: $10.00 per share upfront plus…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20,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delivers non-binding proposal for asset acquisition…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30, 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PJC reduces offer (Proposal 4) to $3.00 per share upfront…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06,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PJC delivers 'best and final' Proposal 5: $3.00 upfront…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13,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denies PRV application for LYFGENIA; PJC removes PRV…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17,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SK Capital joins Carlyle as a financing partner.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21, 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executed and announced.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07,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28,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receives unsolicited proposal from Ayrmid Ltd…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13, 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amended to add $5.00 all-cash election…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29, 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59.8% of shares tendered.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02, 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bluebird 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14 unexplained pre-announcement move weeks (of 17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2024-12-13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+1293%  ($0.46→$6.34)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2023-12-22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-57%  ($3.27→$1.4)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427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2024-12-20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+34%  ($6.34→$8.5)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63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2023-07-21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+34%  ($3.03→$4.05)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581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2023-12-08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-33%  ($4.26→$2.86)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441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2024-07-12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+32%  ($0.92→$1.22)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224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2024-08-16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-29%  ($1→$0.71)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189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2023-03-31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-28%  ($4.43→$3.18)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693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bluebird bio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2023-12-09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Long-term Follow-up Data From bluebird’s Gene Therapy Program in Sickle Cell Disease Support Durable…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2023-12-10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Long-Term Data Presented at ASH Support beti-cel as a Potentially Curative Gene Therapy for β-Thalassemia…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2023-12-20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Bluebird Bio Stock Is in Free Fall Weeks After a Landmark FDA Approval. Here’s Why.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2024-06-17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7 Breakthrough Biotech Stocks for a Shot of Portfolio Adrenaline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2025-02-21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bluebird bio Announces Definitive Agreement to be Acquired by Carlyle and SK Capital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2025-02-21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bluebird bio enters into Merger Agreement with Beacon Parent Holdings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Carlyle, SK Capital Partners and bluebird bio Amend Merger Agreement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bluebird bio and Parent amend Merger Agreement to include $5.00 all-cash election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Which Gene Therapy Technology Wins? New Data from Spherix Global Insights Reveals Emerging Hematologist…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