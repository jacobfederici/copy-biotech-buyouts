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Sheet1!$A$2:$A$74</c:f>
              <c:strCache>
                <c:ptCount val="73"/>
                <c:pt idx="0">
                  <c:v>Oct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Nov '07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Jan '08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Feb '08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Mar '08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Jun '08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Aug '08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Sep '08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Oct '08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Jan '09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Feb '09</c:v>
                </c:pt>
              </c:strCache>
            </c:strRef>
          </c:cat>
          <c:val>
            <c:numRef>
              <c:f>Sheet1!$B$2:$B$74</c:f>
              <c:numCache>
                <c:formatCode>General</c:formatCode>
                <c:ptCount val="73"/>
                <c:pt idx="0">
                  <c:v>8.5</c:v>
                </c:pt>
                <c:pt idx="1">
                  <c:v>8.11</c:v>
                </c:pt>
                <c:pt idx="2">
                  <c:v>8.64</c:v>
                </c:pt>
                <c:pt idx="3">
                  <c:v>8.7</c:v>
                </c:pt>
                <c:pt idx="4">
                  <c:v>9.3</c:v>
                </c:pt>
                <c:pt idx="5">
                  <c:v>9.4</c:v>
                </c:pt>
                <c:pt idx="6">
                  <c:v>8.84</c:v>
                </c:pt>
                <c:pt idx="7">
                  <c:v>9.48</c:v>
                </c:pt>
                <c:pt idx="8">
                  <c:v>9.1</c:v>
                </c:pt>
                <c:pt idx="9">
                  <c:v>9.13</c:v>
                </c:pt>
                <c:pt idx="10">
                  <c:v>9.0</c:v>
                </c:pt>
                <c:pt idx="11">
                  <c:v>9.04</c:v>
                </c:pt>
                <c:pt idx="12">
                  <c:v>9.01</c:v>
                </c:pt>
                <c:pt idx="13">
                  <c:v>9.0</c:v>
                </c:pt>
                <c:pt idx="14">
                  <c:v>8.92</c:v>
                </c:pt>
                <c:pt idx="15">
                  <c:v>9.48</c:v>
                </c:pt>
                <c:pt idx="16">
                  <c:v>8.63</c:v>
                </c:pt>
                <c:pt idx="17">
                  <c:v>8.83</c:v>
                </c:pt>
                <c:pt idx="18">
                  <c:v>9.25</c:v>
                </c:pt>
                <c:pt idx="19">
                  <c:v>8.51</c:v>
                </c:pt>
                <c:pt idx="20">
                  <c:v>8.68</c:v>
                </c:pt>
                <c:pt idx="21">
                  <c:v>8.5</c:v>
                </c:pt>
                <c:pt idx="22">
                  <c:v>8.46</c:v>
                </c:pt>
                <c:pt idx="23">
                  <c:v>8.45</c:v>
                </c:pt>
                <c:pt idx="24">
                  <c:v>8.35</c:v>
                </c:pt>
                <c:pt idx="25">
                  <c:v>8.01</c:v>
                </c:pt>
                <c:pt idx="26">
                  <c:v>7.83</c:v>
                </c:pt>
                <c:pt idx="27">
                  <c:v>8.0</c:v>
                </c:pt>
                <c:pt idx="28">
                  <c:v>8.0</c:v>
                </c:pt>
                <c:pt idx="29">
                  <c:v>7.91</c:v>
                </c:pt>
                <c:pt idx="30">
                  <c:v>7.95</c:v>
                </c:pt>
                <c:pt idx="31">
                  <c:v>7.83</c:v>
                </c:pt>
                <c:pt idx="32">
                  <c:v>7.86</c:v>
                </c:pt>
                <c:pt idx="33">
                  <c:v>7.82</c:v>
                </c:pt>
                <c:pt idx="34">
                  <c:v>7.01</c:v>
                </c:pt>
                <c:pt idx="35">
                  <c:v>7.23</c:v>
                </c:pt>
                <c:pt idx="36">
                  <c:v>6.98</c:v>
                </c:pt>
                <c:pt idx="37">
                  <c:v>6.31</c:v>
                </c:pt>
                <c:pt idx="38">
                  <c:v>6.93</c:v>
                </c:pt>
                <c:pt idx="39">
                  <c:v>6.98</c:v>
                </c:pt>
                <c:pt idx="40">
                  <c:v>6.69</c:v>
                </c:pt>
                <c:pt idx="41">
                  <c:v>6.65</c:v>
                </c:pt>
                <c:pt idx="42">
                  <c:v>6.5</c:v>
                </c:pt>
                <c:pt idx="43">
                  <c:v>6.02</c:v>
                </c:pt>
                <c:pt idx="44">
                  <c:v>5.99</c:v>
                </c:pt>
                <c:pt idx="45">
                  <c:v>5.92</c:v>
                </c:pt>
                <c:pt idx="46">
                  <c:v>7.06</c:v>
                </c:pt>
                <c:pt idx="47">
                  <c:v>7.43</c:v>
                </c:pt>
                <c:pt idx="48">
                  <c:v>6.85</c:v>
                </c:pt>
                <c:pt idx="49">
                  <c:v>6.83</c:v>
                </c:pt>
                <c:pt idx="50">
                  <c:v>6.26</c:v>
                </c:pt>
                <c:pt idx="51">
                  <c:v>6.01</c:v>
                </c:pt>
                <c:pt idx="52">
                  <c:v>3.84</c:v>
                </c:pt>
                <c:pt idx="53">
                  <c:v>5.5</c:v>
                </c:pt>
                <c:pt idx="54">
                  <c:v>5.48</c:v>
                </c:pt>
                <c:pt idx="55">
                  <c:v>6.51</c:v>
                </c:pt>
                <c:pt idx="56">
                  <c:v>6.42</c:v>
                </c:pt>
                <c:pt idx="57">
                  <c:v>6.41</c:v>
                </c:pt>
                <c:pt idx="58">
                  <c:v>1.02</c:v>
                </c:pt>
                <c:pt idx="59">
                  <c:v>1.23</c:v>
                </c:pt>
                <c:pt idx="60">
                  <c:v>2.75</c:v>
                </c:pt>
                <c:pt idx="61">
                  <c:v>1.04</c:v>
                </c:pt>
                <c:pt idx="62">
                  <c:v>0.63</c:v>
                </c:pt>
                <c:pt idx="63">
                  <c:v>0.52</c:v>
                </c:pt>
                <c:pt idx="64">
                  <c:v>0.61</c:v>
                </c:pt>
                <c:pt idx="65">
                  <c:v>1.02</c:v>
                </c:pt>
                <c:pt idx="66">
                  <c:v>2.45</c:v>
                </c:pt>
                <c:pt idx="67">
                  <c:v>2.43</c:v>
                </c:pt>
                <c:pt idx="68">
                  <c:v>2.48</c:v>
                </c:pt>
                <c:pt idx="69">
                  <c:v>2.45</c:v>
                </c:pt>
                <c:pt idx="70">
                  <c:v>2.45</c:v>
                </c:pt>
                <c:pt idx="71">
                  <c:v>2.64</c:v>
                </c:pt>
                <c:pt idx="72">
                  <c:v>2.64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Sheet1!$A$2:$A$74</c:f>
              <c:strCache>
                <c:ptCount val="73"/>
                <c:pt idx="0">
                  <c:v>Oct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Nov '07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Jan '08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Feb '08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Mar '08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Jun '08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Aug '08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Sep '08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Oct '08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Jan '09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Feb '09</c:v>
                </c:pt>
              </c:strCache>
            </c:strRef>
          </c:cat>
          <c:val>
            <c:numRef>
              <c:f>Sheet1!$C$2:$C$74</c:f>
              <c:numCache>
                <c:formatCode>General</c:formatCode>
                <c:ptCount val="73"/>
                <c:pt idx="51">
                  <c:v>6.01</c:v>
                </c:pt>
                <c:pt idx="52">
                  <c:v>3.84</c:v>
                </c:pt>
                <c:pt idx="57">
                  <c:v>6.41</c:v>
                </c:pt>
                <c:pt idx="58">
                  <c:v>1.02</c:v>
                </c:pt>
                <c:pt idx="59">
                  <c:v>1.23</c:v>
                </c:pt>
                <c:pt idx="60">
                  <c:v>2.75</c:v>
                </c:pt>
                <c:pt idx="61">
                  <c:v>1.04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Sheet1!$A$2:$A$74</c:f>
              <c:strCache>
                <c:ptCount val="73"/>
                <c:pt idx="0">
                  <c:v>Oct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Nov '07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Jan '08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Feb '08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Mar '08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Jun '08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Aug '08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Sep '08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Oct '08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Jan '09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Feb '09</c:v>
                </c:pt>
              </c:strCache>
            </c:strRef>
          </c:cat>
          <c:val>
            <c:numRef>
              <c:f>Sheet1!$D$2:$D$74</c:f>
              <c:numCache>
                <c:formatCode>General</c:formatCode>
                <c:ptCount val="73"/>
                <c:pt idx="65">
                  <c:v>1.02</c:v>
                </c:pt>
                <c:pt idx="66">
                  <c:v>2.45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Targanta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TARG  ·  acquired by The Medicines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12, 2009   ·   Closed Feb 25, 2009   ·   Status: completed   ·   Pre-ann. volume 0.23×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Targanta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Targanta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80110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88670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872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076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23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769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242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752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989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44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462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7362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0475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Sep 2008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02, 2008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Leerink Swann contacts The Medicines Company to discuss a…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06, 2008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Targanta and The Medicines Company execute a mutual…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advisory committee votes 10 to 8 that oritavancin data…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issues a complete response letter requiring an…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Medicines Company submits an initial proposal to…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20, 2008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Medicines Company increases offer to up to $6.55 per…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06, 2009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Medicines Company revises offer to an all-cash…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08, 2009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Medicines Company delivers 'best and final' offer of…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11, 2009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Targanta Board of Directors approves the merger agreement…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and Stockholder Agreements are executed…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27, 2009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24, 2009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 with approximately 98% of…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accepts shares for payment and completes the…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Targanta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7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2008-12-05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+124%  ($1.23→$2.75)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2008-11-21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-84%  ($6.41→$1.02)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2008-12-12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-62%  ($2.75→$1.04)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+43%  ($3.84→$5.5)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2008-12-19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-39%  ($1.04→$0.63)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-36%  ($6.01→$3.84)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94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2008-11-28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($1.02→$1.23)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Targanta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2009-02-25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Targanta Therapeutics Corporation Announces Completion of Merger and Delisting from NASDAQ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