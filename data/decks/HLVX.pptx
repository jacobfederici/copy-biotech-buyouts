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14.74</c:v>
                </c:pt>
                <c:pt idx="1">
                  <c:v>12.21</c:v>
                </c:pt>
                <c:pt idx="2">
                  <c:v>12.84</c:v>
                </c:pt>
                <c:pt idx="3">
                  <c:v>12.93</c:v>
                </c:pt>
                <c:pt idx="4">
                  <c:v>12.61</c:v>
                </c:pt>
                <c:pt idx="5">
                  <c:v>14.41</c:v>
                </c:pt>
                <c:pt idx="6">
                  <c:v>13.04</c:v>
                </c:pt>
                <c:pt idx="7">
                  <c:v>13.45</c:v>
                </c:pt>
                <c:pt idx="8">
                  <c:v>13.01</c:v>
                </c:pt>
                <c:pt idx="9">
                  <c:v>11.81</c:v>
                </c:pt>
                <c:pt idx="10">
                  <c:v>10.35</c:v>
                </c:pt>
                <c:pt idx="11">
                  <c:v>10.95</c:v>
                </c:pt>
                <c:pt idx="12">
                  <c:v>12.75</c:v>
                </c:pt>
                <c:pt idx="13">
                  <c:v>13.23</c:v>
                </c:pt>
                <c:pt idx="14">
                  <c:v>13.58</c:v>
                </c:pt>
                <c:pt idx="15">
                  <c:v>13.9</c:v>
                </c:pt>
                <c:pt idx="16">
                  <c:v>14.41</c:v>
                </c:pt>
                <c:pt idx="17">
                  <c:v>14.94</c:v>
                </c:pt>
                <c:pt idx="18">
                  <c:v>14.64</c:v>
                </c:pt>
                <c:pt idx="19">
                  <c:v>15.14</c:v>
                </c:pt>
                <c:pt idx="20">
                  <c:v>16.05</c:v>
                </c:pt>
                <c:pt idx="21">
                  <c:v>15.19</c:v>
                </c:pt>
                <c:pt idx="22">
                  <c:v>14.89</c:v>
                </c:pt>
                <c:pt idx="23">
                  <c:v>14.83</c:v>
                </c:pt>
                <c:pt idx="24">
                  <c:v>15.35</c:v>
                </c:pt>
                <c:pt idx="25">
                  <c:v>14.5</c:v>
                </c:pt>
                <c:pt idx="26">
                  <c:v>15.0</c:v>
                </c:pt>
                <c:pt idx="27">
                  <c:v>15.33</c:v>
                </c:pt>
                <c:pt idx="28">
                  <c:v>15.82</c:v>
                </c:pt>
                <c:pt idx="29">
                  <c:v>19.0</c:v>
                </c:pt>
                <c:pt idx="30">
                  <c:v>18.42</c:v>
                </c:pt>
                <c:pt idx="31">
                  <c:v>18.0</c:v>
                </c:pt>
                <c:pt idx="32">
                  <c:v>16.75</c:v>
                </c:pt>
                <c:pt idx="33">
                  <c:v>16.63</c:v>
                </c:pt>
                <c:pt idx="34">
                  <c:v>14.52</c:v>
                </c:pt>
                <c:pt idx="35">
                  <c:v>15.04</c:v>
                </c:pt>
                <c:pt idx="36">
                  <c:v>12.3</c:v>
                </c:pt>
                <c:pt idx="37">
                  <c:v>12.79</c:v>
                </c:pt>
                <c:pt idx="38">
                  <c:v>13.61</c:v>
                </c:pt>
                <c:pt idx="39">
                  <c:v>13.84</c:v>
                </c:pt>
                <c:pt idx="40">
                  <c:v>15.84</c:v>
                </c:pt>
                <c:pt idx="41">
                  <c:v>12.89</c:v>
                </c:pt>
                <c:pt idx="42">
                  <c:v>12.14</c:v>
                </c:pt>
                <c:pt idx="43">
                  <c:v>13.54</c:v>
                </c:pt>
                <c:pt idx="44">
                  <c:v>15.09</c:v>
                </c:pt>
                <c:pt idx="45">
                  <c:v>13.07</c:v>
                </c:pt>
                <c:pt idx="46">
                  <c:v>14.46</c:v>
                </c:pt>
                <c:pt idx="47">
                  <c:v>14.06</c:v>
                </c:pt>
                <c:pt idx="48">
                  <c:v>1.75</c:v>
                </c:pt>
                <c:pt idx="49">
                  <c:v>1.77</c:v>
                </c:pt>
                <c:pt idx="50">
                  <c:v>1.89</c:v>
                </c:pt>
                <c:pt idx="51">
                  <c:v>1.7</c:v>
                </c:pt>
                <c:pt idx="52">
                  <c:v>1.6</c:v>
                </c:pt>
                <c:pt idx="53">
                  <c:v>1.79</c:v>
                </c:pt>
                <c:pt idx="54">
                  <c:v>1.94</c:v>
                </c:pt>
                <c:pt idx="55">
                  <c:v>1.87</c:v>
                </c:pt>
                <c:pt idx="56">
                  <c:v>1.74</c:v>
                </c:pt>
                <c:pt idx="57">
                  <c:v>1.83</c:v>
                </c:pt>
                <c:pt idx="58">
                  <c:v>1.8</c:v>
                </c:pt>
                <c:pt idx="59">
                  <c:v>1.76</c:v>
                </c:pt>
                <c:pt idx="60">
                  <c:v>1.77</c:v>
                </c:pt>
                <c:pt idx="61">
                  <c:v>1.8</c:v>
                </c:pt>
                <c:pt idx="62">
                  <c:v>1.88</c:v>
                </c:pt>
                <c:pt idx="63">
                  <c:v>1.81</c:v>
                </c:pt>
                <c:pt idx="64">
                  <c:v>1.87</c:v>
                </c:pt>
                <c:pt idx="65">
                  <c:v>1.91</c:v>
                </c:pt>
                <c:pt idx="66">
                  <c:v>1.83</c:v>
                </c:pt>
                <c:pt idx="67">
                  <c:v>1.86</c:v>
                </c:pt>
                <c:pt idx="68">
                  <c:v>1.93</c:v>
                </c:pt>
                <c:pt idx="69">
                  <c:v>2.01</c:v>
                </c:pt>
                <c:pt idx="70">
                  <c:v>1.96</c:v>
                </c:pt>
                <c:pt idx="71">
                  <c:v>1.86</c:v>
                </c:pt>
                <c:pt idx="72">
                  <c:v>1.94</c:v>
                </c:pt>
                <c:pt idx="73">
                  <c:v>2.09</c:v>
                </c:pt>
                <c:pt idx="74">
                  <c:v>2.05</c:v>
                </c:pt>
                <c:pt idx="75">
                  <c:v>1.9</c:v>
                </c:pt>
                <c:pt idx="76">
                  <c:v>1.97</c:v>
                </c:pt>
                <c:pt idx="77">
                  <c:v>1.97</c:v>
                </c:pt>
                <c:pt idx="78">
                  <c:v>1.86</c:v>
                </c:pt>
                <c:pt idx="79">
                  <c:v>1.86</c:v>
                </c:pt>
                <c:pt idx="80">
                  <c:v>1.83</c:v>
                </c:pt>
                <c:pt idx="81">
                  <c:v>1.79</c:v>
                </c:pt>
                <c:pt idx="82">
                  <c:v>1.84</c:v>
                </c:pt>
                <c:pt idx="83">
                  <c:v>1.75</c:v>
                </c:pt>
                <c:pt idx="84">
                  <c:v>1.68</c:v>
                </c:pt>
                <c:pt idx="85">
                  <c:v>1.59</c:v>
                </c:pt>
                <c:pt idx="86">
                  <c:v>1.42</c:v>
                </c:pt>
                <c:pt idx="87">
                  <c:v>1.67</c:v>
                </c:pt>
                <c:pt idx="88">
                  <c:v>1.69</c:v>
                </c:pt>
                <c:pt idx="89">
                  <c:v>1.85</c:v>
                </c:pt>
                <c:pt idx="90">
                  <c:v>1.96</c:v>
                </c:pt>
                <c:pt idx="91">
                  <c:v>1.9</c:v>
                </c:pt>
                <c:pt idx="92">
                  <c:v>1.97</c:v>
                </c:pt>
                <c:pt idx="93">
                  <c:v>1.86</c:v>
                </c:pt>
                <c:pt idx="94">
                  <c:v>1.87</c:v>
                </c:pt>
                <c:pt idx="95">
                  <c:v>1.99</c:v>
                </c:pt>
                <c:pt idx="96">
                  <c:v>1.85</c:v>
                </c:pt>
                <c:pt idx="97">
                  <c:v>1.86</c:v>
                </c:pt>
                <c:pt idx="98">
                  <c:v>1.97</c:v>
                </c:pt>
                <c:pt idx="99">
                  <c:v>2.06</c:v>
                </c:pt>
                <c:pt idx="100">
                  <c:v>2.09</c:v>
                </c:pt>
                <c:pt idx="101">
                  <c:v>2.06</c:v>
                </c:pt>
                <c:pt idx="102">
                  <c:v>2.15</c:v>
                </c:pt>
                <c:pt idx="103">
                  <c:v>2.04</c:v>
                </c:pt>
                <c:pt idx="104">
                  <c:v>2.06</c:v>
                </c:pt>
                <c:pt idx="105">
                  <c:v>2.08</c:v>
                </c:pt>
                <c:pt idx="106">
                  <c:v>2.06</c:v>
                </c:pt>
                <c:pt idx="107">
                  <c:v>2.09</c:v>
                </c:pt>
                <c:pt idx="108">
                  <c:v>2.1</c:v>
                </c:pt>
                <c:pt idx="109">
                  <c:v>2.09</c:v>
                </c:pt>
                <c:pt idx="110">
                  <c:v>2.09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28">
                  <c:v>15.82</c:v>
                </c:pt>
                <c:pt idx="47">
                  <c:v>14.06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HilleVax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HLVX  ·  acquired by XOMA Royalty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04, 2025   ·   Closed Sep 17, 2025   ·   Status: completed   ·   Pre-ann. volume 0.37×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HilleVax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HilleVax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332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0892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44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315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84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505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971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467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434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684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178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166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HilleVax announces topline data from NEST-IN1 Phase 2b…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26,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approves 40% workforce reduction and engages Leerink…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Formal engagement of Leerink Partners for sale/merger…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forms Transaction Committee of independent directors…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(Parent) submits initial non-binding proposal at $12M…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revised proposal (Parent May 9 Proposal)…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HilleVax issues counter-proposal; Parent accepts terms.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HilleVax Board unanimously approves Merger Agreement and…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Merger Agreement and public announcement.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77.48%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HilleVax becomes a wholly owned…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HilleVax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-88%  ($14.06→$1.75)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($15.82→$19)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HilleVax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2022-12-05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HilleVax Announces Positive Immunogenicity Results for Run-In Cohort of NEST-IN1 Phase 2b Clinical Trial of…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HilleVax Reports Full Year 2022 Financial Results and Highlights Recent Company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HilleVax Reports First Quarter 2023 Financial Results and Highlights Recent Company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HilleVax Reports Second Quarter 2023 Financial Results and Highlights Recent Company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HilleVax Reports Third Quarter 2023 Financial Results and Highlights Recent Company Progress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HilleVax Reports Full Year 2024 Financial Results and Highlights Recent Company Progress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HilleVax Reports First Quarter 2025 Financial Results and Highlights Recent Company Progress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HilleVax Enters into a Definitive Agreement to be Acquired by XOMA Royalty for $1.95 in Cash per Share Plus…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HilleVax Enters into a Definitive Agreement to be Acquired by XOMA Royalty for $1.95 in Cash per Share Plus…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