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'11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1.45</c:v>
                </c:pt>
                <c:pt idx="1">
                  <c:v>1.47</c:v>
                </c:pt>
                <c:pt idx="2">
                  <c:v>1.5</c:v>
                </c:pt>
                <c:pt idx="3">
                  <c:v>1.51</c:v>
                </c:pt>
                <c:pt idx="4">
                  <c:v>1.49</c:v>
                </c:pt>
                <c:pt idx="5">
                  <c:v>1.46</c:v>
                </c:pt>
                <c:pt idx="6">
                  <c:v>1.35</c:v>
                </c:pt>
                <c:pt idx="7">
                  <c:v>1.45</c:v>
                </c:pt>
                <c:pt idx="8">
                  <c:v>1.55</c:v>
                </c:pt>
                <c:pt idx="9">
                  <c:v>1.46</c:v>
                </c:pt>
                <c:pt idx="10">
                  <c:v>1.52</c:v>
                </c:pt>
                <c:pt idx="11">
                  <c:v>1.58</c:v>
                </c:pt>
                <c:pt idx="12">
                  <c:v>1.55</c:v>
                </c:pt>
                <c:pt idx="13">
                  <c:v>1.57</c:v>
                </c:pt>
                <c:pt idx="14">
                  <c:v>1.52</c:v>
                </c:pt>
                <c:pt idx="15">
                  <c:v>1.45</c:v>
                </c:pt>
                <c:pt idx="16">
                  <c:v>1.47</c:v>
                </c:pt>
                <c:pt idx="17">
                  <c:v>1.53</c:v>
                </c:pt>
                <c:pt idx="18">
                  <c:v>1.85</c:v>
                </c:pt>
                <c:pt idx="19">
                  <c:v>2.03</c:v>
                </c:pt>
                <c:pt idx="20">
                  <c:v>1.87</c:v>
                </c:pt>
                <c:pt idx="21">
                  <c:v>1.8</c:v>
                </c:pt>
                <c:pt idx="22">
                  <c:v>1.86</c:v>
                </c:pt>
                <c:pt idx="23">
                  <c:v>1.82</c:v>
                </c:pt>
                <c:pt idx="24">
                  <c:v>1.87</c:v>
                </c:pt>
                <c:pt idx="25">
                  <c:v>2.03</c:v>
                </c:pt>
                <c:pt idx="26">
                  <c:v>1.95</c:v>
                </c:pt>
                <c:pt idx="27">
                  <c:v>1.77</c:v>
                </c:pt>
                <c:pt idx="28">
                  <c:v>1.75</c:v>
                </c:pt>
                <c:pt idx="29">
                  <c:v>1.42</c:v>
                </c:pt>
                <c:pt idx="30">
                  <c:v>1.62</c:v>
                </c:pt>
                <c:pt idx="31">
                  <c:v>1.57</c:v>
                </c:pt>
                <c:pt idx="32">
                  <c:v>1.42</c:v>
                </c:pt>
                <c:pt idx="33">
                  <c:v>1.37</c:v>
                </c:pt>
                <c:pt idx="34">
                  <c:v>1.22</c:v>
                </c:pt>
                <c:pt idx="35">
                  <c:v>1.05</c:v>
                </c:pt>
                <c:pt idx="36">
                  <c:v>1.07</c:v>
                </c:pt>
                <c:pt idx="37">
                  <c:v>1.07</c:v>
                </c:pt>
                <c:pt idx="38">
                  <c:v>1.01</c:v>
                </c:pt>
                <c:pt idx="39">
                  <c:v>1.11</c:v>
                </c:pt>
                <c:pt idx="40">
                  <c:v>1.2</c:v>
                </c:pt>
                <c:pt idx="41">
                  <c:v>1.13</c:v>
                </c:pt>
                <c:pt idx="42">
                  <c:v>1.15</c:v>
                </c:pt>
                <c:pt idx="43">
                  <c:v>1.07</c:v>
                </c:pt>
                <c:pt idx="44">
                  <c:v>1.11</c:v>
                </c:pt>
                <c:pt idx="45">
                  <c:v>1.1</c:v>
                </c:pt>
                <c:pt idx="46">
                  <c:v>1.13</c:v>
                </c:pt>
                <c:pt idx="47">
                  <c:v>1.1</c:v>
                </c:pt>
                <c:pt idx="48">
                  <c:v>1.07</c:v>
                </c:pt>
                <c:pt idx="49">
                  <c:v>1.15</c:v>
                </c:pt>
                <c:pt idx="50">
                  <c:v>1.31</c:v>
                </c:pt>
                <c:pt idx="51">
                  <c:v>1.24</c:v>
                </c:pt>
                <c:pt idx="52">
                  <c:v>1.24</c:v>
                </c:pt>
                <c:pt idx="53">
                  <c:v>1.25</c:v>
                </c:pt>
                <c:pt idx="54">
                  <c:v>1.23</c:v>
                </c:pt>
                <c:pt idx="55">
                  <c:v>1.21</c:v>
                </c:pt>
                <c:pt idx="56">
                  <c:v>1.2</c:v>
                </c:pt>
                <c:pt idx="57">
                  <c:v>1.19</c:v>
                </c:pt>
                <c:pt idx="58">
                  <c:v>1.18</c:v>
                </c:pt>
                <c:pt idx="59">
                  <c:v>1.17</c:v>
                </c:pt>
                <c:pt idx="60">
                  <c:v>1.18</c:v>
                </c:pt>
                <c:pt idx="61">
                  <c:v>1.21</c:v>
                </c:pt>
                <c:pt idx="62">
                  <c:v>1.31</c:v>
                </c:pt>
                <c:pt idx="63">
                  <c:v>1.48</c:v>
                </c:pt>
                <c:pt idx="64">
                  <c:v>1.38</c:v>
                </c:pt>
                <c:pt idx="65">
                  <c:v>1.28</c:v>
                </c:pt>
                <c:pt idx="66">
                  <c:v>1.4</c:v>
                </c:pt>
                <c:pt idx="67">
                  <c:v>1.4</c:v>
                </c:pt>
                <c:pt idx="68">
                  <c:v>1.44</c:v>
                </c:pt>
                <c:pt idx="69">
                  <c:v>1.43</c:v>
                </c:pt>
                <c:pt idx="70">
                  <c:v>1.48</c:v>
                </c:pt>
                <c:pt idx="71">
                  <c:v>1.54</c:v>
                </c:pt>
                <c:pt idx="72">
                  <c:v>1.44</c:v>
                </c:pt>
                <c:pt idx="73">
                  <c:v>1.44</c:v>
                </c:pt>
                <c:pt idx="74">
                  <c:v>1.4</c:v>
                </c:pt>
                <c:pt idx="75">
                  <c:v>1.44</c:v>
                </c:pt>
                <c:pt idx="76">
                  <c:v>1.45</c:v>
                </c:pt>
                <c:pt idx="77">
                  <c:v>1.48</c:v>
                </c:pt>
                <c:pt idx="78">
                  <c:v>1.39</c:v>
                </c:pt>
                <c:pt idx="79">
                  <c:v>1.53</c:v>
                </c:pt>
                <c:pt idx="80">
                  <c:v>1.51</c:v>
                </c:pt>
                <c:pt idx="81">
                  <c:v>1.49</c:v>
                </c:pt>
                <c:pt idx="82">
                  <c:v>1.52</c:v>
                </c:pt>
                <c:pt idx="83">
                  <c:v>1.64</c:v>
                </c:pt>
                <c:pt idx="84">
                  <c:v>1.54</c:v>
                </c:pt>
                <c:pt idx="85">
                  <c:v>1.89</c:v>
                </c:pt>
                <c:pt idx="86">
                  <c:v>1.78</c:v>
                </c:pt>
                <c:pt idx="87">
                  <c:v>2.09</c:v>
                </c:pt>
                <c:pt idx="88">
                  <c:v>2.63</c:v>
                </c:pt>
                <c:pt idx="89">
                  <c:v>2.43</c:v>
                </c:pt>
                <c:pt idx="90">
                  <c:v>2.48</c:v>
                </c:pt>
                <c:pt idx="91">
                  <c:v>2.22</c:v>
                </c:pt>
                <c:pt idx="92">
                  <c:v>2.3</c:v>
                </c:pt>
                <c:pt idx="93">
                  <c:v>2.31</c:v>
                </c:pt>
                <c:pt idx="94">
                  <c:v>2.56</c:v>
                </c:pt>
                <c:pt idx="95">
                  <c:v>2.09</c:v>
                </c:pt>
                <c:pt idx="96">
                  <c:v>2.22</c:v>
                </c:pt>
                <c:pt idx="97">
                  <c:v>2.14</c:v>
                </c:pt>
                <c:pt idx="98">
                  <c:v>2.03</c:v>
                </c:pt>
                <c:pt idx="99">
                  <c:v>1.73</c:v>
                </c:pt>
                <c:pt idx="100">
                  <c:v>1.72</c:v>
                </c:pt>
                <c:pt idx="101">
                  <c:v>1.55</c:v>
                </c:pt>
                <c:pt idx="102">
                  <c:v>1.93</c:v>
                </c:pt>
                <c:pt idx="103">
                  <c:v>1.92</c:v>
                </c:pt>
                <c:pt idx="104">
                  <c:v>4.49</c:v>
                </c:pt>
                <c:pt idx="105">
                  <c:v>4.44</c:v>
                </c:pt>
                <c:pt idx="106">
                  <c:v>4.69</c:v>
                </c:pt>
                <c:pt idx="107">
                  <c:v>4.67</c:v>
                </c:pt>
                <c:pt idx="108">
                  <c:v>4.71</c:v>
                </c:pt>
                <c:pt idx="109">
                  <c:v>4.6</c:v>
                </c:pt>
                <c:pt idx="110">
                  <c:v>4.77</c:v>
                </c:pt>
                <c:pt idx="111">
                  <c:v>4.77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'11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01">
                  <c:v>1.55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'11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7">
                  <c:v>1.53</c:v>
                </c:pt>
                <c:pt idx="84">
                  <c:v>1.54</c:v>
                </c:pt>
                <c:pt idx="87">
                  <c:v>2.09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'11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4.49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ADOLOR CORPORATION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ADLR  ·  acquired by Cubist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24, 2011   ·   Closed Dec 12, 2011   ·   Status: completed   ·   Pre-ann. volume 0.77×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ADOLOR CORPORATION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ADOLOR CORPORATION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4678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3238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21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813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64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091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596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559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947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51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495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919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8467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125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395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Adolor and Cubist management meet to discuss beloxepin.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CEO Michael Bonney calls Adolor CEO Michael…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Companies execute a Mutual Confidentiality and Non-Use…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Adolor announces positive Phase 2 results for ADL5945…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Adolor Board approves appointment of Stifel Nicolaus as…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06, 2011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delivers non-binding indication of interest at $4.00…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revises offer to $4.25 cash plus split CPRs for FDA…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Adolor counters with $4.75 cash and tiered CPR milestones.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Adolor and Cubist enter into an exclusivity agreement…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Adolor Board unanimously determines the offer is advisable…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period expires with ~75% of shares tendered.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expires; total shares tendered…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Short-form merger completed; Adolor becomes an indirect…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ADOLOR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2011-07-08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($2.09→$2.63)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2011-10-14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($1.55→$1.93)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2011-06-17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($1.54→$1.89)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2010-03-05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($1.53→$1.85)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ADOLOR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2011-10-24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Adolor and Cubist Announce Execution of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2011-11-10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Adolor Announces Third Quarter 2011 Financial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