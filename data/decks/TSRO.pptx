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Dec '16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'17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'17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'17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'17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'17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'18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'18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'18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'18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'18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Jan '19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129.97</c:v>
                </c:pt>
                <c:pt idx="1">
                  <c:v>131.43</c:v>
                </c:pt>
                <c:pt idx="2">
                  <c:v>139.86</c:v>
                </c:pt>
                <c:pt idx="3">
                  <c:v>134.48</c:v>
                </c:pt>
                <c:pt idx="4">
                  <c:v>143.58</c:v>
                </c:pt>
                <c:pt idx="5">
                  <c:v>156.41</c:v>
                </c:pt>
                <c:pt idx="6">
                  <c:v>147.0</c:v>
                </c:pt>
                <c:pt idx="7">
                  <c:v>153.85</c:v>
                </c:pt>
                <c:pt idx="8">
                  <c:v>164.18</c:v>
                </c:pt>
                <c:pt idx="9">
                  <c:v>182.02</c:v>
                </c:pt>
                <c:pt idx="10">
                  <c:v>190.36</c:v>
                </c:pt>
                <c:pt idx="11">
                  <c:v>186.9</c:v>
                </c:pt>
                <c:pt idx="12">
                  <c:v>180.84</c:v>
                </c:pt>
                <c:pt idx="13">
                  <c:v>173.3</c:v>
                </c:pt>
                <c:pt idx="14">
                  <c:v>149.99</c:v>
                </c:pt>
                <c:pt idx="15">
                  <c:v>160.0</c:v>
                </c:pt>
                <c:pt idx="16">
                  <c:v>153.87</c:v>
                </c:pt>
                <c:pt idx="17">
                  <c:v>143.37</c:v>
                </c:pt>
                <c:pt idx="18">
                  <c:v>146.5</c:v>
                </c:pt>
                <c:pt idx="19">
                  <c:v>136.01</c:v>
                </c:pt>
                <c:pt idx="20">
                  <c:v>147.59</c:v>
                </c:pt>
                <c:pt idx="21">
                  <c:v>145.13</c:v>
                </c:pt>
                <c:pt idx="22">
                  <c:v>145.6</c:v>
                </c:pt>
                <c:pt idx="23">
                  <c:v>152.34</c:v>
                </c:pt>
                <c:pt idx="24">
                  <c:v>149.11</c:v>
                </c:pt>
                <c:pt idx="25">
                  <c:v>151.11</c:v>
                </c:pt>
                <c:pt idx="26">
                  <c:v>138.78</c:v>
                </c:pt>
                <c:pt idx="27">
                  <c:v>144.31</c:v>
                </c:pt>
                <c:pt idx="28">
                  <c:v>146.72</c:v>
                </c:pt>
                <c:pt idx="29">
                  <c:v>139.86</c:v>
                </c:pt>
                <c:pt idx="30">
                  <c:v>134.79</c:v>
                </c:pt>
                <c:pt idx="31">
                  <c:v>126.17</c:v>
                </c:pt>
                <c:pt idx="32">
                  <c:v>131.97</c:v>
                </c:pt>
                <c:pt idx="33">
                  <c:v>134.15</c:v>
                </c:pt>
                <c:pt idx="34">
                  <c:v>128.59</c:v>
                </c:pt>
                <c:pt idx="35">
                  <c:v>111.85</c:v>
                </c:pt>
                <c:pt idx="36">
                  <c:v>113.86</c:v>
                </c:pt>
                <c:pt idx="37">
                  <c:v>126.37</c:v>
                </c:pt>
                <c:pt idx="38">
                  <c:v>133.6</c:v>
                </c:pt>
                <c:pt idx="39">
                  <c:v>120.32</c:v>
                </c:pt>
                <c:pt idx="40">
                  <c:v>117.16</c:v>
                </c:pt>
                <c:pt idx="41">
                  <c:v>119.04</c:v>
                </c:pt>
                <c:pt idx="42">
                  <c:v>129.1</c:v>
                </c:pt>
                <c:pt idx="43">
                  <c:v>119.83</c:v>
                </c:pt>
                <c:pt idx="44">
                  <c:v>123.0</c:v>
                </c:pt>
                <c:pt idx="45">
                  <c:v>116.4</c:v>
                </c:pt>
                <c:pt idx="46">
                  <c:v>115.62</c:v>
                </c:pt>
                <c:pt idx="47">
                  <c:v>110.91</c:v>
                </c:pt>
                <c:pt idx="48">
                  <c:v>91.09</c:v>
                </c:pt>
                <c:pt idx="49">
                  <c:v>85.9</c:v>
                </c:pt>
                <c:pt idx="50">
                  <c:v>83.41</c:v>
                </c:pt>
                <c:pt idx="51">
                  <c:v>85.16</c:v>
                </c:pt>
                <c:pt idx="52">
                  <c:v>84.39</c:v>
                </c:pt>
                <c:pt idx="53">
                  <c:v>80.58</c:v>
                </c:pt>
                <c:pt idx="54">
                  <c:v>80.68</c:v>
                </c:pt>
                <c:pt idx="55">
                  <c:v>82.87</c:v>
                </c:pt>
                <c:pt idx="56">
                  <c:v>78.29</c:v>
                </c:pt>
                <c:pt idx="57">
                  <c:v>69.59</c:v>
                </c:pt>
                <c:pt idx="58">
                  <c:v>63.91</c:v>
                </c:pt>
                <c:pt idx="59">
                  <c:v>69.23</c:v>
                </c:pt>
                <c:pt idx="60">
                  <c:v>59.94</c:v>
                </c:pt>
                <c:pt idx="61">
                  <c:v>58.89</c:v>
                </c:pt>
                <c:pt idx="62">
                  <c:v>60.0</c:v>
                </c:pt>
                <c:pt idx="63">
                  <c:v>60.74</c:v>
                </c:pt>
                <c:pt idx="64">
                  <c:v>57.68</c:v>
                </c:pt>
                <c:pt idx="65">
                  <c:v>68.12</c:v>
                </c:pt>
                <c:pt idx="66">
                  <c:v>61.81</c:v>
                </c:pt>
                <c:pt idx="67">
                  <c:v>60.38</c:v>
                </c:pt>
                <c:pt idx="68">
                  <c:v>57.14</c:v>
                </c:pt>
                <c:pt idx="69">
                  <c:v>54.7</c:v>
                </c:pt>
                <c:pt idx="70">
                  <c:v>52.26</c:v>
                </c:pt>
                <c:pt idx="71">
                  <c:v>51.58</c:v>
                </c:pt>
                <c:pt idx="72">
                  <c:v>52.56</c:v>
                </c:pt>
                <c:pt idx="73">
                  <c:v>49.96</c:v>
                </c:pt>
                <c:pt idx="74">
                  <c:v>49.94</c:v>
                </c:pt>
                <c:pt idx="75">
                  <c:v>47.71</c:v>
                </c:pt>
                <c:pt idx="76">
                  <c:v>51.76</c:v>
                </c:pt>
                <c:pt idx="77">
                  <c:v>46.89</c:v>
                </c:pt>
                <c:pt idx="78">
                  <c:v>43.67</c:v>
                </c:pt>
                <c:pt idx="79">
                  <c:v>39.77</c:v>
                </c:pt>
                <c:pt idx="80">
                  <c:v>49.62</c:v>
                </c:pt>
                <c:pt idx="81">
                  <c:v>44.47</c:v>
                </c:pt>
                <c:pt idx="82">
                  <c:v>45.17</c:v>
                </c:pt>
                <c:pt idx="83">
                  <c:v>44.9</c:v>
                </c:pt>
                <c:pt idx="84">
                  <c:v>39.24</c:v>
                </c:pt>
                <c:pt idx="85">
                  <c:v>35.12</c:v>
                </c:pt>
                <c:pt idx="86">
                  <c:v>26.97</c:v>
                </c:pt>
                <c:pt idx="87">
                  <c:v>26.67</c:v>
                </c:pt>
                <c:pt idx="88">
                  <c:v>28.78</c:v>
                </c:pt>
                <c:pt idx="89">
                  <c:v>30.1</c:v>
                </c:pt>
                <c:pt idx="90">
                  <c:v>32.45</c:v>
                </c:pt>
                <c:pt idx="91">
                  <c:v>35.79</c:v>
                </c:pt>
                <c:pt idx="92">
                  <c:v>34.92</c:v>
                </c:pt>
                <c:pt idx="93">
                  <c:v>37.69</c:v>
                </c:pt>
                <c:pt idx="94">
                  <c:v>39.01</c:v>
                </c:pt>
                <c:pt idx="95">
                  <c:v>42.88</c:v>
                </c:pt>
                <c:pt idx="96">
                  <c:v>40.6</c:v>
                </c:pt>
                <c:pt idx="97">
                  <c:v>41.75</c:v>
                </c:pt>
                <c:pt idx="98">
                  <c:v>31.5</c:v>
                </c:pt>
                <c:pt idx="99">
                  <c:v>30.3</c:v>
                </c:pt>
                <c:pt idx="100">
                  <c:v>25.1</c:v>
                </c:pt>
                <c:pt idx="101">
                  <c:v>34.96</c:v>
                </c:pt>
                <c:pt idx="102">
                  <c:v>43.01</c:v>
                </c:pt>
                <c:pt idx="103">
                  <c:v>46.38</c:v>
                </c:pt>
                <c:pt idx="104">
                  <c:v>73.95</c:v>
                </c:pt>
                <c:pt idx="105">
                  <c:v>73.69</c:v>
                </c:pt>
                <c:pt idx="106">
                  <c:v>72.69</c:v>
                </c:pt>
                <c:pt idx="107">
                  <c:v>73.8</c:v>
                </c:pt>
                <c:pt idx="108">
                  <c:v>74.8</c:v>
                </c:pt>
                <c:pt idx="109">
                  <c:v>74.66</c:v>
                </c:pt>
                <c:pt idx="110">
                  <c:v>74.96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Dec '16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'17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'17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'17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'17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'17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'18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'18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'18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'18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'18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Jan '19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85">
                  <c:v>35.12</c:v>
                </c:pt>
                <c:pt idx="97">
                  <c:v>41.75</c:v>
                </c:pt>
                <c:pt idx="100">
                  <c:v>25.1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Dec '16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'17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'17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'17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'17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'17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'18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'18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'18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'18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'18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Jan '19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79">
                  <c:v>39.77</c:v>
                </c:pt>
                <c:pt idx="101">
                  <c:v>34.96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Dec '16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'17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'17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'17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'17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'17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'18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'18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'18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'18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'18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Jan '19</c:v>
                </c:pt>
              </c:strCache>
            </c:strRef>
          </c:cat>
          <c:val>
            <c:numRef>
              <c:f>Sheet1!$E$2:$E$112</c:f>
              <c:numCache>
                <c:formatCode>General</c:formatCode>
                <c:ptCount val="111"/>
                <c:pt idx="104">
                  <c:v>73.95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TESARO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TSRO  ·  acquired by GlaxoSmithKline plc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148%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53%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36%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Dec 03, 2018   ·   Closed Jan 22, 2019   ·   Status: completed   ·   Pre-ann. volume 2.0×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TESARO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TESARO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741972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27572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2855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80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4338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1372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86315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8558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6353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14148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45326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000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531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7151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8710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85859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0421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Feb 2017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Jan 2019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23, 2017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TESARO Board authorizes retention of Citi to evaluate…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20, 2018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discusses future cash needs following the decision to…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06, 2018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Mary Lynne Hedley contacts Party A regarding a…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10, 2018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Hedley contacts Dr. Hal Barron at GSK regarding a…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23, 2018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informs TESARO it is considering a significant…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08, 2018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TESARO and GSK LLC enter into a confidentiality agreement…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19, 2018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a non-binding proposal for a global ZEJULA…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24, 2018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GSK provides a non-binding proposal to acquire TESARO for…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29, 2018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a revised collaboration proposal totaling…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18, 2018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GSK submits a revised proposal of $69.00 per share in cash.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21, 2018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GSK submits its 'best and final' offer of $75.00 per share…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23, 2018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TESARO and GSK execute an exclusivity agreement.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02, 2018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TESARO Board unanimously approves the Merger Agreement at…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03, 2018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is executed and the transaction is…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14, 2018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Purchaser commences the tender offer.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18, 2019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6:00 P.M. ET with approximately…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22, 2019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Purchaser accepts shares for payment and completes the…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17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TESARO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5 unexplained pre-announcement move weeks (of 6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2018-11-16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+39%  ($25.1→$34.96)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17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2018-06-22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+25%  ($39.77→$49.62)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164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2018-10-26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-25%  ($41.75→$31.5)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38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2018-08-03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-23%  ($35.12→$26.97)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122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2018-11-23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+23%  ($34.96→$43.01)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10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TESARO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2018-07-20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TESARO to Announce Second-Quarter 2018 Financial Results on August 2, 2018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2018-08-02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TESARO Announces Second-Quarter 2018 Operating Results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2018-10-01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TESARO Announces Data Presentations at the SITC 2018 Annual Meeting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2018-10-09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TESARO Announces Data Presentations at the ESMO 2018 Congress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2018-10-18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TESARO to Announce Third-Quarter 2018 Financial Results on November 1, 2018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2018-10-20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TESARO Announces Data Presentations at ESMO 2018 Congress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2018-10-30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The Foundation for Women’s Cancer and TESARO Partner on the Race to End Women’s Cancer for 3rd Year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2018-11-01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TESARO Announces Third-Quarter 2018 Operating Results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2018-11-09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TESARO Announces Immuno-Oncology Data Presentations at SITC 2018 Annual Meeting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