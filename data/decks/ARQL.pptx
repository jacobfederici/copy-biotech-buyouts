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Dec '17</c:v>
                </c:pt>
                <c:pt idx="1">
                  <c:v/>
                </c:pt>
                <c:pt idx="2">
                  <c:v/>
                </c:pt>
                <c:pt idx="3">
                  <c:v>Mar '18</c:v>
                </c:pt>
                <c:pt idx="4">
                  <c:v/>
                </c:pt>
                <c:pt idx="5">
                  <c:v/>
                </c:pt>
                <c:pt idx="6">
                  <c:v>Jun '18</c:v>
                </c:pt>
                <c:pt idx="7">
                  <c:v/>
                </c:pt>
                <c:pt idx="8">
                  <c:v/>
                </c:pt>
                <c:pt idx="9">
                  <c:v>Sep '18</c:v>
                </c:pt>
                <c:pt idx="10">
                  <c:v/>
                </c:pt>
                <c:pt idx="11">
                  <c:v/>
                </c:pt>
                <c:pt idx="12">
                  <c:v>Dec '18</c:v>
                </c:pt>
                <c:pt idx="13">
                  <c:v/>
                </c:pt>
                <c:pt idx="14">
                  <c:v/>
                </c:pt>
                <c:pt idx="15">
                  <c:v>Mar '19</c:v>
                </c:pt>
                <c:pt idx="16">
                  <c:v/>
                </c:pt>
                <c:pt idx="17">
                  <c:v/>
                </c:pt>
                <c:pt idx="18">
                  <c:v>Jun '19</c:v>
                </c:pt>
                <c:pt idx="19">
                  <c:v/>
                </c:pt>
                <c:pt idx="20">
                  <c:v/>
                </c:pt>
                <c:pt idx="21">
                  <c:v>Sep '19</c:v>
                </c:pt>
                <c:pt idx="22">
                  <c:v/>
                </c:pt>
                <c:pt idx="23">
                  <c:v/>
                </c:pt>
                <c:pt idx="24">
                  <c:v>Nov '19</c:v>
                </c:pt>
                <c:pt idx="25">
                  <c:v/>
                </c:pt>
                <c:pt idx="26">
                  <c:v/>
                </c:pt>
                <c:pt idx="27">
                  <c:v>Dec '19</c:v>
                </c:pt>
                <c:pt idx="28">
                  <c:v/>
                </c:pt>
                <c:pt idx="29">
                  <c:v/>
                </c:pt>
                <c:pt idx="30">
                  <c:v>Jan '20</c:v>
                </c:pt>
                <c:pt idx="31">
                  <c:v/>
                </c:pt>
                <c:pt idx="32">
                  <c:v/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5.59</c:v>
                </c:pt>
                <c:pt idx="1">
                  <c:v>5.9</c:v>
                </c:pt>
                <c:pt idx="2">
                  <c:v>4.61</c:v>
                </c:pt>
                <c:pt idx="3">
                  <c:v>4.12</c:v>
                </c:pt>
                <c:pt idx="4">
                  <c:v>3.85</c:v>
                </c:pt>
                <c:pt idx="5">
                  <c:v>3.23</c:v>
                </c:pt>
                <c:pt idx="6">
                  <c:v>3.48</c:v>
                </c:pt>
                <c:pt idx="7">
                  <c:v>3.45</c:v>
                </c:pt>
                <c:pt idx="8">
                  <c:v>3.35</c:v>
                </c:pt>
                <c:pt idx="9">
                  <c:v>3.21</c:v>
                </c:pt>
                <c:pt idx="10">
                  <c:v>3.17</c:v>
                </c:pt>
                <c:pt idx="11">
                  <c:v>2.84</c:v>
                </c:pt>
                <c:pt idx="12">
                  <c:v>2.96</c:v>
                </c:pt>
                <c:pt idx="13">
                  <c:v>3.03</c:v>
                </c:pt>
                <c:pt idx="14">
                  <c:v>3.52</c:v>
                </c:pt>
                <c:pt idx="15">
                  <c:v>4.04</c:v>
                </c:pt>
                <c:pt idx="16">
                  <c:v>4.78</c:v>
                </c:pt>
                <c:pt idx="17">
                  <c:v>5.0</c:v>
                </c:pt>
                <c:pt idx="18">
                  <c:v>5.02</c:v>
                </c:pt>
                <c:pt idx="19">
                  <c:v>5.33</c:v>
                </c:pt>
                <c:pt idx="20">
                  <c:v>5.75</c:v>
                </c:pt>
                <c:pt idx="21">
                  <c:v>6.33</c:v>
                </c:pt>
                <c:pt idx="22">
                  <c:v>7.22</c:v>
                </c:pt>
                <c:pt idx="23">
                  <c:v>7.88</c:v>
                </c:pt>
                <c:pt idx="24">
                  <c:v>8.19</c:v>
                </c:pt>
                <c:pt idx="25">
                  <c:v>9.59</c:v>
                </c:pt>
                <c:pt idx="26">
                  <c:v>9.67</c:v>
                </c:pt>
                <c:pt idx="27">
                  <c:v>20.07</c:v>
                </c:pt>
                <c:pt idx="28">
                  <c:v>20.19</c:v>
                </c:pt>
                <c:pt idx="29">
                  <c:v>20.05</c:v>
                </c:pt>
                <c:pt idx="30">
                  <c:v>19.97</c:v>
                </c:pt>
                <c:pt idx="31">
                  <c:v>19.99</c:v>
                </c:pt>
                <c:pt idx="32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Dec '17</c:v>
                </c:pt>
                <c:pt idx="1">
                  <c:v/>
                </c:pt>
                <c:pt idx="2">
                  <c:v/>
                </c:pt>
                <c:pt idx="3">
                  <c:v>Mar '18</c:v>
                </c:pt>
                <c:pt idx="4">
                  <c:v/>
                </c:pt>
                <c:pt idx="5">
                  <c:v/>
                </c:pt>
                <c:pt idx="6">
                  <c:v>Jun '18</c:v>
                </c:pt>
                <c:pt idx="7">
                  <c:v/>
                </c:pt>
                <c:pt idx="8">
                  <c:v/>
                </c:pt>
                <c:pt idx="9">
                  <c:v>Sep '18</c:v>
                </c:pt>
                <c:pt idx="10">
                  <c:v/>
                </c:pt>
                <c:pt idx="11">
                  <c:v/>
                </c:pt>
                <c:pt idx="12">
                  <c:v>Dec '18</c:v>
                </c:pt>
                <c:pt idx="13">
                  <c:v/>
                </c:pt>
                <c:pt idx="14">
                  <c:v/>
                </c:pt>
                <c:pt idx="15">
                  <c:v>Mar '19</c:v>
                </c:pt>
                <c:pt idx="16">
                  <c:v/>
                </c:pt>
                <c:pt idx="17">
                  <c:v/>
                </c:pt>
                <c:pt idx="18">
                  <c:v>Jun '19</c:v>
                </c:pt>
                <c:pt idx="19">
                  <c:v/>
                </c:pt>
                <c:pt idx="20">
                  <c:v/>
                </c:pt>
                <c:pt idx="21">
                  <c:v>Sep '19</c:v>
                </c:pt>
                <c:pt idx="22">
                  <c:v/>
                </c:pt>
                <c:pt idx="23">
                  <c:v/>
                </c:pt>
                <c:pt idx="24">
                  <c:v>Nov '19</c:v>
                </c:pt>
                <c:pt idx="25">
                  <c:v/>
                </c:pt>
                <c:pt idx="26">
                  <c:v/>
                </c:pt>
                <c:pt idx="27">
                  <c:v>Dec '19</c:v>
                </c:pt>
                <c:pt idx="28">
                  <c:v/>
                </c:pt>
                <c:pt idx="29">
                  <c:v/>
                </c:pt>
                <c:pt idx="30">
                  <c:v>Jan '20</c:v>
                </c:pt>
                <c:pt idx="31">
                  <c:v/>
                </c:pt>
                <c:pt idx="32">
                  <c:v/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17">
                  <c:v>5.0</c:v>
                </c:pt>
                <c:pt idx="18">
                  <c:v>5.02</c:v>
                </c:pt>
                <c:pt idx="21">
                  <c:v>6.33</c:v>
                </c:pt>
                <c:pt idx="22">
                  <c:v>7.22</c:v>
                </c:pt>
                <c:pt idx="23">
                  <c:v>7.88</c:v>
                </c:pt>
                <c:pt idx="24">
                  <c:v>8.19</c:v>
                </c:pt>
                <c:pt idx="27">
                  <c:v>20.07</c:v>
                </c:pt>
                <c:pt idx="28">
                  <c:v>20.19</c:v>
                </c:pt>
                <c:pt idx="30">
                  <c:v>19.97</c:v>
                </c:pt>
                <c:pt idx="31">
                  <c:v>19.99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Dec '17</c:v>
                </c:pt>
                <c:pt idx="1">
                  <c:v/>
                </c:pt>
                <c:pt idx="2">
                  <c:v/>
                </c:pt>
                <c:pt idx="3">
                  <c:v>Mar '18</c:v>
                </c:pt>
                <c:pt idx="4">
                  <c:v/>
                </c:pt>
                <c:pt idx="5">
                  <c:v/>
                </c:pt>
                <c:pt idx="6">
                  <c:v>Jun '18</c:v>
                </c:pt>
                <c:pt idx="7">
                  <c:v/>
                </c:pt>
                <c:pt idx="8">
                  <c:v/>
                </c:pt>
                <c:pt idx="9">
                  <c:v>Sep '18</c:v>
                </c:pt>
                <c:pt idx="10">
                  <c:v/>
                </c:pt>
                <c:pt idx="11">
                  <c:v/>
                </c:pt>
                <c:pt idx="12">
                  <c:v>Dec '18</c:v>
                </c:pt>
                <c:pt idx="13">
                  <c:v/>
                </c:pt>
                <c:pt idx="14">
                  <c:v/>
                </c:pt>
                <c:pt idx="15">
                  <c:v>Mar '19</c:v>
                </c:pt>
                <c:pt idx="16">
                  <c:v/>
                </c:pt>
                <c:pt idx="17">
                  <c:v/>
                </c:pt>
                <c:pt idx="18">
                  <c:v>Jun '19</c:v>
                </c:pt>
                <c:pt idx="19">
                  <c:v/>
                </c:pt>
                <c:pt idx="20">
                  <c:v/>
                </c:pt>
                <c:pt idx="21">
                  <c:v>Sep '19</c:v>
                </c:pt>
                <c:pt idx="22">
                  <c:v/>
                </c:pt>
                <c:pt idx="23">
                  <c:v/>
                </c:pt>
                <c:pt idx="24">
                  <c:v>Nov '19</c:v>
                </c:pt>
                <c:pt idx="25">
                  <c:v/>
                </c:pt>
                <c:pt idx="26">
                  <c:v/>
                </c:pt>
                <c:pt idx="27">
                  <c:v>Dec '19</c:v>
                </c:pt>
                <c:pt idx="28">
                  <c:v/>
                </c:pt>
                <c:pt idx="29">
                  <c:v/>
                </c:pt>
                <c:pt idx="30">
                  <c:v>Jan '20</c:v>
                </c:pt>
                <c:pt idx="31">
                  <c:v/>
                </c:pt>
                <c:pt idx="32">
                  <c:v/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26">
                  <c:v>9.67</c:v>
                </c:pt>
                <c:pt idx="27">
                  <c:v>20.07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ArQule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ARQL  ·  acquired by Merck Sharp &amp; Dohme Corp.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09, 2019   ·   Closed Jan 16, 2020   ·   Status: completed   ·   Pre-ann. volume 2.31×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ArQule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ArQule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6641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201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15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600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037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19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340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340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070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654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801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947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38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385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67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67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67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1155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284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0284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519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conducted strategic partnership discussions with…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representatives and ArQule representatives spoke by…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Additional conversations between Merck and ArQule…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and Merck entered into confidentiality agreement…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Board met and reviewed status of interactions with…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representatives indicated to Peter S. Lawrence…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Same day, Merck representatives spoke with Paolo Pucci…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and Merck amended CDA to expand information coverage…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submitted initial proposal to acquire ArQule at…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Board met to discuss Merck's November 29 proposal.…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countered with $20.00 per share proposal. Merck…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Compensation Committee met to discuss compensation…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and Merck representatives engaged in discussions…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Board met and unanimously determined Merger…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ArQule, Merck, and Argon Merger Sub executed Merger…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directors and executive officers executed tender and…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 and Merck jointly announced execution of Merger…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commenced at $20.00 per share. ArQule filed SC…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ArQule, Merck, and Argon Merger Sub entered into First…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 at 11:59 p.m. New York time. American…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16, 2020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accepted all validly tendered Shares for payment…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ArQule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ArQule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2019-12-09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ArQule Announces Phase 1 Clinical Data for ARQ 531 at American Society of Hematology (ASH) 2019 Annual…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