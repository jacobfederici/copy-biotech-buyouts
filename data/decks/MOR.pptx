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Sheet1!$A$2:$A$122</c:f>
              <c:strCache>
                <c:ptCount val="121"/>
                <c:pt idx="0">
                  <c:v>Feb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>Apr '22</c:v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>Jul '22</c:v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>Sep '22</c:v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>Dec '22</c:v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>Mar '23</c:v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>May '23</c:v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>Aug '23</c:v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>Oct '23</c:v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Jan '24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Mar '24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/>
                </c:pt>
              </c:strCache>
            </c:strRef>
          </c:cat>
          <c:val>
            <c:numRef>
              <c:f>Sheet1!$B$2:$B$122</c:f>
              <c:numCache>
                <c:formatCode>General</c:formatCode>
                <c:ptCount val="121"/>
                <c:pt idx="0">
                  <c:v>7.42</c:v>
                </c:pt>
                <c:pt idx="1">
                  <c:v>6.73</c:v>
                </c:pt>
                <c:pt idx="2">
                  <c:v>6.76</c:v>
                </c:pt>
                <c:pt idx="3">
                  <c:v>6.1</c:v>
                </c:pt>
                <c:pt idx="4">
                  <c:v>6.44</c:v>
                </c:pt>
                <c:pt idx="5">
                  <c:v>6.88</c:v>
                </c:pt>
                <c:pt idx="6">
                  <c:v>7.1</c:v>
                </c:pt>
                <c:pt idx="7">
                  <c:v>7.0</c:v>
                </c:pt>
                <c:pt idx="8">
                  <c:v>7.05</c:v>
                </c:pt>
                <c:pt idx="9">
                  <c:v>6.46</c:v>
                </c:pt>
                <c:pt idx="10">
                  <c:v>6.15</c:v>
                </c:pt>
                <c:pt idx="11">
                  <c:v>5.28</c:v>
                </c:pt>
                <c:pt idx="12">
                  <c:v>5.1</c:v>
                </c:pt>
                <c:pt idx="13">
                  <c:v>4.88</c:v>
                </c:pt>
                <c:pt idx="14">
                  <c:v>5.24</c:v>
                </c:pt>
                <c:pt idx="15">
                  <c:v>5.45</c:v>
                </c:pt>
                <c:pt idx="16">
                  <c:v>5.38</c:v>
                </c:pt>
                <c:pt idx="17">
                  <c:v>5.02</c:v>
                </c:pt>
                <c:pt idx="18">
                  <c:v>4.94</c:v>
                </c:pt>
                <c:pt idx="19">
                  <c:v>4.95</c:v>
                </c:pt>
                <c:pt idx="20">
                  <c:v>5.01</c:v>
                </c:pt>
                <c:pt idx="21">
                  <c:v>5.85</c:v>
                </c:pt>
                <c:pt idx="22">
                  <c:v>5.2</c:v>
                </c:pt>
                <c:pt idx="23">
                  <c:v>5.42</c:v>
                </c:pt>
                <c:pt idx="24">
                  <c:v>5.55</c:v>
                </c:pt>
                <c:pt idx="25">
                  <c:v>5.7</c:v>
                </c:pt>
                <c:pt idx="26">
                  <c:v>5.92</c:v>
                </c:pt>
                <c:pt idx="27">
                  <c:v>5.09</c:v>
                </c:pt>
                <c:pt idx="28">
                  <c:v>4.48</c:v>
                </c:pt>
                <c:pt idx="29">
                  <c:v>4.26</c:v>
                </c:pt>
                <c:pt idx="30">
                  <c:v>4.7</c:v>
                </c:pt>
                <c:pt idx="31">
                  <c:v>5.22</c:v>
                </c:pt>
                <c:pt idx="32">
                  <c:v>4.46</c:v>
                </c:pt>
                <c:pt idx="33">
                  <c:v>5.03</c:v>
                </c:pt>
                <c:pt idx="34">
                  <c:v>4.84</c:v>
                </c:pt>
                <c:pt idx="35">
                  <c:v>5.34</c:v>
                </c:pt>
                <c:pt idx="36">
                  <c:v>5.54</c:v>
                </c:pt>
                <c:pt idx="37">
                  <c:v>4.8</c:v>
                </c:pt>
                <c:pt idx="38">
                  <c:v>4.9</c:v>
                </c:pt>
                <c:pt idx="39">
                  <c:v>5.46</c:v>
                </c:pt>
                <c:pt idx="40">
                  <c:v>4.05</c:v>
                </c:pt>
                <c:pt idx="41">
                  <c:v>3.86</c:v>
                </c:pt>
                <c:pt idx="42">
                  <c:v>4.21</c:v>
                </c:pt>
                <c:pt idx="43">
                  <c:v>4.25</c:v>
                </c:pt>
                <c:pt idx="44">
                  <c:v>3.67</c:v>
                </c:pt>
                <c:pt idx="45">
                  <c:v>3.25</c:v>
                </c:pt>
                <c:pt idx="46">
                  <c:v>3.58</c:v>
                </c:pt>
                <c:pt idx="47">
                  <c:v>3.88</c:v>
                </c:pt>
                <c:pt idx="48">
                  <c:v>4.57</c:v>
                </c:pt>
                <c:pt idx="49">
                  <c:v>4.7</c:v>
                </c:pt>
                <c:pt idx="50">
                  <c:v>4.94</c:v>
                </c:pt>
                <c:pt idx="51">
                  <c:v>5.01</c:v>
                </c:pt>
                <c:pt idx="52">
                  <c:v>4.97</c:v>
                </c:pt>
                <c:pt idx="53">
                  <c:v>4.69</c:v>
                </c:pt>
                <c:pt idx="54">
                  <c:v>4.48</c:v>
                </c:pt>
                <c:pt idx="55">
                  <c:v>4.26</c:v>
                </c:pt>
                <c:pt idx="56">
                  <c:v>3.79</c:v>
                </c:pt>
                <c:pt idx="57">
                  <c:v>3.81</c:v>
                </c:pt>
                <c:pt idx="58">
                  <c:v>3.94</c:v>
                </c:pt>
                <c:pt idx="59">
                  <c:v>3.96</c:v>
                </c:pt>
                <c:pt idx="60">
                  <c:v>4.95</c:v>
                </c:pt>
                <c:pt idx="61">
                  <c:v>5.2</c:v>
                </c:pt>
                <c:pt idx="62">
                  <c:v>5.33</c:v>
                </c:pt>
                <c:pt idx="63">
                  <c:v>5.24</c:v>
                </c:pt>
                <c:pt idx="64">
                  <c:v>5.63</c:v>
                </c:pt>
                <c:pt idx="65">
                  <c:v>5.7</c:v>
                </c:pt>
                <c:pt idx="66">
                  <c:v>6.18</c:v>
                </c:pt>
                <c:pt idx="67">
                  <c:v>6.32</c:v>
                </c:pt>
                <c:pt idx="68">
                  <c:v>6.58</c:v>
                </c:pt>
                <c:pt idx="69">
                  <c:v>7.46</c:v>
                </c:pt>
                <c:pt idx="70">
                  <c:v>7.72</c:v>
                </c:pt>
                <c:pt idx="71">
                  <c:v>7.55</c:v>
                </c:pt>
                <c:pt idx="72">
                  <c:v>7.47</c:v>
                </c:pt>
                <c:pt idx="73">
                  <c:v>7.76</c:v>
                </c:pt>
                <c:pt idx="74">
                  <c:v>7.84</c:v>
                </c:pt>
                <c:pt idx="75">
                  <c:v>8.46</c:v>
                </c:pt>
                <c:pt idx="76">
                  <c:v>7.35</c:v>
                </c:pt>
                <c:pt idx="77">
                  <c:v>7.75</c:v>
                </c:pt>
                <c:pt idx="78">
                  <c:v>7.53</c:v>
                </c:pt>
                <c:pt idx="79">
                  <c:v>7.61</c:v>
                </c:pt>
                <c:pt idx="80">
                  <c:v>7.9</c:v>
                </c:pt>
                <c:pt idx="81">
                  <c:v>7.42</c:v>
                </c:pt>
                <c:pt idx="82">
                  <c:v>7.76</c:v>
                </c:pt>
                <c:pt idx="83">
                  <c:v>8.04</c:v>
                </c:pt>
                <c:pt idx="84">
                  <c:v>7.5</c:v>
                </c:pt>
                <c:pt idx="85">
                  <c:v>6.72</c:v>
                </c:pt>
                <c:pt idx="86">
                  <c:v>6.15</c:v>
                </c:pt>
                <c:pt idx="87">
                  <c:v>6.5</c:v>
                </c:pt>
                <c:pt idx="88">
                  <c:v>6.59</c:v>
                </c:pt>
                <c:pt idx="89">
                  <c:v>7.62</c:v>
                </c:pt>
                <c:pt idx="90">
                  <c:v>7.93</c:v>
                </c:pt>
                <c:pt idx="91">
                  <c:v>7.6</c:v>
                </c:pt>
                <c:pt idx="92">
                  <c:v>5.84</c:v>
                </c:pt>
                <c:pt idx="93">
                  <c:v>4.67</c:v>
                </c:pt>
                <c:pt idx="94">
                  <c:v>7.01</c:v>
                </c:pt>
                <c:pt idx="95">
                  <c:v>7.05</c:v>
                </c:pt>
                <c:pt idx="96">
                  <c:v>9.72</c:v>
                </c:pt>
                <c:pt idx="97">
                  <c:v>9.14</c:v>
                </c:pt>
                <c:pt idx="98">
                  <c:v>9.9</c:v>
                </c:pt>
                <c:pt idx="99">
                  <c:v>9.65</c:v>
                </c:pt>
                <c:pt idx="100">
                  <c:v>8.6</c:v>
                </c:pt>
                <c:pt idx="101">
                  <c:v>9.17</c:v>
                </c:pt>
                <c:pt idx="102">
                  <c:v>11.52</c:v>
                </c:pt>
                <c:pt idx="103">
                  <c:v>11.07</c:v>
                </c:pt>
                <c:pt idx="104">
                  <c:v>17.15</c:v>
                </c:pt>
                <c:pt idx="105">
                  <c:v>17.48</c:v>
                </c:pt>
                <c:pt idx="106">
                  <c:v>17.62</c:v>
                </c:pt>
                <c:pt idx="107">
                  <c:v>17.7</c:v>
                </c:pt>
                <c:pt idx="108">
                  <c:v>17.91</c:v>
                </c:pt>
                <c:pt idx="109">
                  <c:v>17.84</c:v>
                </c:pt>
                <c:pt idx="110">
                  <c:v>18.18</c:v>
                </c:pt>
                <c:pt idx="111">
                  <c:v>18.14</c:v>
                </c:pt>
                <c:pt idx="112">
                  <c:v>18.09</c:v>
                </c:pt>
                <c:pt idx="113">
                  <c:v>18.06</c:v>
                </c:pt>
                <c:pt idx="114">
                  <c:v>17.98</c:v>
                </c:pt>
                <c:pt idx="115">
                  <c:v>18.04</c:v>
                </c:pt>
                <c:pt idx="116">
                  <c:v>17.89</c:v>
                </c:pt>
                <c:pt idx="117">
                  <c:v>18.0</c:v>
                </c:pt>
                <c:pt idx="118">
                  <c:v>19.0</c:v>
                </c:pt>
                <c:pt idx="119">
                  <c:v>18.54</c:v>
                </c:pt>
                <c:pt idx="120">
                  <c:v>18.39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Sheet1!$A$2:$A$122</c:f>
              <c:strCache>
                <c:ptCount val="121"/>
                <c:pt idx="0">
                  <c:v>Feb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>Apr '22</c:v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>Jul '22</c:v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>Sep '22</c:v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>Dec '22</c:v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>Mar '23</c:v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>May '23</c:v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>Aug '23</c:v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>Oct '23</c:v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Jan '24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Mar '24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/>
                </c:pt>
              </c:strCache>
            </c:strRef>
          </c:cat>
          <c:val>
            <c:numRef>
              <c:f>Sheet1!$C$2:$C$122</c:f>
              <c:numCache>
                <c:formatCode>General</c:formatCode>
                <c:ptCount val="121"/>
                <c:pt idx="39">
                  <c:v>5.46</c:v>
                </c:pt>
                <c:pt idx="59">
                  <c:v>3.96</c:v>
                </c:pt>
                <c:pt idx="91">
                  <c:v>7.6</c:v>
                </c:pt>
                <c:pt idx="92">
                  <c:v>5.84</c:v>
                </c:pt>
                <c:pt idx="93">
                  <c:v>4.67</c:v>
                </c:pt>
                <c:pt idx="95">
                  <c:v>7.05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Sheet1!$A$2:$A$122</c:f>
              <c:strCache>
                <c:ptCount val="121"/>
                <c:pt idx="0">
                  <c:v>Feb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>Apr '22</c:v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>Jul '22</c:v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>Sep '22</c:v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>Dec '22</c:v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>Mar '23</c:v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>May '23</c:v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>Aug '23</c:v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>Oct '23</c:v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Jan '24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Mar '24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/>
                </c:pt>
              </c:strCache>
            </c:strRef>
          </c:cat>
          <c:val>
            <c:numRef>
              <c:f>Sheet1!$D$2:$D$122</c:f>
              <c:numCache>
                <c:formatCode>General</c:formatCode>
                <c:ptCount val="121"/>
                <c:pt idx="101">
                  <c:v>9.17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Sheet1!$A$2:$A$122</c:f>
              <c:strCache>
                <c:ptCount val="121"/>
                <c:pt idx="0">
                  <c:v>Feb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>Apr '22</c:v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>Jul '22</c:v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>Sep '22</c:v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>Dec '22</c:v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>Mar '23</c:v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>May '23</c:v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>Aug '23</c:v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>Oct '23</c:v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Jan '24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Mar '24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/>
                </c:pt>
              </c:strCache>
            </c:strRef>
          </c:cat>
          <c:val>
            <c:numRef>
              <c:f>Sheet1!$E$2:$E$122</c:f>
              <c:numCache>
                <c:formatCode>General</c:formatCode>
                <c:ptCount val="121"/>
                <c:pt idx="104">
                  <c:v>17.15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MorphoSys AG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MOR  ·  acquired by Novartis 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$68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605%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Feb 05, 2024   ·   Closed May 31, 2024   ·   Status: completed   ·   Pre-ann. volume 1.04×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MorphoSys AG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MorphoSys AG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086664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172264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798147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883747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3180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8143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2802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1733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Nov 2023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Jul 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27, 2023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MorphoSys and Novartis Pharma AG enter into a…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05, 2024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MorphoSys, Novartis AG, and Novartis BidCo AG enter into a…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11, 2024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Novartis BidCo AG commences the voluntary public takeover…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20, 2024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MorphoSys and Novartis enter into a Delisting Agreement…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04, 2024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Novartis BidCo AG publishes the Delisting Offer document.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05, 2024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MorphoSys Management and Supervisory Boards issue a Joint…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6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MorphoSys 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7 unexplained pre-announcement move weeks (of 8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2023-12-01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+50%  ($4.67→$7.01)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66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2023-12-15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+38%  ($7.05→$9.72)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52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2022-11-18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-26%  ($5.46→$4.05)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444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2024-01-26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+26%  ($9.17→$11.52)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10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2023-04-07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+25%  ($3.96→$4.95)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304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2023-11-17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-23%  ($7.6→$5.84)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80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2023-11-24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-20%  ($5.84→$4.67)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73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MorphoSys 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MorphoSys (MOR) Down 22% on Mixed Data From Myelofibrosis Study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2023-12-11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MorphoSys’ Pelabresib Improves All Four Hallmarks of Myelofibrosis in Phase 3 MANIFEST-2 Study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2024-02-08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Biotech Stock Roundup: GILD, AMGN &amp;amp; BMY's Q4 Results, MOR Up on NVS Deal &amp;amp; More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2024-03-07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Invitation to MorphoSys' Full Year Results 2023 Conference Call on March 14, 2024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2024-03-13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MorphoSys AG Reports Fourth Quarter and Full Year 2023 Financial Results and Provides Corporate Update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2024-04-24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MorphoSys To Present New Phase 3 MANIFEST-2 Data on Pelabresib in Myelofibrosis in Oral Presentation at…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2024-04-29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MorphoSys AG Reports First Quarter 2024 Financial Results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2024-06-20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Ad hoc: Novartis BidCo Germany AG Intends to Implement a Merger Squeeze-out of MorphoSys AG’s Minority…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2024-06-20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MorphoSys and Novartis Sign Delisting Agreement and Intend to Implement a Merger Squeeze-out of MorphoSys’…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