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Dec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Feb '09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Apr '09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Jun '09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Aug '09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Oct '09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Jan '10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Mar '10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May '10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Jul '10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Nov '10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5.93</c:v>
                </c:pt>
                <c:pt idx="1">
                  <c:v>6.65</c:v>
                </c:pt>
                <c:pt idx="2">
                  <c:v>7.48</c:v>
                </c:pt>
                <c:pt idx="3">
                  <c:v>7.34</c:v>
                </c:pt>
                <c:pt idx="4">
                  <c:v>9.44</c:v>
                </c:pt>
                <c:pt idx="5">
                  <c:v>8.95</c:v>
                </c:pt>
                <c:pt idx="6">
                  <c:v>8.5</c:v>
                </c:pt>
                <c:pt idx="7">
                  <c:v>9.03</c:v>
                </c:pt>
                <c:pt idx="8">
                  <c:v>8.63</c:v>
                </c:pt>
                <c:pt idx="9">
                  <c:v>8.09</c:v>
                </c:pt>
                <c:pt idx="10">
                  <c:v>8.44</c:v>
                </c:pt>
                <c:pt idx="11">
                  <c:v>7.22</c:v>
                </c:pt>
                <c:pt idx="12">
                  <c:v>8.15</c:v>
                </c:pt>
                <c:pt idx="13">
                  <c:v>7.82</c:v>
                </c:pt>
                <c:pt idx="14">
                  <c:v>7.35</c:v>
                </c:pt>
                <c:pt idx="15">
                  <c:v>7.65</c:v>
                </c:pt>
                <c:pt idx="16">
                  <c:v>7.93</c:v>
                </c:pt>
                <c:pt idx="17">
                  <c:v>8.0</c:v>
                </c:pt>
                <c:pt idx="18">
                  <c:v>7.18</c:v>
                </c:pt>
                <c:pt idx="19">
                  <c:v>6.89</c:v>
                </c:pt>
                <c:pt idx="20">
                  <c:v>7.57</c:v>
                </c:pt>
                <c:pt idx="21">
                  <c:v>7.49</c:v>
                </c:pt>
                <c:pt idx="22">
                  <c:v>7.16</c:v>
                </c:pt>
                <c:pt idx="23">
                  <c:v>7.6</c:v>
                </c:pt>
                <c:pt idx="24">
                  <c:v>7.74</c:v>
                </c:pt>
                <c:pt idx="25">
                  <c:v>8.24</c:v>
                </c:pt>
                <c:pt idx="26">
                  <c:v>8.87</c:v>
                </c:pt>
                <c:pt idx="27">
                  <c:v>9.44</c:v>
                </c:pt>
                <c:pt idx="28">
                  <c:v>8.92</c:v>
                </c:pt>
                <c:pt idx="29">
                  <c:v>8.75</c:v>
                </c:pt>
                <c:pt idx="30">
                  <c:v>9.6</c:v>
                </c:pt>
                <c:pt idx="31">
                  <c:v>9.73</c:v>
                </c:pt>
                <c:pt idx="32">
                  <c:v>8.84</c:v>
                </c:pt>
                <c:pt idx="33">
                  <c:v>9.06</c:v>
                </c:pt>
                <c:pt idx="34">
                  <c:v>8.34</c:v>
                </c:pt>
                <c:pt idx="35">
                  <c:v>7.6</c:v>
                </c:pt>
                <c:pt idx="36">
                  <c:v>7.07</c:v>
                </c:pt>
                <c:pt idx="37">
                  <c:v>7.38</c:v>
                </c:pt>
                <c:pt idx="38">
                  <c:v>7.67</c:v>
                </c:pt>
                <c:pt idx="39">
                  <c:v>7.59</c:v>
                </c:pt>
                <c:pt idx="40">
                  <c:v>8.04</c:v>
                </c:pt>
                <c:pt idx="41">
                  <c:v>7.79</c:v>
                </c:pt>
                <c:pt idx="42">
                  <c:v>7.92</c:v>
                </c:pt>
                <c:pt idx="43">
                  <c:v>7.68</c:v>
                </c:pt>
                <c:pt idx="44">
                  <c:v>6.99</c:v>
                </c:pt>
                <c:pt idx="45">
                  <c:v>6.14</c:v>
                </c:pt>
                <c:pt idx="46">
                  <c:v>6.78</c:v>
                </c:pt>
                <c:pt idx="47">
                  <c:v>5.95</c:v>
                </c:pt>
                <c:pt idx="48">
                  <c:v>5.53</c:v>
                </c:pt>
                <c:pt idx="49">
                  <c:v>5.4</c:v>
                </c:pt>
                <c:pt idx="50">
                  <c:v>5.4</c:v>
                </c:pt>
                <c:pt idx="51">
                  <c:v>5.49</c:v>
                </c:pt>
                <c:pt idx="52">
                  <c:v>5.71</c:v>
                </c:pt>
                <c:pt idx="53">
                  <c:v>5.98</c:v>
                </c:pt>
                <c:pt idx="54">
                  <c:v>5.77</c:v>
                </c:pt>
                <c:pt idx="55">
                  <c:v>5.98</c:v>
                </c:pt>
                <c:pt idx="56">
                  <c:v>5.76</c:v>
                </c:pt>
                <c:pt idx="57">
                  <c:v>5.41</c:v>
                </c:pt>
                <c:pt idx="58">
                  <c:v>5.15</c:v>
                </c:pt>
                <c:pt idx="59">
                  <c:v>5.04</c:v>
                </c:pt>
                <c:pt idx="60">
                  <c:v>5.15</c:v>
                </c:pt>
                <c:pt idx="61">
                  <c:v>5.21</c:v>
                </c:pt>
                <c:pt idx="62">
                  <c:v>5.24</c:v>
                </c:pt>
                <c:pt idx="63">
                  <c:v>5.18</c:v>
                </c:pt>
                <c:pt idx="64">
                  <c:v>4.82</c:v>
                </c:pt>
                <c:pt idx="65">
                  <c:v>5.01</c:v>
                </c:pt>
                <c:pt idx="66">
                  <c:v>4.95</c:v>
                </c:pt>
                <c:pt idx="67">
                  <c:v>4.96</c:v>
                </c:pt>
                <c:pt idx="68">
                  <c:v>5.1</c:v>
                </c:pt>
                <c:pt idx="69">
                  <c:v>5.18</c:v>
                </c:pt>
                <c:pt idx="70">
                  <c:v>5.13</c:v>
                </c:pt>
                <c:pt idx="71">
                  <c:v>5.04</c:v>
                </c:pt>
                <c:pt idx="72">
                  <c:v>4.54</c:v>
                </c:pt>
                <c:pt idx="73">
                  <c:v>4.24</c:v>
                </c:pt>
                <c:pt idx="74">
                  <c:v>4.04</c:v>
                </c:pt>
                <c:pt idx="75">
                  <c:v>4.12</c:v>
                </c:pt>
                <c:pt idx="76">
                  <c:v>4.03</c:v>
                </c:pt>
                <c:pt idx="77">
                  <c:v>4.36</c:v>
                </c:pt>
                <c:pt idx="78">
                  <c:v>4.34</c:v>
                </c:pt>
                <c:pt idx="79">
                  <c:v>2.36</c:v>
                </c:pt>
                <c:pt idx="80">
                  <c:v>2.19</c:v>
                </c:pt>
                <c:pt idx="81">
                  <c:v>2.14</c:v>
                </c:pt>
                <c:pt idx="82">
                  <c:v>2.5</c:v>
                </c:pt>
                <c:pt idx="83">
                  <c:v>3.5</c:v>
                </c:pt>
                <c:pt idx="84">
                  <c:v>3.65</c:v>
                </c:pt>
                <c:pt idx="85">
                  <c:v>3.66</c:v>
                </c:pt>
                <c:pt idx="86">
                  <c:v>3.81</c:v>
                </c:pt>
                <c:pt idx="87">
                  <c:v>3.75</c:v>
                </c:pt>
                <c:pt idx="88">
                  <c:v>3.48</c:v>
                </c:pt>
                <c:pt idx="89">
                  <c:v>3.37</c:v>
                </c:pt>
                <c:pt idx="90">
                  <c:v>3.39</c:v>
                </c:pt>
                <c:pt idx="91">
                  <c:v>3.82</c:v>
                </c:pt>
                <c:pt idx="92">
                  <c:v>3.82</c:v>
                </c:pt>
                <c:pt idx="93">
                  <c:v>3.85</c:v>
                </c:pt>
                <c:pt idx="94">
                  <c:v>3.95</c:v>
                </c:pt>
                <c:pt idx="95">
                  <c:v>4.07</c:v>
                </c:pt>
                <c:pt idx="96">
                  <c:v>4.02</c:v>
                </c:pt>
                <c:pt idx="97">
                  <c:v>3.99</c:v>
                </c:pt>
                <c:pt idx="98">
                  <c:v>4.02</c:v>
                </c:pt>
                <c:pt idx="99">
                  <c:v>3.98</c:v>
                </c:pt>
                <c:pt idx="100">
                  <c:v>4.06</c:v>
                </c:pt>
                <c:pt idx="101">
                  <c:v>4.03</c:v>
                </c:pt>
                <c:pt idx="102">
                  <c:v>4.07</c:v>
                </c:pt>
                <c:pt idx="103">
                  <c:v>4.93</c:v>
                </c:pt>
                <c:pt idx="104">
                  <c:v>5.75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Dec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Feb '09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Apr '09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Jun '09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Aug '09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Oct '09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Jan '10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Mar '10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May '10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Jul '10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Nov '10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102">
                  <c:v>4.07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Dec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Feb '09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Apr '09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Jun '09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Aug '09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Oct '09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Jan '10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Mar '10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May '10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Jul '10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Nov '10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3">
                  <c:v>7.34</c:v>
                </c:pt>
                <c:pt idx="78">
                  <c:v>4.34</c:v>
                </c:pt>
                <c:pt idx="82">
                  <c:v>2.5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CYPRESS BIOSCIENCE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CYPB  ·  acquired by Ramius Value and Opportunity Advisors LLC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$6.5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63%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14, 2010   ·   Closed Dec 14, 2010   ·   Status: completed   ·   Pre-ann. volume 1.12×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CYPRESS BIOSCIENCE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CYPRESS BIOSCIENCE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0704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844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44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747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995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943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439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Ramius and affiliates make first investment in Cypress…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20, 2010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Cypress enters license agreement with BioLineRx for…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19, 2010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Ramius sends unsolicited proposal to acquire Cypress for…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05, 2010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Cypress Board unanimously rejects the $4.00 per share…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11, 2010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Ramius reiterates $4.00 per share proposal with a…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Ramius formally commences unsolicited tender offer at $4.25…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27, 2010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Cypress Board recommends stockholders reject the $4.25…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14, 2010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Cypress enters into a definitive Merger Agreement with…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8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CYPRESS BIOSCIENCE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3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2010-06-25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-46%  ($4.34→$2.36)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172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2010-07-23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+40%  ($2.5→$3.5)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2009-01-16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($7.34→$9.44)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697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CYPRESS BIOSCIENCE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2010-12-14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Cypress Bioscience enters into Merger Agreement with Ramius and Royalty Pharma at $6.50 per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