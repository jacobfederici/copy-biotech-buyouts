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Apr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8.0</c:v>
                </c:pt>
                <c:pt idx="1">
                  <c:v>8.52</c:v>
                </c:pt>
                <c:pt idx="2">
                  <c:v>9.2</c:v>
                </c:pt>
                <c:pt idx="3">
                  <c:v>8.49</c:v>
                </c:pt>
                <c:pt idx="4">
                  <c:v>7.55</c:v>
                </c:pt>
                <c:pt idx="5">
                  <c:v>8.25</c:v>
                </c:pt>
                <c:pt idx="6">
                  <c:v>9.43</c:v>
                </c:pt>
                <c:pt idx="7">
                  <c:v>9.08</c:v>
                </c:pt>
                <c:pt idx="8">
                  <c:v>8.97</c:v>
                </c:pt>
                <c:pt idx="9">
                  <c:v>8.77</c:v>
                </c:pt>
                <c:pt idx="10">
                  <c:v>8.7</c:v>
                </c:pt>
                <c:pt idx="11">
                  <c:v>8.61</c:v>
                </c:pt>
                <c:pt idx="12">
                  <c:v>9.2</c:v>
                </c:pt>
                <c:pt idx="13">
                  <c:v>9.0</c:v>
                </c:pt>
                <c:pt idx="14">
                  <c:v>8.6</c:v>
                </c:pt>
                <c:pt idx="15">
                  <c:v>7.95</c:v>
                </c:pt>
                <c:pt idx="16">
                  <c:v>8.9</c:v>
                </c:pt>
                <c:pt idx="17">
                  <c:v>8.8</c:v>
                </c:pt>
                <c:pt idx="18">
                  <c:v>8.17</c:v>
                </c:pt>
                <c:pt idx="19">
                  <c:v>8.0</c:v>
                </c:pt>
                <c:pt idx="20">
                  <c:v>7.93</c:v>
                </c:pt>
                <c:pt idx="21">
                  <c:v>8.26</c:v>
                </c:pt>
                <c:pt idx="22">
                  <c:v>8.13</c:v>
                </c:pt>
                <c:pt idx="23">
                  <c:v>6.89</c:v>
                </c:pt>
                <c:pt idx="24">
                  <c:v>7.2</c:v>
                </c:pt>
                <c:pt idx="25">
                  <c:v>6.83</c:v>
                </c:pt>
                <c:pt idx="26">
                  <c:v>7.1</c:v>
                </c:pt>
                <c:pt idx="27">
                  <c:v>5.74</c:v>
                </c:pt>
                <c:pt idx="28">
                  <c:v>5.92</c:v>
                </c:pt>
                <c:pt idx="29">
                  <c:v>6.25</c:v>
                </c:pt>
                <c:pt idx="30">
                  <c:v>5.77</c:v>
                </c:pt>
                <c:pt idx="31">
                  <c:v>6.55</c:v>
                </c:pt>
                <c:pt idx="32">
                  <c:v>6.59</c:v>
                </c:pt>
                <c:pt idx="33">
                  <c:v>6.5</c:v>
                </c:pt>
                <c:pt idx="34">
                  <c:v>6.04</c:v>
                </c:pt>
                <c:pt idx="35">
                  <c:v>6.82</c:v>
                </c:pt>
                <c:pt idx="36">
                  <c:v>6.52</c:v>
                </c:pt>
                <c:pt idx="37">
                  <c:v>7.35</c:v>
                </c:pt>
                <c:pt idx="38">
                  <c:v>7.65</c:v>
                </c:pt>
                <c:pt idx="39">
                  <c:v>8.75</c:v>
                </c:pt>
                <c:pt idx="40">
                  <c:v>8.63</c:v>
                </c:pt>
                <c:pt idx="41">
                  <c:v>7.63</c:v>
                </c:pt>
                <c:pt idx="42">
                  <c:v>7.98</c:v>
                </c:pt>
                <c:pt idx="43">
                  <c:v>7.97</c:v>
                </c:pt>
                <c:pt idx="44">
                  <c:v>8.37</c:v>
                </c:pt>
                <c:pt idx="45">
                  <c:v>7.61</c:v>
                </c:pt>
                <c:pt idx="46">
                  <c:v>7.99</c:v>
                </c:pt>
                <c:pt idx="47">
                  <c:v>7.23</c:v>
                </c:pt>
                <c:pt idx="48">
                  <c:v>8.59</c:v>
                </c:pt>
                <c:pt idx="49">
                  <c:v>7.45</c:v>
                </c:pt>
                <c:pt idx="50">
                  <c:v>7.72</c:v>
                </c:pt>
                <c:pt idx="51">
                  <c:v>7.57</c:v>
                </c:pt>
                <c:pt idx="52">
                  <c:v>7.31</c:v>
                </c:pt>
                <c:pt idx="53">
                  <c:v>7.16</c:v>
                </c:pt>
                <c:pt idx="54">
                  <c:v>7.49</c:v>
                </c:pt>
                <c:pt idx="55">
                  <c:v>7.39</c:v>
                </c:pt>
                <c:pt idx="56">
                  <c:v>8.17</c:v>
                </c:pt>
                <c:pt idx="57">
                  <c:v>9.5</c:v>
                </c:pt>
                <c:pt idx="58">
                  <c:v>9.9</c:v>
                </c:pt>
                <c:pt idx="59">
                  <c:v>10.53</c:v>
                </c:pt>
                <c:pt idx="60">
                  <c:v>10.27</c:v>
                </c:pt>
                <c:pt idx="61">
                  <c:v>11.28</c:v>
                </c:pt>
                <c:pt idx="62">
                  <c:v>11.16</c:v>
                </c:pt>
                <c:pt idx="63">
                  <c:v>10.28</c:v>
                </c:pt>
                <c:pt idx="64">
                  <c:v>10.13</c:v>
                </c:pt>
                <c:pt idx="65">
                  <c:v>11.03</c:v>
                </c:pt>
                <c:pt idx="66">
                  <c:v>12.55</c:v>
                </c:pt>
                <c:pt idx="67">
                  <c:v>12.2</c:v>
                </c:pt>
                <c:pt idx="68">
                  <c:v>13.98</c:v>
                </c:pt>
                <c:pt idx="69">
                  <c:v>13.58</c:v>
                </c:pt>
                <c:pt idx="70">
                  <c:v>12.77</c:v>
                </c:pt>
                <c:pt idx="71">
                  <c:v>13.15</c:v>
                </c:pt>
                <c:pt idx="72">
                  <c:v>12.9</c:v>
                </c:pt>
                <c:pt idx="73">
                  <c:v>12.48</c:v>
                </c:pt>
                <c:pt idx="74">
                  <c:v>12.57</c:v>
                </c:pt>
                <c:pt idx="75">
                  <c:v>11.52</c:v>
                </c:pt>
                <c:pt idx="76">
                  <c:v>11.45</c:v>
                </c:pt>
                <c:pt idx="77">
                  <c:v>12.19</c:v>
                </c:pt>
                <c:pt idx="78">
                  <c:v>10.26</c:v>
                </c:pt>
                <c:pt idx="79">
                  <c:v>9.92</c:v>
                </c:pt>
                <c:pt idx="80">
                  <c:v>9.3</c:v>
                </c:pt>
                <c:pt idx="81">
                  <c:v>16.07</c:v>
                </c:pt>
                <c:pt idx="82">
                  <c:v>12.22</c:v>
                </c:pt>
                <c:pt idx="83">
                  <c:v>13.38</c:v>
                </c:pt>
                <c:pt idx="84">
                  <c:v>14.54</c:v>
                </c:pt>
                <c:pt idx="85">
                  <c:v>15.63</c:v>
                </c:pt>
                <c:pt idx="86">
                  <c:v>16.84</c:v>
                </c:pt>
                <c:pt idx="87">
                  <c:v>18.9</c:v>
                </c:pt>
                <c:pt idx="88">
                  <c:v>19.42</c:v>
                </c:pt>
                <c:pt idx="89">
                  <c:v>19.06</c:v>
                </c:pt>
                <c:pt idx="90">
                  <c:v>17.75</c:v>
                </c:pt>
                <c:pt idx="91">
                  <c:v>20.45</c:v>
                </c:pt>
                <c:pt idx="92">
                  <c:v>19.84</c:v>
                </c:pt>
                <c:pt idx="93">
                  <c:v>25.12</c:v>
                </c:pt>
                <c:pt idx="94">
                  <c:v>27.69</c:v>
                </c:pt>
                <c:pt idx="95">
                  <c:v>29.04</c:v>
                </c:pt>
                <c:pt idx="96">
                  <c:v>31.26</c:v>
                </c:pt>
                <c:pt idx="97">
                  <c:v>33.92</c:v>
                </c:pt>
                <c:pt idx="98">
                  <c:v>36.0</c:v>
                </c:pt>
                <c:pt idx="99">
                  <c:v>35.93</c:v>
                </c:pt>
                <c:pt idx="100">
                  <c:v>36.38</c:v>
                </c:pt>
                <c:pt idx="101">
                  <c:v>39.34</c:v>
                </c:pt>
                <c:pt idx="102">
                  <c:v>39.64</c:v>
                </c:pt>
                <c:pt idx="103">
                  <c:v>34.91</c:v>
                </c:pt>
                <c:pt idx="104">
                  <c:v>64.37</c:v>
                </c:pt>
                <c:pt idx="105">
                  <c:v>64.55</c:v>
                </c:pt>
                <c:pt idx="106">
                  <c:v>64.56</c:v>
                </c:pt>
                <c:pt idx="107">
                  <c:v>64.6</c:v>
                </c:pt>
                <c:pt idx="108">
                  <c:v>64.94</c:v>
                </c:pt>
                <c:pt idx="109">
                  <c:v>64.97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80">
                  <c:v>9.3</c:v>
                </c:pt>
                <c:pt idx="81">
                  <c:v>16.07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92">
                  <c:v>19.84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64.37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ALPINE IMMUNE SCIENCES,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ALPN  ·  acquired by Vertex Pharmaceuticals Incorporated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10, 2024   ·   Closed May 20, 2024   ·   Status: completed   ·   Pre-ann. volume 1.19×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ALPINE IMMUNE SCIENCES,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ALPINE IMMUNE SCIENCES,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5724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4284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45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81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25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978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308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170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02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693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0238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216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867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Alpine CBO meets with Vertex business development executive…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Alpine presents Phase 1b/2a data for povetacicept; stock…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Alpine executives meet with Vertex and Companies A, B, C…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Alpine and Vertex enter into a mutual confidentiality…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Vertex informs Alpine CEO Mitchell Gold of potential…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Vertex Executive Chairman Jeffrey Leiden confirms interest…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Vertex submits written indication of interest at $60.00 per…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Alpine Board rejects $60.00 offer as insufficient…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declines to bid; Vertex increases offer to…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Alpine Board unanimously approves the Merger Agreement at…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 with ~87% of shares…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Alpine becomes a wholly 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ALPINE IMMUNE SCIENCES,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+73%  ($9.3→$16.07)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($19.84→$25.12)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($16.07→$12.22)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ALPINE IMMUNE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Provides Corporate Update and Reports Fourth Quarter and Full Year 2022 Financial…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Reports First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to Present Data from RUBY-1, a Phase 1 Study of Povetacicept, at Upcoming Scientific…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Presents New Translational Data on Acazicolcept in Systemic Lupus Erythematosus at…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Reports Third Quarter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Inc (ALPN) Reports Encouraging Q3 2023 Results; Advances Povetacicept 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Presents New Translational Data on Povetacicept in Systemic Lupus Erythematosus at…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Shares Updated Clinical Data from Povetacicept in IgA Nephropathy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2024-05-09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Alpine Immune Sciences Reports First Quarter 2024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