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38.71</c:v>
                </c:pt>
                <c:pt idx="1">
                  <c:v>39.71</c:v>
                </c:pt>
                <c:pt idx="2">
                  <c:v>47.45</c:v>
                </c:pt>
                <c:pt idx="3">
                  <c:v>51.19</c:v>
                </c:pt>
                <c:pt idx="4">
                  <c:v>51.19</c:v>
                </c:pt>
                <c:pt idx="5">
                  <c:v>50.45</c:v>
                </c:pt>
                <c:pt idx="6">
                  <c:v>57.94</c:v>
                </c:pt>
                <c:pt idx="7">
                  <c:v>56.69</c:v>
                </c:pt>
                <c:pt idx="8">
                  <c:v>75.42</c:v>
                </c:pt>
                <c:pt idx="9">
                  <c:v>67.68</c:v>
                </c:pt>
                <c:pt idx="10">
                  <c:v>80.41</c:v>
                </c:pt>
                <c:pt idx="11">
                  <c:v>83.91</c:v>
                </c:pt>
                <c:pt idx="12">
                  <c:v>96.89</c:v>
                </c:pt>
                <c:pt idx="13">
                  <c:v>94.9</c:v>
                </c:pt>
                <c:pt idx="14">
                  <c:v>94.65</c:v>
                </c:pt>
                <c:pt idx="15">
                  <c:v>148.34</c:v>
                </c:pt>
                <c:pt idx="16">
                  <c:v>144.34</c:v>
                </c:pt>
                <c:pt idx="17">
                  <c:v>125.86</c:v>
                </c:pt>
                <c:pt idx="18">
                  <c:v>117.37</c:v>
                </c:pt>
                <c:pt idx="19">
                  <c:v>111.88</c:v>
                </c:pt>
                <c:pt idx="20">
                  <c:v>106.88</c:v>
                </c:pt>
                <c:pt idx="21">
                  <c:v>95.15</c:v>
                </c:pt>
                <c:pt idx="22">
                  <c:v>81.16</c:v>
                </c:pt>
                <c:pt idx="23">
                  <c:v>73.42</c:v>
                </c:pt>
                <c:pt idx="24">
                  <c:v>86.41</c:v>
                </c:pt>
                <c:pt idx="25">
                  <c:v>67.68</c:v>
                </c:pt>
                <c:pt idx="26">
                  <c:v>68.18</c:v>
                </c:pt>
                <c:pt idx="27">
                  <c:v>59.44</c:v>
                </c:pt>
                <c:pt idx="28">
                  <c:v>58.19</c:v>
                </c:pt>
                <c:pt idx="29">
                  <c:v>53.44</c:v>
                </c:pt>
                <c:pt idx="30">
                  <c:v>51.69</c:v>
                </c:pt>
                <c:pt idx="31">
                  <c:v>53.19</c:v>
                </c:pt>
                <c:pt idx="32">
                  <c:v>50.2</c:v>
                </c:pt>
                <c:pt idx="33">
                  <c:v>45.7</c:v>
                </c:pt>
                <c:pt idx="34">
                  <c:v>51.94</c:v>
                </c:pt>
                <c:pt idx="35">
                  <c:v>49.2</c:v>
                </c:pt>
                <c:pt idx="36">
                  <c:v>52.44</c:v>
                </c:pt>
                <c:pt idx="37">
                  <c:v>40.21</c:v>
                </c:pt>
                <c:pt idx="38">
                  <c:v>36.21</c:v>
                </c:pt>
                <c:pt idx="39">
                  <c:v>32.71</c:v>
                </c:pt>
                <c:pt idx="40">
                  <c:v>38.96</c:v>
                </c:pt>
                <c:pt idx="41">
                  <c:v>39.46</c:v>
                </c:pt>
                <c:pt idx="42">
                  <c:v>33.71</c:v>
                </c:pt>
                <c:pt idx="43">
                  <c:v>52.69</c:v>
                </c:pt>
                <c:pt idx="44">
                  <c:v>53.94</c:v>
                </c:pt>
                <c:pt idx="45">
                  <c:v>46.2</c:v>
                </c:pt>
                <c:pt idx="46">
                  <c:v>52.94</c:v>
                </c:pt>
                <c:pt idx="47">
                  <c:v>49.2</c:v>
                </c:pt>
                <c:pt idx="48">
                  <c:v>52.44</c:v>
                </c:pt>
                <c:pt idx="49">
                  <c:v>47.45</c:v>
                </c:pt>
                <c:pt idx="50">
                  <c:v>45.45</c:v>
                </c:pt>
                <c:pt idx="51">
                  <c:v>64.18</c:v>
                </c:pt>
                <c:pt idx="52">
                  <c:v>55.19</c:v>
                </c:pt>
                <c:pt idx="53">
                  <c:v>50.94</c:v>
                </c:pt>
                <c:pt idx="54">
                  <c:v>56.94</c:v>
                </c:pt>
                <c:pt idx="55">
                  <c:v>63.18</c:v>
                </c:pt>
                <c:pt idx="56">
                  <c:v>53.69</c:v>
                </c:pt>
                <c:pt idx="57">
                  <c:v>39.96</c:v>
                </c:pt>
                <c:pt idx="58">
                  <c:v>37.46</c:v>
                </c:pt>
                <c:pt idx="59">
                  <c:v>34.71</c:v>
                </c:pt>
                <c:pt idx="60">
                  <c:v>17.98</c:v>
                </c:pt>
                <c:pt idx="61">
                  <c:v>15.48</c:v>
                </c:pt>
                <c:pt idx="62">
                  <c:v>15.98</c:v>
                </c:pt>
                <c:pt idx="63">
                  <c:v>15.23</c:v>
                </c:pt>
                <c:pt idx="64">
                  <c:v>18.73</c:v>
                </c:pt>
                <c:pt idx="65">
                  <c:v>14.48</c:v>
                </c:pt>
                <c:pt idx="66">
                  <c:v>13.24</c:v>
                </c:pt>
                <c:pt idx="67">
                  <c:v>12.99</c:v>
                </c:pt>
                <c:pt idx="68">
                  <c:v>13.49</c:v>
                </c:pt>
                <c:pt idx="69">
                  <c:v>11.74</c:v>
                </c:pt>
                <c:pt idx="70">
                  <c:v>10.49</c:v>
                </c:pt>
                <c:pt idx="71">
                  <c:v>9.49</c:v>
                </c:pt>
                <c:pt idx="72">
                  <c:v>7.49</c:v>
                </c:pt>
                <c:pt idx="73">
                  <c:v>7.74</c:v>
                </c:pt>
                <c:pt idx="74">
                  <c:v>8.74</c:v>
                </c:pt>
                <c:pt idx="75">
                  <c:v>8.99</c:v>
                </c:pt>
                <c:pt idx="76">
                  <c:v>9.99</c:v>
                </c:pt>
                <c:pt idx="77">
                  <c:v>7.99</c:v>
                </c:pt>
                <c:pt idx="78">
                  <c:v>8.49</c:v>
                </c:pt>
                <c:pt idx="79">
                  <c:v>8.74</c:v>
                </c:pt>
                <c:pt idx="80">
                  <c:v>8.49</c:v>
                </c:pt>
                <c:pt idx="81">
                  <c:v>9.74</c:v>
                </c:pt>
                <c:pt idx="82">
                  <c:v>9.24</c:v>
                </c:pt>
                <c:pt idx="83">
                  <c:v>9.24</c:v>
                </c:pt>
                <c:pt idx="84">
                  <c:v>7.24</c:v>
                </c:pt>
                <c:pt idx="85">
                  <c:v>7.24</c:v>
                </c:pt>
                <c:pt idx="86">
                  <c:v>8.49</c:v>
                </c:pt>
                <c:pt idx="87">
                  <c:v>8.74</c:v>
                </c:pt>
                <c:pt idx="88">
                  <c:v>7.74</c:v>
                </c:pt>
                <c:pt idx="89">
                  <c:v>164.82</c:v>
                </c:pt>
                <c:pt idx="90">
                  <c:v>6.3</c:v>
                </c:pt>
                <c:pt idx="91">
                  <c:v>7.16</c:v>
                </c:pt>
                <c:pt idx="92">
                  <c:v>7.75</c:v>
                </c:pt>
                <c:pt idx="93">
                  <c:v>7.32</c:v>
                </c:pt>
                <c:pt idx="94">
                  <c:v>6.82</c:v>
                </c:pt>
                <c:pt idx="95">
                  <c:v>7.14</c:v>
                </c:pt>
                <c:pt idx="96">
                  <c:v>7.25</c:v>
                </c:pt>
                <c:pt idx="97">
                  <c:v>7.57</c:v>
                </c:pt>
                <c:pt idx="98">
                  <c:v>8.28</c:v>
                </c:pt>
                <c:pt idx="99">
                  <c:v>9.24</c:v>
                </c:pt>
                <c:pt idx="100">
                  <c:v>9.88</c:v>
                </c:pt>
                <c:pt idx="101">
                  <c:v>9.78</c:v>
                </c:pt>
                <c:pt idx="102">
                  <c:v>9.58</c:v>
                </c:pt>
                <c:pt idx="103">
                  <c:v>8.41</c:v>
                </c:pt>
                <c:pt idx="104">
                  <c:v>27.92</c:v>
                </c:pt>
                <c:pt idx="105">
                  <c:v>27.3</c:v>
                </c:pt>
                <c:pt idx="106">
                  <c:v>27.43</c:v>
                </c:pt>
                <c:pt idx="107">
                  <c:v>27.77</c:v>
                </c:pt>
                <c:pt idx="108">
                  <c:v>28.35</c:v>
                </c:pt>
                <c:pt idx="109">
                  <c:v>28.94</c:v>
                </c:pt>
                <c:pt idx="110">
                  <c:v>29.07</c:v>
                </c:pt>
                <c:pt idx="111">
                  <c:v>29.04</c:v>
                </c:pt>
                <c:pt idx="112">
                  <c:v>29.08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88">
                  <c:v>7.74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7">
                  <c:v>56.69</c:v>
                </c:pt>
                <c:pt idx="14">
                  <c:v>94.65</c:v>
                </c:pt>
                <c:pt idx="24">
                  <c:v>86.41</c:v>
                </c:pt>
                <c:pt idx="36">
                  <c:v>52.44</c:v>
                </c:pt>
                <c:pt idx="42">
                  <c:v>33.71</c:v>
                </c:pt>
                <c:pt idx="50">
                  <c:v>45.45</c:v>
                </c:pt>
                <c:pt idx="56">
                  <c:v>53.69</c:v>
                </c:pt>
                <c:pt idx="59">
                  <c:v>34.71</c:v>
                </c:pt>
                <c:pt idx="63">
                  <c:v>15.23</c:v>
                </c:pt>
                <c:pt idx="64">
                  <c:v>18.73</c:v>
                </c:pt>
                <c:pt idx="83">
                  <c:v>9.24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Sheet1!$E$2:$E$114</c:f>
              <c:numCache>
                <c:formatCode>General</c:formatCode>
                <c:ptCount val="113"/>
                <c:pt idx="104">
                  <c:v>27.92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Mersana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MRSN  ·  acquired by Day One Biopharmaceuticals,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13, 2025   ·   Closed Jan 06, 2026   ·   Status: completed   ·   Pre-ann. volume 0.9×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Mersana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Mersana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9375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7935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717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238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817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969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945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700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044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69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676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087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3889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0202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643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Mersana announces positive initial clinical data for Emi-Le…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Mersana receives Nasdaq deficiency notice for failing to…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Mersana and Day One enter into a mutual confidentiality…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06,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Mersana announces strategic restructuring, including a 55%…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12,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non-binding proposal for an option and…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04,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Mersana Board directs management to evaluate 'whole…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a non-binding proposal to acquire Mersana…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13,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terminates licensing discussions due to changing…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Day One submits initial acquisition proposal of $12.00 per…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Day One increases offer to $25.00 per share cash plus…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Mersana Board unanimously approves the Merger Agreement…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is publicly announced.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05,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60.57% of shares tendered.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06,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Mersana becomes a wholly-owned subsidiary…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Mersana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13 unexplained pre-announcement move weeks (of 14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2025-08-01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+2043%  ($0.31→$6.6)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+57%  ($3.79→$5.94)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2024-09-13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+56%  ($1.35→$2.11)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-48%  ($1.39→$0.72)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2024-11-08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+41%  ($1.82→$2.57)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370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($2.27→$3.02)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671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2024-12-20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($2.15→$1.6)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328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2024-08-02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($2.1→$1.61)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468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Mersana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Mersana Therapeutics Provides Business Update and Announces Third Quarter 2023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Mersana Therapeutics Provides Business Update and Announces Fourth Quarter and Full Year 2024 Financial…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2025-04-01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Mersana Therapeutics Announces Upcoming Oral Presentation of Emi-Le Clinical Data at European Society for…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CORRECTION - Mersana Therapeutics Provides Business Update and Announces First Quarter 2025 Financial…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Mersana Therapeutics Provides Business Update and Announces First Quarter 2025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Mersana Therapeutics Reports Additional Positive Interim Phase 1 Clinical Data for Emi-Le in Oral…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Mersana Therapeutics Presents Positive Phase 1 Data for Cancer Drug Emi-Le at ASCO 2025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Mersana targets reporting initial Emi-Le expansion data in H2 2025 while achieving $15M GSK milestone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HAPPY THANKSGIVING AND ALERT: The M&amp;amp;A Class Action Firm Continues to Investigate the Merger – EXAS…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