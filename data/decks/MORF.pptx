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Sheet1!$A$2:$A$111</c:f>
              <c:strCache>
                <c:ptCount val="110"/>
                <c:pt idx="0">
                  <c:v>Jul '22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Sep '22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Dec '22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Feb '23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Apr '23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Jun '23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Sep '23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Nov '23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Jan '24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Apr '24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Jun '24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Sheet1!$B$2:$B$111</c:f>
              <c:numCache>
                <c:formatCode>General</c:formatCode>
                <c:ptCount val="110"/>
                <c:pt idx="0">
                  <c:v>24.21</c:v>
                </c:pt>
                <c:pt idx="1">
                  <c:v>25.0</c:v>
                </c:pt>
                <c:pt idx="2">
                  <c:v>26.47</c:v>
                </c:pt>
                <c:pt idx="3">
                  <c:v>32.44</c:v>
                </c:pt>
                <c:pt idx="4">
                  <c:v>33.0</c:v>
                </c:pt>
                <c:pt idx="5">
                  <c:v>30.56</c:v>
                </c:pt>
                <c:pt idx="6">
                  <c:v>28.64</c:v>
                </c:pt>
                <c:pt idx="7">
                  <c:v>28.33</c:v>
                </c:pt>
                <c:pt idx="8">
                  <c:v>29.56</c:v>
                </c:pt>
                <c:pt idx="9">
                  <c:v>28.51</c:v>
                </c:pt>
                <c:pt idx="10">
                  <c:v>25.98</c:v>
                </c:pt>
                <c:pt idx="11">
                  <c:v>28.3</c:v>
                </c:pt>
                <c:pt idx="12">
                  <c:v>28.31</c:v>
                </c:pt>
                <c:pt idx="13">
                  <c:v>27.79</c:v>
                </c:pt>
                <c:pt idx="14">
                  <c:v>24.74</c:v>
                </c:pt>
                <c:pt idx="15">
                  <c:v>29.12</c:v>
                </c:pt>
                <c:pt idx="16">
                  <c:v>26.37</c:v>
                </c:pt>
                <c:pt idx="17">
                  <c:v>30.26</c:v>
                </c:pt>
                <c:pt idx="18">
                  <c:v>28.48</c:v>
                </c:pt>
                <c:pt idx="19">
                  <c:v>27.52</c:v>
                </c:pt>
                <c:pt idx="20">
                  <c:v>28.62</c:v>
                </c:pt>
                <c:pt idx="21">
                  <c:v>26.09</c:v>
                </c:pt>
                <c:pt idx="22">
                  <c:v>25.65</c:v>
                </c:pt>
                <c:pt idx="23">
                  <c:v>25.81</c:v>
                </c:pt>
                <c:pt idx="24">
                  <c:v>26.75</c:v>
                </c:pt>
                <c:pt idx="25">
                  <c:v>27.32</c:v>
                </c:pt>
                <c:pt idx="26">
                  <c:v>31.72</c:v>
                </c:pt>
                <c:pt idx="27">
                  <c:v>30.65</c:v>
                </c:pt>
                <c:pt idx="28">
                  <c:v>31.85</c:v>
                </c:pt>
                <c:pt idx="29">
                  <c:v>34.55</c:v>
                </c:pt>
                <c:pt idx="30">
                  <c:v>35.35</c:v>
                </c:pt>
                <c:pt idx="31">
                  <c:v>41.92</c:v>
                </c:pt>
                <c:pt idx="32">
                  <c:v>42.05</c:v>
                </c:pt>
                <c:pt idx="33">
                  <c:v>44.23</c:v>
                </c:pt>
                <c:pt idx="34">
                  <c:v>42.31</c:v>
                </c:pt>
                <c:pt idx="35">
                  <c:v>41.82</c:v>
                </c:pt>
                <c:pt idx="36">
                  <c:v>37.22</c:v>
                </c:pt>
                <c:pt idx="37">
                  <c:v>37.64</c:v>
                </c:pt>
                <c:pt idx="38">
                  <c:v>34.33</c:v>
                </c:pt>
                <c:pt idx="39">
                  <c:v>34.64</c:v>
                </c:pt>
                <c:pt idx="40">
                  <c:v>44.82</c:v>
                </c:pt>
                <c:pt idx="41">
                  <c:v>47.26</c:v>
                </c:pt>
                <c:pt idx="42">
                  <c:v>55.05</c:v>
                </c:pt>
                <c:pt idx="43">
                  <c:v>57.34</c:v>
                </c:pt>
                <c:pt idx="44">
                  <c:v>56.97</c:v>
                </c:pt>
                <c:pt idx="45">
                  <c:v>57.28</c:v>
                </c:pt>
                <c:pt idx="46">
                  <c:v>57.04</c:v>
                </c:pt>
                <c:pt idx="47">
                  <c:v>61.73</c:v>
                </c:pt>
                <c:pt idx="48">
                  <c:v>58.5</c:v>
                </c:pt>
                <c:pt idx="49">
                  <c:v>59.76</c:v>
                </c:pt>
                <c:pt idx="50">
                  <c:v>57.33</c:v>
                </c:pt>
                <c:pt idx="51">
                  <c:v>57.64</c:v>
                </c:pt>
                <c:pt idx="52">
                  <c:v>58.93</c:v>
                </c:pt>
                <c:pt idx="53">
                  <c:v>56.87</c:v>
                </c:pt>
                <c:pt idx="54">
                  <c:v>55.35</c:v>
                </c:pt>
                <c:pt idx="55">
                  <c:v>59.22</c:v>
                </c:pt>
                <c:pt idx="56">
                  <c:v>54.0</c:v>
                </c:pt>
                <c:pt idx="57">
                  <c:v>54.22</c:v>
                </c:pt>
                <c:pt idx="58">
                  <c:v>55.09</c:v>
                </c:pt>
                <c:pt idx="59">
                  <c:v>55.91</c:v>
                </c:pt>
                <c:pt idx="60">
                  <c:v>54.42</c:v>
                </c:pt>
                <c:pt idx="61">
                  <c:v>53.22</c:v>
                </c:pt>
                <c:pt idx="62">
                  <c:v>36.68</c:v>
                </c:pt>
                <c:pt idx="63">
                  <c:v>22.91</c:v>
                </c:pt>
                <c:pt idx="64">
                  <c:v>23.02</c:v>
                </c:pt>
                <c:pt idx="65">
                  <c:v>21.63</c:v>
                </c:pt>
                <c:pt idx="66">
                  <c:v>20.57</c:v>
                </c:pt>
                <c:pt idx="67">
                  <c:v>20.2</c:v>
                </c:pt>
                <c:pt idx="68">
                  <c:v>22.57</c:v>
                </c:pt>
                <c:pt idx="69">
                  <c:v>20.49</c:v>
                </c:pt>
                <c:pt idx="70">
                  <c:v>23.4</c:v>
                </c:pt>
                <c:pt idx="71">
                  <c:v>23.72</c:v>
                </c:pt>
                <c:pt idx="72">
                  <c:v>24.41</c:v>
                </c:pt>
                <c:pt idx="73">
                  <c:v>27.17</c:v>
                </c:pt>
                <c:pt idx="74">
                  <c:v>31.0</c:v>
                </c:pt>
                <c:pt idx="75">
                  <c:v>28.9</c:v>
                </c:pt>
                <c:pt idx="76">
                  <c:v>28.88</c:v>
                </c:pt>
                <c:pt idx="77">
                  <c:v>27.3</c:v>
                </c:pt>
                <c:pt idx="78">
                  <c:v>27.79</c:v>
                </c:pt>
                <c:pt idx="79">
                  <c:v>26.64</c:v>
                </c:pt>
                <c:pt idx="80">
                  <c:v>30.25</c:v>
                </c:pt>
                <c:pt idx="81">
                  <c:v>34.75</c:v>
                </c:pt>
                <c:pt idx="82">
                  <c:v>39.7</c:v>
                </c:pt>
                <c:pt idx="83">
                  <c:v>37.68</c:v>
                </c:pt>
                <c:pt idx="84">
                  <c:v>35.3</c:v>
                </c:pt>
                <c:pt idx="85">
                  <c:v>39.53</c:v>
                </c:pt>
                <c:pt idx="86">
                  <c:v>37.18</c:v>
                </c:pt>
                <c:pt idx="87">
                  <c:v>34.55</c:v>
                </c:pt>
                <c:pt idx="88">
                  <c:v>33.24</c:v>
                </c:pt>
                <c:pt idx="89">
                  <c:v>35.2</c:v>
                </c:pt>
                <c:pt idx="90">
                  <c:v>30.14</c:v>
                </c:pt>
                <c:pt idx="91">
                  <c:v>28.66</c:v>
                </c:pt>
                <c:pt idx="92">
                  <c:v>27.99</c:v>
                </c:pt>
                <c:pt idx="93">
                  <c:v>28.07</c:v>
                </c:pt>
                <c:pt idx="94">
                  <c:v>29.9</c:v>
                </c:pt>
                <c:pt idx="95">
                  <c:v>28.62</c:v>
                </c:pt>
                <c:pt idx="96">
                  <c:v>29.23</c:v>
                </c:pt>
                <c:pt idx="97">
                  <c:v>30.8</c:v>
                </c:pt>
                <c:pt idx="98">
                  <c:v>30.37</c:v>
                </c:pt>
                <c:pt idx="99">
                  <c:v>30.77</c:v>
                </c:pt>
                <c:pt idx="100">
                  <c:v>26.45</c:v>
                </c:pt>
                <c:pt idx="101">
                  <c:v>28.47</c:v>
                </c:pt>
                <c:pt idx="102">
                  <c:v>34.07</c:v>
                </c:pt>
                <c:pt idx="103">
                  <c:v>31.84</c:v>
                </c:pt>
                <c:pt idx="104">
                  <c:v>55.78</c:v>
                </c:pt>
                <c:pt idx="105">
                  <c:v>56.52</c:v>
                </c:pt>
                <c:pt idx="106">
                  <c:v>56.55</c:v>
                </c:pt>
                <c:pt idx="107">
                  <c:v>56.84</c:v>
                </c:pt>
                <c:pt idx="108">
                  <c:v>56.9</c:v>
                </c:pt>
                <c:pt idx="109">
                  <c:v>56.99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Sheet1!$A$2:$A$111</c:f>
              <c:strCache>
                <c:ptCount val="110"/>
                <c:pt idx="0">
                  <c:v>Jul '22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Sep '22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Dec '22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Feb '23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Apr '23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Jun '23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Sep '23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Nov '23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Jan '24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Apr '24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Jun '24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Sheet1!$C$2:$C$111</c:f>
              <c:numCache>
                <c:formatCode>General</c:formatCode>
                <c:ptCount val="110"/>
                <c:pt idx="2">
                  <c:v>26.47</c:v>
                </c:pt>
                <c:pt idx="39">
                  <c:v>34.64</c:v>
                </c:pt>
                <c:pt idx="61">
                  <c:v>53.22</c:v>
                </c:pt>
                <c:pt idx="62">
                  <c:v>36.68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Sheet1!$A$2:$A$111</c:f>
              <c:strCache>
                <c:ptCount val="110"/>
                <c:pt idx="0">
                  <c:v>Jul '22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Sep '22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Dec '22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Feb '23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Apr '23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Jun '23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Sep '23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Nov '23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Jan '24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Apr '24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Jun '24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Sheet1!$D$2:$D$111</c:f>
              <c:numCache>
                <c:formatCode>General</c:formatCode>
                <c:ptCount val="110"/>
                <c:pt idx="104">
                  <c:v>55.78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Morphic Holding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MORF  ·  acquired by Eli Lilly and Company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$57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85%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Jul 08, 2024   ·   Closed Aug 16, 2024   ·   Status: completed   ·   Pre-ann. volume 1.39×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Morphic Holding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Morphic Holding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201158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286758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34969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57143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0427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0958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81780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00668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03132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03953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13808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146294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36630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58363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Dec 2020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Aug 2024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30, 2020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Morphic and Lilly enter into a standard confidentiality…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02, 2024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Lilly contacts Morphic CFO Marc Schegerin to express…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29, 2024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Lilly submits a written non-binding proposal to acquire…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03, 2024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Morphic Board directs Centerview to contact Company A and…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28, 2024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Lilly submits a revised proposal of $50.00 per share in…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29, 2024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Morphic counters, suggesting a price of at least $60.00 per…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21, 2024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Lilly submits a revised proposal of $53.00 per share in…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24, 2024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Lilly submits its 'best and final' offer of $57.00 per…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25, 2024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Morphic and Lilly enter into an exclusivity agreement…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07, 2024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Morphic Board unanimously (excluding recused director)…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08, 2024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Public announcement of the transaction.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19, 2024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Lilly commences the tender offer.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15, 2024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92.8% of shares tendered.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16, 2024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Morphic becomes a wholly owned subsidiary…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14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Morphic Holding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4 unexplained pre-announcement move weeks (of 5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2023-09-29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-38%  ($36.68→$22.91)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283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2023-09-22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-31%  ($53.22→$36.68)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290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2023-04-21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+29%  ($34.64→$44.82)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444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2022-08-05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+23%  ($26.47→$32.44)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703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Morphic Holding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2023-09-22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Morphic to Present Positive EMERALD-1 Phase 2a Data for MORF-057 in Patients with Moderate to Severe…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2023-09-25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Morphic Therapeutic stock nosedives on disappointing trial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2023-10-09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Morphic Therapeutic to Host Webcast to Present EMERALD-1 Full Data Set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2023-10-09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Morphic Therapeutic to Host Webcast to Present EMERALD-1 Full Data Set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2023-11-03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Morphic Announces Corporate Highlights and Financial Results for the Third Quarter 2023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2023-11-03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Morphic Announces Corporate Highlights and Financial Results for the Third Quarter 2023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2024-02-22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Morphic Announces Corporate Highlights and Financial Results for the Full Year 2023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2024-04-25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Morphic Announces Corporate Highlights and Financial Results for the First Quarter 2024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2024-07-08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US Equities Markets End Mixed as Investors Await Inflation Data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