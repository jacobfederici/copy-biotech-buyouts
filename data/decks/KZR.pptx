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8.0</c:v>
                </c:pt>
                <c:pt idx="1">
                  <c:v>8.6</c:v>
                </c:pt>
                <c:pt idx="2">
                  <c:v>7.9</c:v>
                </c:pt>
                <c:pt idx="3">
                  <c:v>8.0</c:v>
                </c:pt>
                <c:pt idx="4">
                  <c:v>8.6</c:v>
                </c:pt>
                <c:pt idx="5">
                  <c:v>7.7</c:v>
                </c:pt>
                <c:pt idx="6">
                  <c:v>7.7</c:v>
                </c:pt>
                <c:pt idx="7">
                  <c:v>7.0</c:v>
                </c:pt>
                <c:pt idx="8">
                  <c:v>6.9</c:v>
                </c:pt>
                <c:pt idx="9">
                  <c:v>6.8</c:v>
                </c:pt>
                <c:pt idx="10">
                  <c:v>6.8</c:v>
                </c:pt>
                <c:pt idx="11">
                  <c:v>6.4</c:v>
                </c:pt>
                <c:pt idx="12">
                  <c:v>6.0</c:v>
                </c:pt>
                <c:pt idx="13">
                  <c:v>5.8</c:v>
                </c:pt>
                <c:pt idx="14">
                  <c:v>6.4</c:v>
                </c:pt>
                <c:pt idx="15">
                  <c:v>6.3</c:v>
                </c:pt>
                <c:pt idx="16">
                  <c:v>6.7</c:v>
                </c:pt>
                <c:pt idx="17">
                  <c:v>6.1</c:v>
                </c:pt>
                <c:pt idx="18">
                  <c:v>5.6</c:v>
                </c:pt>
                <c:pt idx="19">
                  <c:v>6.1</c:v>
                </c:pt>
                <c:pt idx="20">
                  <c:v>6.3</c:v>
                </c:pt>
                <c:pt idx="21">
                  <c:v>6.0</c:v>
                </c:pt>
                <c:pt idx="22">
                  <c:v>5.6</c:v>
                </c:pt>
                <c:pt idx="23">
                  <c:v>5.7</c:v>
                </c:pt>
                <c:pt idx="24">
                  <c:v>5.7</c:v>
                </c:pt>
                <c:pt idx="25">
                  <c:v>5.4</c:v>
                </c:pt>
                <c:pt idx="26">
                  <c:v>8.0</c:v>
                </c:pt>
                <c:pt idx="27">
                  <c:v>8.5</c:v>
                </c:pt>
                <c:pt idx="28">
                  <c:v>8.2</c:v>
                </c:pt>
                <c:pt idx="29">
                  <c:v>7.9</c:v>
                </c:pt>
                <c:pt idx="30">
                  <c:v>72.1</c:v>
                </c:pt>
                <c:pt idx="31">
                  <c:v>7.37</c:v>
                </c:pt>
                <c:pt idx="32">
                  <c:v>7.46</c:v>
                </c:pt>
                <c:pt idx="33">
                  <c:v>7.5</c:v>
                </c:pt>
                <c:pt idx="34">
                  <c:v>7.47</c:v>
                </c:pt>
                <c:pt idx="35">
                  <c:v>6.8</c:v>
                </c:pt>
                <c:pt idx="36">
                  <c:v>6.75</c:v>
                </c:pt>
                <c:pt idx="37">
                  <c:v>6.38</c:v>
                </c:pt>
                <c:pt idx="38">
                  <c:v>6.64</c:v>
                </c:pt>
                <c:pt idx="39">
                  <c:v>6.86</c:v>
                </c:pt>
                <c:pt idx="40">
                  <c:v>6.51</c:v>
                </c:pt>
                <c:pt idx="41">
                  <c:v>6.19</c:v>
                </c:pt>
                <c:pt idx="42">
                  <c:v>6.34</c:v>
                </c:pt>
                <c:pt idx="43">
                  <c:v>6.48</c:v>
                </c:pt>
                <c:pt idx="44">
                  <c:v>6.16</c:v>
                </c:pt>
                <c:pt idx="45">
                  <c:v>5.89</c:v>
                </c:pt>
                <c:pt idx="46">
                  <c:v>6.05</c:v>
                </c:pt>
                <c:pt idx="47">
                  <c:v>5.71</c:v>
                </c:pt>
                <c:pt idx="48">
                  <c:v>6.1</c:v>
                </c:pt>
                <c:pt idx="49">
                  <c:v>5.87</c:v>
                </c:pt>
                <c:pt idx="50">
                  <c:v>5.89</c:v>
                </c:pt>
                <c:pt idx="51">
                  <c:v>4.92</c:v>
                </c:pt>
                <c:pt idx="52">
                  <c:v>4.12</c:v>
                </c:pt>
                <c:pt idx="53">
                  <c:v>3.95</c:v>
                </c:pt>
                <c:pt idx="54">
                  <c:v>4.16</c:v>
                </c:pt>
                <c:pt idx="55">
                  <c:v>4.7</c:v>
                </c:pt>
                <c:pt idx="56">
                  <c:v>4.5</c:v>
                </c:pt>
                <c:pt idx="57">
                  <c:v>4.22</c:v>
                </c:pt>
                <c:pt idx="58">
                  <c:v>4.07</c:v>
                </c:pt>
                <c:pt idx="59">
                  <c:v>3.93</c:v>
                </c:pt>
                <c:pt idx="60">
                  <c:v>4.18</c:v>
                </c:pt>
                <c:pt idx="61">
                  <c:v>4.4</c:v>
                </c:pt>
                <c:pt idx="62">
                  <c:v>4.59</c:v>
                </c:pt>
                <c:pt idx="63">
                  <c:v>4.52</c:v>
                </c:pt>
                <c:pt idx="64">
                  <c:v>4.44</c:v>
                </c:pt>
                <c:pt idx="65">
                  <c:v>4.58</c:v>
                </c:pt>
                <c:pt idx="66">
                  <c:v>4.51</c:v>
                </c:pt>
                <c:pt idx="67">
                  <c:v>4.35</c:v>
                </c:pt>
                <c:pt idx="68">
                  <c:v>4.31</c:v>
                </c:pt>
                <c:pt idx="69">
                  <c:v>4.05</c:v>
                </c:pt>
                <c:pt idx="70">
                  <c:v>4.0</c:v>
                </c:pt>
                <c:pt idx="71">
                  <c:v>3.97</c:v>
                </c:pt>
                <c:pt idx="72">
                  <c:v>4.06</c:v>
                </c:pt>
                <c:pt idx="73">
                  <c:v>3.95</c:v>
                </c:pt>
                <c:pt idx="74">
                  <c:v>4.07</c:v>
                </c:pt>
                <c:pt idx="75">
                  <c:v>3.95</c:v>
                </c:pt>
                <c:pt idx="76">
                  <c:v>3.76</c:v>
                </c:pt>
                <c:pt idx="77">
                  <c:v>3.65</c:v>
                </c:pt>
                <c:pt idx="78">
                  <c:v>3.92</c:v>
                </c:pt>
                <c:pt idx="79">
                  <c:v>4.22</c:v>
                </c:pt>
                <c:pt idx="80">
                  <c:v>6.36</c:v>
                </c:pt>
                <c:pt idx="81">
                  <c:v>6.16</c:v>
                </c:pt>
                <c:pt idx="82">
                  <c:v>6.21</c:v>
                </c:pt>
                <c:pt idx="83">
                  <c:v>6.04</c:v>
                </c:pt>
                <c:pt idx="84">
                  <c:v>6.18</c:v>
                </c:pt>
                <c:pt idx="85">
                  <c:v>6.25</c:v>
                </c:pt>
                <c:pt idx="86">
                  <c:v>6.2</c:v>
                </c:pt>
                <c:pt idx="87">
                  <c:v>6.25</c:v>
                </c:pt>
                <c:pt idx="88">
                  <c:v>6.24</c:v>
                </c:pt>
                <c:pt idx="89">
                  <c:v>6.34</c:v>
                </c:pt>
                <c:pt idx="90">
                  <c:v>6.34</c:v>
                </c:pt>
                <c:pt idx="91">
                  <c:v>6.29</c:v>
                </c:pt>
                <c:pt idx="92">
                  <c:v>6.2</c:v>
                </c:pt>
                <c:pt idx="93">
                  <c:v>6.2</c:v>
                </c:pt>
                <c:pt idx="94">
                  <c:v>6.18</c:v>
                </c:pt>
                <c:pt idx="95">
                  <c:v>6.07</c:v>
                </c:pt>
                <c:pt idx="96">
                  <c:v>6.12</c:v>
                </c:pt>
                <c:pt idx="97">
                  <c:v>6.3</c:v>
                </c:pt>
                <c:pt idx="98">
                  <c:v>6.83</c:v>
                </c:pt>
                <c:pt idx="99">
                  <c:v>6.7</c:v>
                </c:pt>
                <c:pt idx="100">
                  <c:v>6.94</c:v>
                </c:pt>
                <c:pt idx="101">
                  <c:v>6.85</c:v>
                </c:pt>
                <c:pt idx="102">
                  <c:v>6.43</c:v>
                </c:pt>
                <c:pt idx="103">
                  <c:v>6.2</c:v>
                </c:pt>
                <c:pt idx="104">
                  <c:v>7.4</c:v>
                </c:pt>
                <c:pt idx="105">
                  <c:v>7.37</c:v>
                </c:pt>
                <c:pt idx="106">
                  <c:v>7.33</c:v>
                </c:pt>
                <c:pt idx="107">
                  <c:v>7.33</c:v>
                </c:pt>
                <c:pt idx="108">
                  <c:v>7.33</c:v>
                </c:pt>
                <c:pt idx="109">
                  <c:v>0.17</c:v>
                </c:pt>
                <c:pt idx="110">
                  <c:v>0.17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5">
                  <c:v>5.4</c:v>
                </c:pt>
                <c:pt idx="29">
                  <c:v>7.9</c:v>
                </c:pt>
                <c:pt idx="79">
                  <c:v>4.22</c:v>
                </c:pt>
                <c:pt idx="108">
                  <c:v>7.33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Kezar Life 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KZR  ·  acquired by Aurinia Pharmaceuticals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$6.955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30, 2026   ·   Closed May 11, 2026   ·   Status: completed   ·   Pre-ann. volume 0.69×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Kezar Life 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Kezar Life 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442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298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32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9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358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526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487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9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893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484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110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Kezar announces cessation of enrollment in PALIZADE trial…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Biosciences submits unsolicited proposal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Kezar Board rejects Concentra proposal and adopts 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Kezar announces formal strategic review process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Kezar enters into exclusivity with 'Party E'.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submits revised proposal at $1.5M premium 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Aurinia Pharmaceuticals CEO Kevin Tang proposes acquisition…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and publicly announced.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80.2% of shares tendered.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Kezar becomes a wholly owned subsidiary…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Kezar Life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+818%  ($0.79→$7.21)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2025-10-17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+51%  ($4.22→$6.36)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2024-10-04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($0.54→$0.8)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Kezar Life 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Presents Positive Complete Results from the MISSION Phase 2 Trial Evaluating…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Reports Third Quarter 2022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Presents Positive Complete Results from the MISSION Phase 2 Trial Evaluating…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Reports Fourth Quarter and Year End 2022 Financial Results and Provides Business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Reports First Quarter 2023 Financial Results and Provides Business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 stock gains after FDA lifts partial clinical hold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: FDA Lifts Partial Clinical Hold On Phase 2a Trial Of Zetomipzomib In Autoimmune Hepatitis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Kezar Life Sciences: FDA Division Grants Type C Meeting To Discuss Development Of Zetomipzomib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Buzz: SPRY Gains FDA Nod; EU Expands Kerendia Label; LLY Acquires CNTA; BIIB Snaps Up APLS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