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Sheet1!$A$2:$A$110</c:f>
              <c:strCache>
                <c:ptCount val="109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Jun '24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Aug '24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Nov '24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Jan '25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Mar '25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May '25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Jul '25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'25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Nov '25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Mar '26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May '26</c:v>
                </c:pt>
              </c:strCache>
            </c:strRef>
          </c:cat>
          <c:val>
            <c:numRef>
              <c:f>Sheet1!$B$2:$B$110</c:f>
              <c:numCache>
                <c:formatCode>General</c:formatCode>
                <c:ptCount val="109"/>
                <c:pt idx="0">
                  <c:v>37.89</c:v>
                </c:pt>
                <c:pt idx="1">
                  <c:v>45.12</c:v>
                </c:pt>
                <c:pt idx="2">
                  <c:v>44.99</c:v>
                </c:pt>
                <c:pt idx="3">
                  <c:v>46.16</c:v>
                </c:pt>
                <c:pt idx="4">
                  <c:v>41.16</c:v>
                </c:pt>
                <c:pt idx="5">
                  <c:v>42.08</c:v>
                </c:pt>
                <c:pt idx="6">
                  <c:v>45.56</c:v>
                </c:pt>
                <c:pt idx="7">
                  <c:v>42.41</c:v>
                </c:pt>
                <c:pt idx="8">
                  <c:v>41.15</c:v>
                </c:pt>
                <c:pt idx="9">
                  <c:v>40.8</c:v>
                </c:pt>
                <c:pt idx="10">
                  <c:v>40.91</c:v>
                </c:pt>
                <c:pt idx="11">
                  <c:v>47.67</c:v>
                </c:pt>
                <c:pt idx="12">
                  <c:v>46.96</c:v>
                </c:pt>
                <c:pt idx="13">
                  <c:v>48.48</c:v>
                </c:pt>
                <c:pt idx="14">
                  <c:v>48.74</c:v>
                </c:pt>
                <c:pt idx="15">
                  <c:v>45.91</c:v>
                </c:pt>
                <c:pt idx="16">
                  <c:v>48.44</c:v>
                </c:pt>
                <c:pt idx="17">
                  <c:v>45.25</c:v>
                </c:pt>
                <c:pt idx="18">
                  <c:v>48.95</c:v>
                </c:pt>
                <c:pt idx="19">
                  <c:v>48.54</c:v>
                </c:pt>
                <c:pt idx="20">
                  <c:v>52.84</c:v>
                </c:pt>
                <c:pt idx="21">
                  <c:v>51.61</c:v>
                </c:pt>
                <c:pt idx="22">
                  <c:v>49.13</c:v>
                </c:pt>
                <c:pt idx="23">
                  <c:v>49.63</c:v>
                </c:pt>
                <c:pt idx="24">
                  <c:v>54.75</c:v>
                </c:pt>
                <c:pt idx="25">
                  <c:v>54.16</c:v>
                </c:pt>
                <c:pt idx="26">
                  <c:v>54.92</c:v>
                </c:pt>
                <c:pt idx="27">
                  <c:v>55.86</c:v>
                </c:pt>
                <c:pt idx="28">
                  <c:v>57.05</c:v>
                </c:pt>
                <c:pt idx="29">
                  <c:v>51.8</c:v>
                </c:pt>
                <c:pt idx="30">
                  <c:v>57.78</c:v>
                </c:pt>
                <c:pt idx="31">
                  <c:v>52.71</c:v>
                </c:pt>
                <c:pt idx="32">
                  <c:v>49.15</c:v>
                </c:pt>
                <c:pt idx="33">
                  <c:v>46.71</c:v>
                </c:pt>
                <c:pt idx="34">
                  <c:v>45.18</c:v>
                </c:pt>
                <c:pt idx="35">
                  <c:v>44.82</c:v>
                </c:pt>
                <c:pt idx="36">
                  <c:v>46.46</c:v>
                </c:pt>
                <c:pt idx="37">
                  <c:v>43.11</c:v>
                </c:pt>
                <c:pt idx="38">
                  <c:v>46.88</c:v>
                </c:pt>
                <c:pt idx="39">
                  <c:v>48.06</c:v>
                </c:pt>
                <c:pt idx="40">
                  <c:v>50.23</c:v>
                </c:pt>
                <c:pt idx="41">
                  <c:v>50.37</c:v>
                </c:pt>
                <c:pt idx="42">
                  <c:v>49.17</c:v>
                </c:pt>
                <c:pt idx="43">
                  <c:v>46.13</c:v>
                </c:pt>
                <c:pt idx="44">
                  <c:v>48.82</c:v>
                </c:pt>
                <c:pt idx="45">
                  <c:v>44.78</c:v>
                </c:pt>
                <c:pt idx="46">
                  <c:v>49.34</c:v>
                </c:pt>
                <c:pt idx="47">
                  <c:v>49.11</c:v>
                </c:pt>
                <c:pt idx="48">
                  <c:v>71.99</c:v>
                </c:pt>
                <c:pt idx="49">
                  <c:v>67.48</c:v>
                </c:pt>
                <c:pt idx="50">
                  <c:v>67.23</c:v>
                </c:pt>
                <c:pt idx="51">
                  <c:v>69.98</c:v>
                </c:pt>
                <c:pt idx="52">
                  <c:v>73.26</c:v>
                </c:pt>
                <c:pt idx="53">
                  <c:v>75.23</c:v>
                </c:pt>
                <c:pt idx="54">
                  <c:v>76.78</c:v>
                </c:pt>
                <c:pt idx="55">
                  <c:v>75.01</c:v>
                </c:pt>
                <c:pt idx="56">
                  <c:v>76.89</c:v>
                </c:pt>
                <c:pt idx="57">
                  <c:v>73.35</c:v>
                </c:pt>
                <c:pt idx="58">
                  <c:v>75.51</c:v>
                </c:pt>
                <c:pt idx="59">
                  <c:v>79.15</c:v>
                </c:pt>
                <c:pt idx="60">
                  <c:v>79.98</c:v>
                </c:pt>
                <c:pt idx="61">
                  <c:v>83.25</c:v>
                </c:pt>
                <c:pt idx="62">
                  <c:v>86.65</c:v>
                </c:pt>
                <c:pt idx="63">
                  <c:v>81.56</c:v>
                </c:pt>
                <c:pt idx="64">
                  <c:v>87.2</c:v>
                </c:pt>
                <c:pt idx="65">
                  <c:v>86.47</c:v>
                </c:pt>
                <c:pt idx="66">
                  <c:v>86.0</c:v>
                </c:pt>
                <c:pt idx="67">
                  <c:v>82.35</c:v>
                </c:pt>
                <c:pt idx="68">
                  <c:v>71.63</c:v>
                </c:pt>
                <c:pt idx="69">
                  <c:v>68.57</c:v>
                </c:pt>
                <c:pt idx="70">
                  <c:v>67.67</c:v>
                </c:pt>
                <c:pt idx="71">
                  <c:v>69.77</c:v>
                </c:pt>
                <c:pt idx="72">
                  <c:v>53.62</c:v>
                </c:pt>
                <c:pt idx="73">
                  <c:v>54.74</c:v>
                </c:pt>
                <c:pt idx="74">
                  <c:v>64.96</c:v>
                </c:pt>
                <c:pt idx="75">
                  <c:v>59.21</c:v>
                </c:pt>
                <c:pt idx="76">
                  <c:v>63.76</c:v>
                </c:pt>
                <c:pt idx="77">
                  <c:v>65.47</c:v>
                </c:pt>
                <c:pt idx="78">
                  <c:v>64.18</c:v>
                </c:pt>
                <c:pt idx="79">
                  <c:v>67.16</c:v>
                </c:pt>
                <c:pt idx="80">
                  <c:v>47.7</c:v>
                </c:pt>
                <c:pt idx="81">
                  <c:v>49.42</c:v>
                </c:pt>
                <c:pt idx="82">
                  <c:v>45.11</c:v>
                </c:pt>
                <c:pt idx="83">
                  <c:v>50.45</c:v>
                </c:pt>
                <c:pt idx="84">
                  <c:v>51.37</c:v>
                </c:pt>
                <c:pt idx="85">
                  <c:v>52.0</c:v>
                </c:pt>
                <c:pt idx="86">
                  <c:v>47.85</c:v>
                </c:pt>
                <c:pt idx="87">
                  <c:v>47.65</c:v>
                </c:pt>
                <c:pt idx="88">
                  <c:v>47.17</c:v>
                </c:pt>
                <c:pt idx="89">
                  <c:v>43.0</c:v>
                </c:pt>
                <c:pt idx="90">
                  <c:v>42.48</c:v>
                </c:pt>
                <c:pt idx="91">
                  <c:v>42.36</c:v>
                </c:pt>
                <c:pt idx="92">
                  <c:v>38.56</c:v>
                </c:pt>
                <c:pt idx="93">
                  <c:v>41.53</c:v>
                </c:pt>
                <c:pt idx="94">
                  <c:v>37.24</c:v>
                </c:pt>
                <c:pt idx="95">
                  <c:v>39.36</c:v>
                </c:pt>
                <c:pt idx="96">
                  <c:v>39.07</c:v>
                </c:pt>
                <c:pt idx="97">
                  <c:v>39.68</c:v>
                </c:pt>
                <c:pt idx="98">
                  <c:v>33.76</c:v>
                </c:pt>
                <c:pt idx="99">
                  <c:v>33.22</c:v>
                </c:pt>
                <c:pt idx="100">
                  <c:v>30.05</c:v>
                </c:pt>
                <c:pt idx="101">
                  <c:v>39.49</c:v>
                </c:pt>
                <c:pt idx="102">
                  <c:v>52.63</c:v>
                </c:pt>
                <c:pt idx="103">
                  <c:v>52.78</c:v>
                </c:pt>
                <c:pt idx="104">
                  <c:v>52.72</c:v>
                </c:pt>
                <c:pt idx="105">
                  <c:v>52.87</c:v>
                </c:pt>
                <c:pt idx="106">
                  <c:v>52.95</c:v>
                </c:pt>
                <c:pt idx="107">
                  <c:v>53.01</c:v>
                </c:pt>
                <c:pt idx="108">
                  <c:v>53.01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Jun '24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Aug '24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Nov '24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Jan '25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Mar '25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May '25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Jul '25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'25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Nov '25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Mar '26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May '26</c:v>
                </c:pt>
              </c:strCache>
            </c:strRef>
          </c:cat>
          <c:val>
            <c:numRef>
              <c:f>Sheet1!$C$2:$C$110</c:f>
              <c:numCache>
                <c:formatCode>General</c:formatCode>
                <c:ptCount val="109"/>
                <c:pt idx="47">
                  <c:v>49.11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Jun '24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Aug '24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Nov '24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Jan '25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Mar '25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May '25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Jul '25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'25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Nov '25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Mar '26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May '26</c:v>
                </c:pt>
              </c:strCache>
            </c:strRef>
          </c:cat>
          <c:val>
            <c:numRef>
              <c:f>Sheet1!$D$2:$D$110</c:f>
              <c:numCache>
                <c:formatCode>General</c:formatCode>
                <c:ptCount val="109"/>
                <c:pt idx="71">
                  <c:v>69.77</c:v>
                </c:pt>
                <c:pt idx="79">
                  <c:v>67.16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Jun '24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Aug '24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Nov '24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Jan '25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Mar '25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May '25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Jul '25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'25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Nov '25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Mar '26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May '26</c:v>
                </c:pt>
              </c:strCache>
            </c:strRef>
          </c:cat>
          <c:val>
            <c:numRef>
              <c:f>Sheet1!$E$2:$E$110</c:f>
              <c:numCache>
                <c:formatCode>General</c:formatCode>
                <c:ptCount val="109"/>
                <c:pt idx="101">
                  <c:v>39.49</c:v>
                </c:pt>
                <c:pt idx="102">
                  <c:v>52.63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Soleno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SLNO  ·  acquired by Neurocrine Biosciences,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06, 2026   ·   Closed May 18, 2026   ·   Status: completed   ·   Pre-ann. volume 1.18×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Soleno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Soleno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809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1369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98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18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690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690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95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95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293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446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12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474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154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36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757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017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59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840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621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224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86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46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046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306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608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910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10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910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910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170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43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691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951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211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211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47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3732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9926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3768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3884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VYKAT XR (diazoxide choline extended-release…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14, 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announces U.S. commercial launch of VYKAT XR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enters confidentiality agreement with Party 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nonbinding proposal to acquire Soleno at…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EMA validates Soleno's Marketing Authorization Application…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Board meets; authorizes Centerview and Guggenheim…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Confidentiality agreement previously signed with Party C on…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Shares close at $73.35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prices $200M public offering at $85/share; Q2 2025…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enters confidentiality agreement with Party B to…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06, 2025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reports Q2 2025 results: $32.7M revenue from VYKAT…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Bhatnagar introduced to representatives of both Party D…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Bhatnagar and Siddhanti discuss VYKAT XR profile…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provides confidentiality agreement to Party 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Gano reports Neurocrine Board authorized diligence on…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Neurocrine signs confidentiality agreement; virtual data…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receives EMA communication raising concerns about…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signs confidentiality agreement with Soleno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Bhatnagar and Siddhanti discuss diligence matters…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Drs. Bhatnagar and Gano speak; Gano delivers Initial…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Board meets; reviews Initial Neurocrine Proposal and…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Bhatnagar dinner with Party D CBO; Party D commits to…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Drs. Bhatnagar and Gano discuss diligence priorities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25, 2026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Drs. Bhatnagar and Gano discuss diligence progress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40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Soleno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Drs. Bhatnagar and Gano speak; Gano submits Final…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informs advisors it cannot submit proposal until…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Board meets; reviews Final Neurocrine Proposal…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 evening: Cooley LLP (Neurocrine counsel) delivers…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declines renewed acquisition discussion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enters engagement letter with Centerview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delivers draft tender and support agreement to…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Board meets; Wilson Sonsini reviews draft merger and…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and Guggenheim Securities deliver customary…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Board meeting: Wilson Sonsini reviews final merger…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Tender Agreements executed; Anish…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issued announcing Transactions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Soleno announces voluntary withdrawal of EMA Marketing…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tender offer (Schedule TO filed)…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46,356,114 shares (approximately…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pursuant to Section 251(h) DGCL; Company…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Soleno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2025-11-07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($67.16→$47.7)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2025-09-12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($69.77→$53.62)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Soleno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2025-02-27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Soleno Therapeutics Provides Corporate Update and Reports Fourth Quarter and Full-Year 2024 Financial…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Soleno Therapeutics Announces U.S. FDA Approval of VYKAT XR to Treat Hyperphagia in Prader-Willi Syndrome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Tiny Drugmaker Soars on FDA Win to Treat Never-Ending Hunger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Soleno Therapeutics Provides Update on U.S. Launch of VYKAT XR and Reports First Quarter 2025 Financial…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Soleno gains as Betaville cites buyout interest (update)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Soleno Therapeutics Announces Preliminary Financial and Operational Results for the Second Quarter Ended…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Soleno Therapeutics Provides Update on U.S. Launch of VYKAT XR and Reports Second Quarter 2025 Financial…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