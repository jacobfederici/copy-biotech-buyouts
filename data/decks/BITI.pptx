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Jun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Jul '15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Sep '15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Nov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Dec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Jan '16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'16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19.2</c:v>
                </c:pt>
                <c:pt idx="1">
                  <c:v>24.03</c:v>
                </c:pt>
                <c:pt idx="2">
                  <c:v>21.86</c:v>
                </c:pt>
                <c:pt idx="3">
                  <c:v>18.39</c:v>
                </c:pt>
                <c:pt idx="4">
                  <c:v>20.34</c:v>
                </c:pt>
                <c:pt idx="5">
                  <c:v>19.47</c:v>
                </c:pt>
                <c:pt idx="6">
                  <c:v>18.43</c:v>
                </c:pt>
                <c:pt idx="7">
                  <c:v>17.93</c:v>
                </c:pt>
                <c:pt idx="8">
                  <c:v>16.9</c:v>
                </c:pt>
                <c:pt idx="9">
                  <c:v>19.31</c:v>
                </c:pt>
                <c:pt idx="10">
                  <c:v>17.33</c:v>
                </c:pt>
                <c:pt idx="11">
                  <c:v>17.09</c:v>
                </c:pt>
                <c:pt idx="12">
                  <c:v>16.7</c:v>
                </c:pt>
                <c:pt idx="13">
                  <c:v>16.73</c:v>
                </c:pt>
                <c:pt idx="14">
                  <c:v>16.96</c:v>
                </c:pt>
                <c:pt idx="15">
                  <c:v>14.84</c:v>
                </c:pt>
                <c:pt idx="16">
                  <c:v>13.88</c:v>
                </c:pt>
                <c:pt idx="17">
                  <c:v>14.3</c:v>
                </c:pt>
                <c:pt idx="18">
                  <c:v>15.26</c:v>
                </c:pt>
                <c:pt idx="19">
                  <c:v>14.5</c:v>
                </c:pt>
                <c:pt idx="20">
                  <c:v>13.11</c:v>
                </c:pt>
                <c:pt idx="21">
                  <c:v>12.71</c:v>
                </c:pt>
                <c:pt idx="22">
                  <c:v>13.21</c:v>
                </c:pt>
                <c:pt idx="23">
                  <c:v>14.03</c:v>
                </c:pt>
                <c:pt idx="24">
                  <c:v>14.37</c:v>
                </c:pt>
                <c:pt idx="25">
                  <c:v>14.54</c:v>
                </c:pt>
                <c:pt idx="26">
                  <c:v>14.15</c:v>
                </c:pt>
                <c:pt idx="27">
                  <c:v>14.0</c:v>
                </c:pt>
                <c:pt idx="28">
                  <c:v>14.12</c:v>
                </c:pt>
                <c:pt idx="29">
                  <c:v>14.35</c:v>
                </c:pt>
                <c:pt idx="30">
                  <c:v>14.23</c:v>
                </c:pt>
                <c:pt idx="31">
                  <c:v>13.2</c:v>
                </c:pt>
                <c:pt idx="32">
                  <c:v>24.58</c:v>
                </c:pt>
                <c:pt idx="33">
                  <c:v>24.72</c:v>
                </c:pt>
                <c:pt idx="34">
                  <c:v>24.9</c:v>
                </c:pt>
                <c:pt idx="35">
                  <c:v>24.75</c:v>
                </c:pt>
                <c:pt idx="36">
                  <c:v>24.41</c:v>
                </c:pt>
                <c:pt idx="37">
                  <c:v>25.0</c:v>
                </c:pt>
                <c:pt idx="38">
                  <c:v>25.54</c:v>
                </c:pt>
                <c:pt idx="39">
                  <c:v>25.58</c:v>
                </c:pt>
                <c:pt idx="40">
                  <c:v>26.1</c:v>
                </c:pt>
                <c:pt idx="41">
                  <c:v>25.77</c:v>
                </c:pt>
                <c:pt idx="42">
                  <c:v>26.32</c:v>
                </c:pt>
                <c:pt idx="43">
                  <c:v>25.79</c:v>
                </c:pt>
                <c:pt idx="44">
                  <c:v>26.73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Sheet1!$A$2:$A$46</c:f>
              <c:strCache>
                <c:ptCount val="45"/>
                <c:pt idx="0">
                  <c:v>Jun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Jul '15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Sep '15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Nov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Dec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Jan '16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'16</c:v>
                </c:pt>
              </c:strCache>
            </c:str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19.2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Sheet1!$A$2:$A$46</c:f>
              <c:strCache>
                <c:ptCount val="45"/>
                <c:pt idx="0">
                  <c:v>Jun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Jul '15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Sep '15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Nov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Dec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Jan '16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Feb '16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Apr '16</c:v>
                </c:pt>
              </c:strCache>
            </c:strRef>
          </c:cat>
          <c:val>
            <c:numRef>
              <c:f>Sheet1!$D$2:$D$46</c:f>
              <c:numCache>
                <c:formatCode>General</c:formatCode>
                <c:ptCount val="45"/>
                <c:pt idx="32">
                  <c:v>24.58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Biotie Therapies Oyj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BITI  ·  acquired by Acorda Therapeutics,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$0.2946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19, 2016   ·   Closed Apr 11, 2016   ·   Status: completed   ·   Pre-ann. volume 0.92×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Biotie Therapies Oyj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Biotie Therapies Oyj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5906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4466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386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148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724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11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01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290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063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41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782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131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8721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meeting between Biotie CEO Timo Veromaa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Acorda submits non-binding proposal to acquire Biotie for…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Biotie and Acorda execute a confidentiality agreement with…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Acorda confirms non-binding offer of $25.50 per ADS…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Biotie Board directs management to counter-offer at $31.00…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Biotie initiates a limited market check, contacting four…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Acorda communicates a revised offer of $26.25 per ADS.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Acorda revises offer to $25.60 per ADS to account for…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Biotie Board unanimously approves the Combination…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HSR Act waiting period expires.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Biotie Therapies Oyj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($19.2→$24.03)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Biotie Therapies Oyj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