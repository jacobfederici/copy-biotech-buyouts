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Sheet1!$A$2:$A$125</c:f>
              <c:strCache>
                <c:ptCount val="124"/>
                <c:pt idx="0">
                  <c:v>Jun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Aug '05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Nov '05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Jan '06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Apr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Jun '06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Sep '06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Nov '06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Feb '07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Apr '07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'07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Sep '07</c:v>
                </c:pt>
                <c:pt idx="122">
                  <c:v/>
                </c:pt>
                <c:pt idx="123">
                  <c:v/>
                </c:pt>
              </c:strCache>
            </c:strRef>
          </c:cat>
          <c:val>
            <c:numRef>
              <c:f>Sheet1!$B$2:$B$125</c:f>
              <c:numCache>
                <c:formatCode>General</c:formatCode>
                <c:ptCount val="124"/>
                <c:pt idx="0">
                  <c:v>6.15</c:v>
                </c:pt>
                <c:pt idx="1">
                  <c:v>6.26</c:v>
                </c:pt>
                <c:pt idx="2">
                  <c:v>7.17</c:v>
                </c:pt>
                <c:pt idx="3">
                  <c:v>7.43</c:v>
                </c:pt>
                <c:pt idx="4">
                  <c:v>7.32</c:v>
                </c:pt>
                <c:pt idx="5">
                  <c:v>8.1</c:v>
                </c:pt>
                <c:pt idx="6">
                  <c:v>7.97</c:v>
                </c:pt>
                <c:pt idx="7">
                  <c:v>7.79</c:v>
                </c:pt>
                <c:pt idx="8">
                  <c:v>7.48</c:v>
                </c:pt>
                <c:pt idx="9">
                  <c:v>7.27</c:v>
                </c:pt>
                <c:pt idx="10">
                  <c:v>6.98</c:v>
                </c:pt>
                <c:pt idx="11">
                  <c:v>7.8</c:v>
                </c:pt>
                <c:pt idx="12">
                  <c:v>8.57</c:v>
                </c:pt>
                <c:pt idx="13">
                  <c:v>8.61</c:v>
                </c:pt>
                <c:pt idx="14">
                  <c:v>8.88</c:v>
                </c:pt>
                <c:pt idx="15">
                  <c:v>8.46</c:v>
                </c:pt>
                <c:pt idx="16">
                  <c:v>7.97</c:v>
                </c:pt>
                <c:pt idx="17">
                  <c:v>8.03</c:v>
                </c:pt>
                <c:pt idx="18">
                  <c:v>7.46</c:v>
                </c:pt>
                <c:pt idx="19">
                  <c:v>6.96</c:v>
                </c:pt>
                <c:pt idx="20">
                  <c:v>6.27</c:v>
                </c:pt>
                <c:pt idx="21">
                  <c:v>5.94</c:v>
                </c:pt>
                <c:pt idx="22">
                  <c:v>6.33</c:v>
                </c:pt>
                <c:pt idx="23">
                  <c:v>6.26</c:v>
                </c:pt>
                <c:pt idx="24">
                  <c:v>6.03</c:v>
                </c:pt>
                <c:pt idx="25">
                  <c:v>5.82</c:v>
                </c:pt>
                <c:pt idx="26">
                  <c:v>5.73</c:v>
                </c:pt>
                <c:pt idx="27">
                  <c:v>6.58</c:v>
                </c:pt>
                <c:pt idx="28">
                  <c:v>6.34</c:v>
                </c:pt>
                <c:pt idx="29">
                  <c:v>6.7</c:v>
                </c:pt>
                <c:pt idx="30">
                  <c:v>6.53</c:v>
                </c:pt>
                <c:pt idx="31">
                  <c:v>7.33</c:v>
                </c:pt>
                <c:pt idx="32">
                  <c:v>7.75</c:v>
                </c:pt>
                <c:pt idx="33">
                  <c:v>7.76</c:v>
                </c:pt>
                <c:pt idx="34">
                  <c:v>7.9</c:v>
                </c:pt>
                <c:pt idx="35">
                  <c:v>8.15</c:v>
                </c:pt>
                <c:pt idx="36">
                  <c:v>7.89</c:v>
                </c:pt>
                <c:pt idx="37">
                  <c:v>8.2</c:v>
                </c:pt>
                <c:pt idx="38">
                  <c:v>8.6</c:v>
                </c:pt>
                <c:pt idx="39">
                  <c:v>8.27</c:v>
                </c:pt>
                <c:pt idx="40">
                  <c:v>7.77</c:v>
                </c:pt>
                <c:pt idx="41">
                  <c:v>7.52</c:v>
                </c:pt>
                <c:pt idx="42">
                  <c:v>7.56</c:v>
                </c:pt>
                <c:pt idx="43">
                  <c:v>7.13</c:v>
                </c:pt>
                <c:pt idx="44">
                  <c:v>6.66</c:v>
                </c:pt>
                <c:pt idx="45">
                  <c:v>6.62</c:v>
                </c:pt>
                <c:pt idx="46">
                  <c:v>6.57</c:v>
                </c:pt>
                <c:pt idx="47">
                  <c:v>6.53</c:v>
                </c:pt>
                <c:pt idx="48">
                  <c:v>6.96</c:v>
                </c:pt>
                <c:pt idx="49">
                  <c:v>5.95</c:v>
                </c:pt>
                <c:pt idx="50">
                  <c:v>5.98</c:v>
                </c:pt>
                <c:pt idx="51">
                  <c:v>6.07</c:v>
                </c:pt>
                <c:pt idx="52">
                  <c:v>5.98</c:v>
                </c:pt>
                <c:pt idx="53">
                  <c:v>5.41</c:v>
                </c:pt>
                <c:pt idx="54">
                  <c:v>5.13</c:v>
                </c:pt>
                <c:pt idx="55">
                  <c:v>4.99</c:v>
                </c:pt>
                <c:pt idx="56">
                  <c:v>5.33</c:v>
                </c:pt>
                <c:pt idx="57">
                  <c:v>5.19</c:v>
                </c:pt>
                <c:pt idx="58">
                  <c:v>4.93</c:v>
                </c:pt>
                <c:pt idx="59">
                  <c:v>4.23</c:v>
                </c:pt>
                <c:pt idx="60">
                  <c:v>4.71</c:v>
                </c:pt>
                <c:pt idx="61">
                  <c:v>4.49</c:v>
                </c:pt>
                <c:pt idx="62">
                  <c:v>4.17</c:v>
                </c:pt>
                <c:pt idx="63">
                  <c:v>5.6</c:v>
                </c:pt>
                <c:pt idx="64">
                  <c:v>5.82</c:v>
                </c:pt>
                <c:pt idx="65">
                  <c:v>6.18</c:v>
                </c:pt>
                <c:pt idx="66">
                  <c:v>6.04</c:v>
                </c:pt>
                <c:pt idx="67">
                  <c:v>5.72</c:v>
                </c:pt>
                <c:pt idx="68">
                  <c:v>5.35</c:v>
                </c:pt>
                <c:pt idx="69">
                  <c:v>5.51</c:v>
                </c:pt>
                <c:pt idx="70">
                  <c:v>5.62</c:v>
                </c:pt>
                <c:pt idx="71">
                  <c:v>5.7</c:v>
                </c:pt>
                <c:pt idx="72">
                  <c:v>5.61</c:v>
                </c:pt>
                <c:pt idx="73">
                  <c:v>5.33</c:v>
                </c:pt>
                <c:pt idx="74">
                  <c:v>5.03</c:v>
                </c:pt>
                <c:pt idx="75">
                  <c:v>4.92</c:v>
                </c:pt>
                <c:pt idx="76">
                  <c:v>5.13</c:v>
                </c:pt>
                <c:pt idx="77">
                  <c:v>4.98</c:v>
                </c:pt>
                <c:pt idx="78">
                  <c:v>4.94</c:v>
                </c:pt>
                <c:pt idx="79">
                  <c:v>5.25</c:v>
                </c:pt>
                <c:pt idx="80">
                  <c:v>4.95</c:v>
                </c:pt>
                <c:pt idx="81">
                  <c:v>4.52</c:v>
                </c:pt>
                <c:pt idx="82">
                  <c:v>4.64</c:v>
                </c:pt>
                <c:pt idx="83">
                  <c:v>4.5</c:v>
                </c:pt>
                <c:pt idx="84">
                  <c:v>4.65</c:v>
                </c:pt>
                <c:pt idx="85">
                  <c:v>4.75</c:v>
                </c:pt>
                <c:pt idx="86">
                  <c:v>4.8</c:v>
                </c:pt>
                <c:pt idx="87">
                  <c:v>4.9</c:v>
                </c:pt>
                <c:pt idx="88">
                  <c:v>4.7</c:v>
                </c:pt>
                <c:pt idx="89">
                  <c:v>4.73</c:v>
                </c:pt>
                <c:pt idx="90">
                  <c:v>5.09</c:v>
                </c:pt>
                <c:pt idx="91">
                  <c:v>4.23</c:v>
                </c:pt>
                <c:pt idx="92">
                  <c:v>4.17</c:v>
                </c:pt>
                <c:pt idx="93">
                  <c:v>4.04</c:v>
                </c:pt>
                <c:pt idx="94">
                  <c:v>4.18</c:v>
                </c:pt>
                <c:pt idx="95">
                  <c:v>4.09</c:v>
                </c:pt>
                <c:pt idx="96">
                  <c:v>3.81</c:v>
                </c:pt>
                <c:pt idx="97">
                  <c:v>3.78</c:v>
                </c:pt>
                <c:pt idx="98">
                  <c:v>3.8</c:v>
                </c:pt>
                <c:pt idx="99">
                  <c:v>3.7</c:v>
                </c:pt>
                <c:pt idx="100">
                  <c:v>3.41</c:v>
                </c:pt>
                <c:pt idx="101">
                  <c:v>3.36</c:v>
                </c:pt>
                <c:pt idx="102">
                  <c:v>4.0</c:v>
                </c:pt>
                <c:pt idx="103">
                  <c:v>5.25</c:v>
                </c:pt>
                <c:pt idx="104">
                  <c:v>5.69</c:v>
                </c:pt>
                <c:pt idx="105">
                  <c:v>5.68</c:v>
                </c:pt>
                <c:pt idx="106">
                  <c:v>5.59</c:v>
                </c:pt>
                <c:pt idx="107">
                  <c:v>5.72</c:v>
                </c:pt>
                <c:pt idx="108">
                  <c:v>5.78</c:v>
                </c:pt>
                <c:pt idx="109">
                  <c:v>5.87</c:v>
                </c:pt>
                <c:pt idx="110">
                  <c:v>6.17</c:v>
                </c:pt>
                <c:pt idx="111">
                  <c:v>5.76</c:v>
                </c:pt>
                <c:pt idx="112">
                  <c:v>5.46</c:v>
                </c:pt>
                <c:pt idx="113">
                  <c:v>5.18</c:v>
                </c:pt>
                <c:pt idx="114">
                  <c:v>5.6</c:v>
                </c:pt>
                <c:pt idx="115">
                  <c:v>5.59</c:v>
                </c:pt>
                <c:pt idx="116">
                  <c:v>5.37</c:v>
                </c:pt>
                <c:pt idx="117">
                  <c:v>5.51</c:v>
                </c:pt>
                <c:pt idx="118">
                  <c:v>5.45</c:v>
                </c:pt>
                <c:pt idx="119">
                  <c:v>5.48</c:v>
                </c:pt>
                <c:pt idx="120">
                  <c:v>5.33</c:v>
                </c:pt>
                <c:pt idx="121">
                  <c:v>5.28</c:v>
                </c:pt>
                <c:pt idx="122">
                  <c:v>5.45</c:v>
                </c:pt>
                <c:pt idx="123">
                  <c:v>5.55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Sheet1!$A$2:$A$125</c:f>
              <c:strCache>
                <c:ptCount val="124"/>
                <c:pt idx="0">
                  <c:v>Jun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Aug '05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Nov '05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Jan '06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Apr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Jun '06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Sep '06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Nov '06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Feb '07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Apr '07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'07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Sep '07</c:v>
                </c:pt>
                <c:pt idx="122">
                  <c:v/>
                </c:pt>
                <c:pt idx="123">
                  <c:v/>
                </c:pt>
              </c:strCache>
            </c:strRef>
          </c:cat>
          <c:val>
            <c:numRef>
              <c:f>Sheet1!$C$2:$C$125</c:f>
              <c:numCache>
                <c:formatCode>General</c:formatCode>
                <c:ptCount val="124"/>
                <c:pt idx="102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Sheet1!$A$2:$A$125</c:f>
              <c:strCache>
                <c:ptCount val="124"/>
                <c:pt idx="0">
                  <c:v>Jun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Aug '05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Nov '05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Jan '06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Apr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Jun '06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Sep '06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Nov '06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Feb '07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Apr '07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'07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Sep '07</c:v>
                </c:pt>
                <c:pt idx="122">
                  <c:v/>
                </c:pt>
                <c:pt idx="123">
                  <c:v/>
                </c:pt>
              </c:strCache>
            </c:strRef>
          </c:cat>
          <c:val>
            <c:numRef>
              <c:f>Sheet1!$D$2:$D$125</c:f>
              <c:numCache>
                <c:formatCode>General</c:formatCode>
                <c:ptCount val="124"/>
                <c:pt idx="62">
                  <c:v>4.17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BIOENVISION,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BIVN  ·  acquired by Genzyme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29, 2007   ·   Closed Oct 10, 2007   ·   Status: completed   ·   Pre-ann. volume 3.38×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BIOENVISION,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BIOENVISION,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1465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0025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93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149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926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368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020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42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30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326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371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416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552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5979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869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Bioenvision and Genzyme (successor to Ilex) enter into 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Bioenvision retains a financial advisor to explore…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 makes a verbal proposal for clofarabine rights…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Bioenvision and Genzyme execute a confidentiality agreement…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 withdraws from acquisition discussions citing…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19, 2006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a non-binding proposal of $6.25 to $6.75…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 submits a written non-binding indication of…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Bioenvision board creates a committee to oversee…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E, the only interested party from the market check…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24, 2007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Bioenvision and Southern Research Institute amend their…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 increases its offer to $5.60 per share (the…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Bioenvision board unanimously approves the Merger Agreement…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signed and publicly announced.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Delaware Court of Chancery issues an order resolving a…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BIOENVISION,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2006-08-18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($4.17→$5.6)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BIOENVISION,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Genzyme and Bioenvision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2007-05-30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Bioenvision Amends Rights Agreement to Facilitate Genzyme Merger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2007-07-13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Files Class Action Lawsuit Against Bioenvision Regarding Merger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2007-10-10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Delaware Court of Chancery Issues Order in Bioenvision Merger Matter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