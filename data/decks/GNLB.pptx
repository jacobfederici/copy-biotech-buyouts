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Sheet1!$A$2:$A$116</c:f>
              <c:strCache>
                <c:ptCount val="115"/>
                <c:pt idx="0">
                  <c:v>Nov '06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'07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'07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'07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'07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'07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'07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'08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'08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'08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'08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'08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</c:strCache>
            </c:strRef>
          </c:cat>
          <c:val>
            <c:numRef>
              <c:f>Sheet1!$B$2:$B$116</c:f>
              <c:numCache>
                <c:formatCode>General</c:formatCode>
                <c:ptCount val="115"/>
                <c:pt idx="0">
                  <c:v>1.55</c:v>
                </c:pt>
                <c:pt idx="1">
                  <c:v>1.54</c:v>
                </c:pt>
                <c:pt idx="2">
                  <c:v>1.62</c:v>
                </c:pt>
                <c:pt idx="3">
                  <c:v>1.68</c:v>
                </c:pt>
                <c:pt idx="4">
                  <c:v>1.76</c:v>
                </c:pt>
                <c:pt idx="5">
                  <c:v>1.74</c:v>
                </c:pt>
                <c:pt idx="6">
                  <c:v>1.7</c:v>
                </c:pt>
                <c:pt idx="7">
                  <c:v>1.58</c:v>
                </c:pt>
                <c:pt idx="8">
                  <c:v>1.46</c:v>
                </c:pt>
                <c:pt idx="9">
                  <c:v>1.54</c:v>
                </c:pt>
                <c:pt idx="10">
                  <c:v>1.52</c:v>
                </c:pt>
                <c:pt idx="11">
                  <c:v>1.48</c:v>
                </c:pt>
                <c:pt idx="12">
                  <c:v>1.49</c:v>
                </c:pt>
                <c:pt idx="13">
                  <c:v>1.5</c:v>
                </c:pt>
                <c:pt idx="14">
                  <c:v>1.7</c:v>
                </c:pt>
                <c:pt idx="15">
                  <c:v>1.67</c:v>
                </c:pt>
                <c:pt idx="16">
                  <c:v>1.76</c:v>
                </c:pt>
                <c:pt idx="17">
                  <c:v>1.69</c:v>
                </c:pt>
                <c:pt idx="18">
                  <c:v>1.65</c:v>
                </c:pt>
                <c:pt idx="19">
                  <c:v>1.63</c:v>
                </c:pt>
                <c:pt idx="20">
                  <c:v>1.73</c:v>
                </c:pt>
                <c:pt idx="21">
                  <c:v>1.84</c:v>
                </c:pt>
                <c:pt idx="22">
                  <c:v>1.9</c:v>
                </c:pt>
                <c:pt idx="23">
                  <c:v>2.27</c:v>
                </c:pt>
                <c:pt idx="24">
                  <c:v>2.18</c:v>
                </c:pt>
                <c:pt idx="25">
                  <c:v>2.33</c:v>
                </c:pt>
                <c:pt idx="26">
                  <c:v>2.04</c:v>
                </c:pt>
                <c:pt idx="27">
                  <c:v>1.94</c:v>
                </c:pt>
                <c:pt idx="28">
                  <c:v>1.83</c:v>
                </c:pt>
                <c:pt idx="29">
                  <c:v>1.98</c:v>
                </c:pt>
                <c:pt idx="30">
                  <c:v>1.97</c:v>
                </c:pt>
                <c:pt idx="31">
                  <c:v>2.05</c:v>
                </c:pt>
                <c:pt idx="32">
                  <c:v>2.38</c:v>
                </c:pt>
                <c:pt idx="33">
                  <c:v>2.32</c:v>
                </c:pt>
                <c:pt idx="34">
                  <c:v>2.35</c:v>
                </c:pt>
                <c:pt idx="35">
                  <c:v>2.25</c:v>
                </c:pt>
                <c:pt idx="36">
                  <c:v>2.23</c:v>
                </c:pt>
                <c:pt idx="37">
                  <c:v>2.18</c:v>
                </c:pt>
                <c:pt idx="38">
                  <c:v>1.96</c:v>
                </c:pt>
                <c:pt idx="39">
                  <c:v>2.04</c:v>
                </c:pt>
                <c:pt idx="40">
                  <c:v>2.02</c:v>
                </c:pt>
                <c:pt idx="41">
                  <c:v>2.08</c:v>
                </c:pt>
                <c:pt idx="42">
                  <c:v>2.05</c:v>
                </c:pt>
                <c:pt idx="43">
                  <c:v>1.92</c:v>
                </c:pt>
                <c:pt idx="44">
                  <c:v>2.05</c:v>
                </c:pt>
                <c:pt idx="45">
                  <c:v>2.02</c:v>
                </c:pt>
                <c:pt idx="46">
                  <c:v>1.83</c:v>
                </c:pt>
                <c:pt idx="47">
                  <c:v>1.9</c:v>
                </c:pt>
                <c:pt idx="48">
                  <c:v>2.0</c:v>
                </c:pt>
                <c:pt idx="49">
                  <c:v>2.05</c:v>
                </c:pt>
                <c:pt idx="50">
                  <c:v>1.99</c:v>
                </c:pt>
                <c:pt idx="51">
                  <c:v>2.0</c:v>
                </c:pt>
                <c:pt idx="52">
                  <c:v>1.91</c:v>
                </c:pt>
                <c:pt idx="53">
                  <c:v>1.8</c:v>
                </c:pt>
                <c:pt idx="54">
                  <c:v>1.69</c:v>
                </c:pt>
                <c:pt idx="55">
                  <c:v>1.53</c:v>
                </c:pt>
                <c:pt idx="56">
                  <c:v>1.59</c:v>
                </c:pt>
                <c:pt idx="57">
                  <c:v>1.34</c:v>
                </c:pt>
                <c:pt idx="58">
                  <c:v>1.35</c:v>
                </c:pt>
                <c:pt idx="59">
                  <c:v>1.34</c:v>
                </c:pt>
                <c:pt idx="60">
                  <c:v>1.3</c:v>
                </c:pt>
                <c:pt idx="61">
                  <c:v>1.38</c:v>
                </c:pt>
                <c:pt idx="62">
                  <c:v>1.49</c:v>
                </c:pt>
                <c:pt idx="63">
                  <c:v>1.38</c:v>
                </c:pt>
                <c:pt idx="64">
                  <c:v>1.28</c:v>
                </c:pt>
                <c:pt idx="65">
                  <c:v>1.4</c:v>
                </c:pt>
                <c:pt idx="66">
                  <c:v>1.36</c:v>
                </c:pt>
                <c:pt idx="67">
                  <c:v>1.23</c:v>
                </c:pt>
                <c:pt idx="68">
                  <c:v>1.18</c:v>
                </c:pt>
                <c:pt idx="69">
                  <c:v>1.1</c:v>
                </c:pt>
                <c:pt idx="70">
                  <c:v>1.03</c:v>
                </c:pt>
                <c:pt idx="71">
                  <c:v>0.8</c:v>
                </c:pt>
                <c:pt idx="72">
                  <c:v>0.88</c:v>
                </c:pt>
                <c:pt idx="73">
                  <c:v>0.85</c:v>
                </c:pt>
                <c:pt idx="74">
                  <c:v>0.89</c:v>
                </c:pt>
                <c:pt idx="75">
                  <c:v>0.88</c:v>
                </c:pt>
                <c:pt idx="76">
                  <c:v>0.84</c:v>
                </c:pt>
                <c:pt idx="77">
                  <c:v>0.85</c:v>
                </c:pt>
                <c:pt idx="78">
                  <c:v>0.89</c:v>
                </c:pt>
                <c:pt idx="79">
                  <c:v>0.94</c:v>
                </c:pt>
                <c:pt idx="80">
                  <c:v>0.82</c:v>
                </c:pt>
                <c:pt idx="81">
                  <c:v>0.81</c:v>
                </c:pt>
                <c:pt idx="82">
                  <c:v>0.91</c:v>
                </c:pt>
                <c:pt idx="83">
                  <c:v>0.84</c:v>
                </c:pt>
                <c:pt idx="84">
                  <c:v>0.84</c:v>
                </c:pt>
                <c:pt idx="85">
                  <c:v>0.78</c:v>
                </c:pt>
                <c:pt idx="86">
                  <c:v>0.68</c:v>
                </c:pt>
                <c:pt idx="87">
                  <c:v>0.65</c:v>
                </c:pt>
                <c:pt idx="88">
                  <c:v>0.65</c:v>
                </c:pt>
                <c:pt idx="89">
                  <c:v>0.65</c:v>
                </c:pt>
                <c:pt idx="90">
                  <c:v>0.58</c:v>
                </c:pt>
                <c:pt idx="91">
                  <c:v>0.46</c:v>
                </c:pt>
                <c:pt idx="92">
                  <c:v>0.55</c:v>
                </c:pt>
                <c:pt idx="93">
                  <c:v>0.44</c:v>
                </c:pt>
                <c:pt idx="94">
                  <c:v>0.47</c:v>
                </c:pt>
                <c:pt idx="95">
                  <c:v>0.46</c:v>
                </c:pt>
                <c:pt idx="96">
                  <c:v>0.58</c:v>
                </c:pt>
                <c:pt idx="97">
                  <c:v>0.46</c:v>
                </c:pt>
                <c:pt idx="98">
                  <c:v>0.5</c:v>
                </c:pt>
                <c:pt idx="99">
                  <c:v>0.47</c:v>
                </c:pt>
                <c:pt idx="100">
                  <c:v>0.4</c:v>
                </c:pt>
                <c:pt idx="101">
                  <c:v>0.39</c:v>
                </c:pt>
                <c:pt idx="102">
                  <c:v>0.4</c:v>
                </c:pt>
                <c:pt idx="103">
                  <c:v>0.29</c:v>
                </c:pt>
                <c:pt idx="104">
                  <c:v>1.23</c:v>
                </c:pt>
                <c:pt idx="105">
                  <c:v>1.26</c:v>
                </c:pt>
                <c:pt idx="106">
                  <c:v>1.27</c:v>
                </c:pt>
                <c:pt idx="107">
                  <c:v>1.27</c:v>
                </c:pt>
                <c:pt idx="108">
                  <c:v>1.28</c:v>
                </c:pt>
                <c:pt idx="109">
                  <c:v>1.28</c:v>
                </c:pt>
                <c:pt idx="110">
                  <c:v>1.29</c:v>
                </c:pt>
                <c:pt idx="111">
                  <c:v>1.28</c:v>
                </c:pt>
                <c:pt idx="112">
                  <c:v>1.29</c:v>
                </c:pt>
                <c:pt idx="113">
                  <c:v>1.29</c:v>
                </c:pt>
                <c:pt idx="114">
                  <c:v>1.29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Sheet1!$A$2:$A$116</c:f>
              <c:strCache>
                <c:ptCount val="115"/>
                <c:pt idx="0">
                  <c:v>Nov '06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'07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'07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'07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'07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'07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'07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'08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'08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'08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'08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'08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</c:strCache>
            </c:strRef>
          </c:cat>
          <c:val>
            <c:numRef>
              <c:f>Sheet1!$C$2:$C$116</c:f>
              <c:numCache>
                <c:formatCode>General</c:formatCode>
                <c:ptCount val="115"/>
                <c:pt idx="102">
                  <c:v>0.4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Sheet1!$A$2:$A$116</c:f>
              <c:strCache>
                <c:ptCount val="115"/>
                <c:pt idx="0">
                  <c:v>Nov '06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'07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'07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'07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'07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'07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'07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'08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'08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'08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'08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'08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</c:strCache>
            </c:strRef>
          </c:cat>
          <c:val>
            <c:numRef>
              <c:f>Sheet1!$D$2:$D$116</c:f>
              <c:numCache>
                <c:formatCode>General</c:formatCode>
                <c:ptCount val="115"/>
                <c:pt idx="70">
                  <c:v>1.03</c:v>
                </c:pt>
                <c:pt idx="90">
                  <c:v>0.58</c:v>
                </c:pt>
                <c:pt idx="92">
                  <c:v>0.55</c:v>
                </c:pt>
                <c:pt idx="95">
                  <c:v>0.46</c:v>
                </c:pt>
                <c:pt idx="96">
                  <c:v>0.58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Sheet1!$A$2:$A$116</c:f>
              <c:strCache>
                <c:ptCount val="115"/>
                <c:pt idx="0">
                  <c:v>Nov '06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'07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'07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'07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'07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'07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'07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'08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'08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'08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'08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'08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</c:strCache>
            </c:strRef>
          </c:cat>
          <c:val>
            <c:numRef>
              <c:f>Sheet1!$E$2:$E$116</c:f>
              <c:numCache>
                <c:formatCode>General</c:formatCode>
                <c:ptCount val="115"/>
                <c:pt idx="104">
                  <c:v>1.23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GENELABS TECHNOLOGIES, INC.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GNLB  ·  acquired by GlaxoSmithKline plc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177%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-38%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-22%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Oct 29, 2008   ·   Closed Jan 07, 2009   ·   Status: completed   ·   Pre-ann. volume 0.88×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GENELABS TECHNOLOGIES, INC.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GENELABS TECHNOLOGIES, INC.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92096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77696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1626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14920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1421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7786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0617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392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0498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3723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310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Feb 2008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Jan 2009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15, 2008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Genelabs enters into a confidentiality agreement with…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26, 2008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submits a non-binding offer to acquire Genelabs…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02, 2008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increases its offer to $1.34 per share in stock.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01, 2008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Genelabs engages Cowen and Company, LLC as its financial…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23, 2008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informs Genelabs it is no longer interested in an…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19, 2008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Moncef Slaoui of GSK contacts Dr. Irene Chow to express…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23, 2008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GSK submits a non-binding proposal to acquire Genelabs for…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10, 2008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GSK increases its proposal to $1.30 per share; Genelabs…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29, 2008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Genelabs Board unanimously approves the Merger Agreement at…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12, 2008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formally commences the tender offer.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07, 2009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expires; Purchaser exercises Top-Up Option and…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11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GENELABS TECHNOLOGIES,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5 unexplained pre-announcement move weeks (of 7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2008-09-05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+26%  ($0.46→$0.58)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54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2008-03-14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-22%  ($1.03→$0.8)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229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2008-08-01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-21%  ($0.58→$0.46)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89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2008-09-12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-21%  ($0.58→$0.46)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47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2008-08-15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-20%  ($0.55→$0.44)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75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GENELABS TECHNOLOGIES,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2008-10-29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Genelabs Technologies, Inc. enters into Merger Agreement with SmithKline Beecham Corporation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2008-11-13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Genelabs Reports Results for the Third Quarter and First Nine Months of 2008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