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Feb '12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Apr '12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Jun '12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Sep '12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Nov '12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Jan '13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Apr '13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Jun '13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Aug '13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'13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Jan '14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Mar '14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4.03</c:v>
                </c:pt>
                <c:pt idx="1">
                  <c:v>4.12</c:v>
                </c:pt>
                <c:pt idx="2">
                  <c:v>4.2</c:v>
                </c:pt>
                <c:pt idx="3">
                  <c:v>3.66</c:v>
                </c:pt>
                <c:pt idx="4">
                  <c:v>3.87</c:v>
                </c:pt>
                <c:pt idx="5">
                  <c:v>3.71</c:v>
                </c:pt>
                <c:pt idx="6">
                  <c:v>3.58</c:v>
                </c:pt>
                <c:pt idx="7">
                  <c:v>3.7</c:v>
                </c:pt>
                <c:pt idx="8">
                  <c:v>3.54</c:v>
                </c:pt>
                <c:pt idx="9">
                  <c:v>3.36</c:v>
                </c:pt>
                <c:pt idx="10">
                  <c:v>3.5</c:v>
                </c:pt>
                <c:pt idx="11">
                  <c:v>3.68</c:v>
                </c:pt>
                <c:pt idx="12">
                  <c:v>3.0</c:v>
                </c:pt>
                <c:pt idx="13">
                  <c:v>2.86</c:v>
                </c:pt>
                <c:pt idx="14">
                  <c:v>2.9</c:v>
                </c:pt>
                <c:pt idx="15">
                  <c:v>2.72</c:v>
                </c:pt>
                <c:pt idx="16">
                  <c:v>2.71</c:v>
                </c:pt>
                <c:pt idx="17">
                  <c:v>2.95</c:v>
                </c:pt>
                <c:pt idx="18">
                  <c:v>2.96</c:v>
                </c:pt>
                <c:pt idx="19">
                  <c:v>2.98</c:v>
                </c:pt>
                <c:pt idx="20">
                  <c:v>3.57</c:v>
                </c:pt>
                <c:pt idx="21">
                  <c:v>3.99</c:v>
                </c:pt>
                <c:pt idx="22">
                  <c:v>4.49</c:v>
                </c:pt>
                <c:pt idx="23">
                  <c:v>4.35</c:v>
                </c:pt>
                <c:pt idx="24">
                  <c:v>4.4</c:v>
                </c:pt>
                <c:pt idx="25">
                  <c:v>4.01</c:v>
                </c:pt>
                <c:pt idx="26">
                  <c:v>3.89</c:v>
                </c:pt>
                <c:pt idx="27">
                  <c:v>4.01</c:v>
                </c:pt>
                <c:pt idx="28">
                  <c:v>4.32</c:v>
                </c:pt>
                <c:pt idx="29">
                  <c:v>3.94</c:v>
                </c:pt>
                <c:pt idx="30">
                  <c:v>3.87</c:v>
                </c:pt>
                <c:pt idx="31">
                  <c:v>3.86</c:v>
                </c:pt>
                <c:pt idx="32">
                  <c:v>4.11</c:v>
                </c:pt>
                <c:pt idx="33">
                  <c:v>3.92</c:v>
                </c:pt>
                <c:pt idx="34">
                  <c:v>3.98</c:v>
                </c:pt>
                <c:pt idx="35">
                  <c:v>3.99</c:v>
                </c:pt>
                <c:pt idx="36">
                  <c:v>3.73</c:v>
                </c:pt>
                <c:pt idx="37">
                  <c:v>3.63</c:v>
                </c:pt>
                <c:pt idx="38">
                  <c:v>3.52</c:v>
                </c:pt>
                <c:pt idx="39">
                  <c:v>3.19</c:v>
                </c:pt>
                <c:pt idx="40">
                  <c:v>3.02</c:v>
                </c:pt>
                <c:pt idx="41">
                  <c:v>3.54</c:v>
                </c:pt>
                <c:pt idx="42">
                  <c:v>4.26</c:v>
                </c:pt>
                <c:pt idx="43">
                  <c:v>4.22</c:v>
                </c:pt>
                <c:pt idx="44">
                  <c:v>4.75</c:v>
                </c:pt>
                <c:pt idx="45">
                  <c:v>4.85</c:v>
                </c:pt>
                <c:pt idx="46">
                  <c:v>4.81</c:v>
                </c:pt>
                <c:pt idx="47">
                  <c:v>5.27</c:v>
                </c:pt>
                <c:pt idx="48">
                  <c:v>5.38</c:v>
                </c:pt>
                <c:pt idx="49">
                  <c:v>5.12</c:v>
                </c:pt>
                <c:pt idx="50">
                  <c:v>5.36</c:v>
                </c:pt>
                <c:pt idx="51">
                  <c:v>4.88</c:v>
                </c:pt>
                <c:pt idx="52">
                  <c:v>4.64</c:v>
                </c:pt>
                <c:pt idx="53">
                  <c:v>5.0</c:v>
                </c:pt>
                <c:pt idx="54">
                  <c:v>4.7</c:v>
                </c:pt>
                <c:pt idx="55">
                  <c:v>5.0</c:v>
                </c:pt>
                <c:pt idx="56">
                  <c:v>5.42</c:v>
                </c:pt>
                <c:pt idx="57">
                  <c:v>5.27</c:v>
                </c:pt>
                <c:pt idx="58">
                  <c:v>5.71</c:v>
                </c:pt>
                <c:pt idx="59">
                  <c:v>6.69</c:v>
                </c:pt>
                <c:pt idx="60">
                  <c:v>6.79</c:v>
                </c:pt>
                <c:pt idx="61">
                  <c:v>7.17</c:v>
                </c:pt>
                <c:pt idx="62">
                  <c:v>6.96</c:v>
                </c:pt>
                <c:pt idx="63">
                  <c:v>6.95</c:v>
                </c:pt>
                <c:pt idx="64">
                  <c:v>6.86</c:v>
                </c:pt>
                <c:pt idx="65">
                  <c:v>6.62</c:v>
                </c:pt>
                <c:pt idx="66">
                  <c:v>7.18</c:v>
                </c:pt>
                <c:pt idx="67">
                  <c:v>6.91</c:v>
                </c:pt>
                <c:pt idx="68">
                  <c:v>6.65</c:v>
                </c:pt>
                <c:pt idx="69">
                  <c:v>7.43</c:v>
                </c:pt>
                <c:pt idx="70">
                  <c:v>6.97</c:v>
                </c:pt>
                <c:pt idx="71">
                  <c:v>6.64</c:v>
                </c:pt>
                <c:pt idx="72">
                  <c:v>6.82</c:v>
                </c:pt>
                <c:pt idx="73">
                  <c:v>6.91</c:v>
                </c:pt>
                <c:pt idx="74">
                  <c:v>7.52</c:v>
                </c:pt>
                <c:pt idx="75">
                  <c:v>7.34</c:v>
                </c:pt>
                <c:pt idx="76">
                  <c:v>7.59</c:v>
                </c:pt>
                <c:pt idx="77">
                  <c:v>6.54</c:v>
                </c:pt>
                <c:pt idx="78">
                  <c:v>6.14</c:v>
                </c:pt>
                <c:pt idx="79">
                  <c:v>5.61</c:v>
                </c:pt>
                <c:pt idx="80">
                  <c:v>5.52</c:v>
                </c:pt>
                <c:pt idx="81">
                  <c:v>5.45</c:v>
                </c:pt>
                <c:pt idx="82">
                  <c:v>5.15</c:v>
                </c:pt>
                <c:pt idx="83">
                  <c:v>5.73</c:v>
                </c:pt>
                <c:pt idx="84">
                  <c:v>6.38</c:v>
                </c:pt>
                <c:pt idx="85">
                  <c:v>6.35</c:v>
                </c:pt>
                <c:pt idx="86">
                  <c:v>6.12</c:v>
                </c:pt>
                <c:pt idx="87">
                  <c:v>5.9</c:v>
                </c:pt>
                <c:pt idx="88">
                  <c:v>5.78</c:v>
                </c:pt>
                <c:pt idx="89">
                  <c:v>5.27</c:v>
                </c:pt>
                <c:pt idx="90">
                  <c:v>4.95</c:v>
                </c:pt>
                <c:pt idx="91">
                  <c:v>5.76</c:v>
                </c:pt>
                <c:pt idx="92">
                  <c:v>7.88</c:v>
                </c:pt>
                <c:pt idx="93">
                  <c:v>8.51</c:v>
                </c:pt>
                <c:pt idx="94">
                  <c:v>9.02</c:v>
                </c:pt>
                <c:pt idx="95">
                  <c:v>9.53</c:v>
                </c:pt>
                <c:pt idx="96">
                  <c:v>8.97</c:v>
                </c:pt>
                <c:pt idx="97">
                  <c:v>9.31</c:v>
                </c:pt>
                <c:pt idx="98">
                  <c:v>8.86</c:v>
                </c:pt>
                <c:pt idx="99">
                  <c:v>9.03</c:v>
                </c:pt>
                <c:pt idx="100">
                  <c:v>10.29</c:v>
                </c:pt>
                <c:pt idx="101">
                  <c:v>11.73</c:v>
                </c:pt>
                <c:pt idx="102">
                  <c:v>11.16</c:v>
                </c:pt>
                <c:pt idx="103">
                  <c:v>10.98</c:v>
                </c:pt>
                <c:pt idx="104">
                  <c:v>11.05</c:v>
                </c:pt>
                <c:pt idx="105">
                  <c:v>14.0</c:v>
                </c:pt>
                <c:pt idx="106">
                  <c:v>13.98</c:v>
                </c:pt>
                <c:pt idx="107">
                  <c:v>13.99</c:v>
                </c:pt>
                <c:pt idx="108">
                  <c:v>14.01</c:v>
                </c:pt>
                <c:pt idx="109">
                  <c:v>14.0</c:v>
                </c:pt>
                <c:pt idx="110">
                  <c:v>13.98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Feb '12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Apr '12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Jun '12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Sep '12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Nov '12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Jan '13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Apr '13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Jun '13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Aug '13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'13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Jan '14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Mar '14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91">
                  <c:v>5.76</c:v>
                </c:pt>
                <c:pt idx="101">
                  <c:v>11.73</c:v>
                </c:pt>
                <c:pt idx="109">
                  <c:v>14.0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Feb '12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Apr '12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Jun '12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Sep '12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Nov '12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Jan '13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Apr '13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Jun '13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Aug '13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'13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Jan '14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Mar '14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104">
                  <c:v>11.05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Cadence Pharmaceuticals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CADX  ·  acquired by Mallinckrodt plc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36%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Feb 10, 2014   ·   Closed Mar 19, 2014   ·   Status: completed   ·   Pre-ann. volume 0.96×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Cadence Pharmaceuticals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Cadence Pharmaceuticals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936360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021960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1337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8449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8305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115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829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1145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5405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109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6813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538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106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5345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68197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7248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8533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8185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02469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06753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1037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2817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5309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88149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26705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52409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2373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Jul 2013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Mar 2014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08, 2013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Chief Executive Officer of Party A (large pharmaceutical…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2013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Management discussions and diligence calls between Cadence…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19, 2013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Cadence and Party A entered into confidentiality agreement…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11, 2013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Mark Trudeau (CEO of Mallinckrodt) contacted Schroeder by…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14, 2013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U.S. District Court for the District of Delaware ruled in…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18, 2013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Gary Phillips (SVP and Chief Strategy Officer of…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21, 2013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Cadence Board discussed initial expressions of interest…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06, 2013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Cadence and Mallinckrodt entered into confidentiality…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12, 2013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Schroeder and CEO of Party A discussed Party A's interest…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18, 2013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Cadence management team met with Trudeau and Mallinckrodt…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20, 2013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920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Cadence Board held telephonic meeting; determined to pursue…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09, 2014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920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Schroeder called Trudeau to inform of potential other…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10, 2014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Trudeau indicated Mallinckrodt willing to offer ~20-30%…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13, 2014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Management met with six pharmaceutical companies at JP…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14, 2014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Schroeder and Trudeau met in person at JP Morgan Healthcare…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17, 2014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Trudeau indicated Mallinckrodt willing to offer $14.00 per…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20, 2014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Cadence Board held telephonic meeting with advisors…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21, 2014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Lazard and Centerview held call with Deutsche Bank…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22, 2014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CEO of Party A called Schroeder; indicated Party A…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23, 2014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held regularly-scheduled meeting with advisors…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27, 2014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Wachtell Lipton (Mallinckrodt counsel) and Latham &amp; Watkins…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263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31, 2014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635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Latham &amp; Watkins sent revised merger agreement draft…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63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10, 2014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635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executed at $14.00 per share (final price…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63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19, 2014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635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Mallinckrodt commenced tender offer at $14.00 per share…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27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Cadence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25, 2014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Cadence filed SC 14D9 solicitation/recommendation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18, 2014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expired; 78,396,180 shares validly tendered…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19, 2014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Mallinckrodt accepted all tendered shares for payment…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Cadence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0 unexplained pre-announcement move weeks (of 0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Cadence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C8F"/>
                </a:solidFill>
                <a:latin typeface="Calibri"/>
              </a:rPr>
              <a:t>No catalyst-tagged news in the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