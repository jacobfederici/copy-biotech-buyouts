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Sheet1!$A$2:$A$78</c:f>
              <c:strCache>
                <c:ptCount val="77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Nov '19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Jan '20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Feb '20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Apr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Jun '20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Jul '20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Sep '20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Oct '20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Dec '20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</c:strCache>
            </c:strRef>
          </c:cat>
          <c:val>
            <c:numRef>
              <c:f>Sheet1!$B$2:$B$78</c:f>
              <c:numCache>
                <c:formatCode>General</c:formatCode>
                <c:ptCount val="77"/>
                <c:pt idx="0">
                  <c:v>23.12</c:v>
                </c:pt>
                <c:pt idx="1">
                  <c:v>19.2</c:v>
                </c:pt>
                <c:pt idx="2">
                  <c:v>20.87</c:v>
                </c:pt>
                <c:pt idx="3">
                  <c:v>20.52</c:v>
                </c:pt>
                <c:pt idx="4">
                  <c:v>22.54</c:v>
                </c:pt>
                <c:pt idx="5">
                  <c:v>33.0</c:v>
                </c:pt>
                <c:pt idx="6">
                  <c:v>27.53</c:v>
                </c:pt>
                <c:pt idx="7">
                  <c:v>26.7</c:v>
                </c:pt>
                <c:pt idx="8">
                  <c:v>30.96</c:v>
                </c:pt>
                <c:pt idx="9">
                  <c:v>27.47</c:v>
                </c:pt>
                <c:pt idx="10">
                  <c:v>26.7</c:v>
                </c:pt>
                <c:pt idx="11">
                  <c:v>29.47</c:v>
                </c:pt>
                <c:pt idx="12">
                  <c:v>27.05</c:v>
                </c:pt>
                <c:pt idx="13">
                  <c:v>25.71</c:v>
                </c:pt>
                <c:pt idx="14">
                  <c:v>30.16</c:v>
                </c:pt>
                <c:pt idx="15">
                  <c:v>40.15</c:v>
                </c:pt>
                <c:pt idx="16">
                  <c:v>37.13</c:v>
                </c:pt>
                <c:pt idx="17">
                  <c:v>39.35</c:v>
                </c:pt>
                <c:pt idx="18">
                  <c:v>36.89</c:v>
                </c:pt>
                <c:pt idx="19">
                  <c:v>37.51</c:v>
                </c:pt>
                <c:pt idx="20">
                  <c:v>44.46</c:v>
                </c:pt>
                <c:pt idx="21">
                  <c:v>43.64</c:v>
                </c:pt>
                <c:pt idx="22">
                  <c:v>49.83</c:v>
                </c:pt>
                <c:pt idx="23">
                  <c:v>39.08</c:v>
                </c:pt>
                <c:pt idx="24">
                  <c:v>44.19</c:v>
                </c:pt>
                <c:pt idx="25">
                  <c:v>35.61</c:v>
                </c:pt>
                <c:pt idx="26">
                  <c:v>30.82</c:v>
                </c:pt>
                <c:pt idx="27">
                  <c:v>32.62</c:v>
                </c:pt>
                <c:pt idx="28">
                  <c:v>38.01</c:v>
                </c:pt>
                <c:pt idx="29">
                  <c:v>41.55</c:v>
                </c:pt>
                <c:pt idx="30">
                  <c:v>38.81</c:v>
                </c:pt>
                <c:pt idx="31">
                  <c:v>47.2</c:v>
                </c:pt>
                <c:pt idx="32">
                  <c:v>51.55</c:v>
                </c:pt>
                <c:pt idx="33">
                  <c:v>60.21</c:v>
                </c:pt>
                <c:pt idx="34">
                  <c:v>46.9</c:v>
                </c:pt>
                <c:pt idx="35">
                  <c:v>49.73</c:v>
                </c:pt>
                <c:pt idx="36">
                  <c:v>46.83</c:v>
                </c:pt>
                <c:pt idx="37">
                  <c:v>48.96</c:v>
                </c:pt>
                <c:pt idx="38">
                  <c:v>42.54</c:v>
                </c:pt>
                <c:pt idx="39">
                  <c:v>42.71</c:v>
                </c:pt>
                <c:pt idx="40">
                  <c:v>38.86</c:v>
                </c:pt>
                <c:pt idx="41">
                  <c:v>42.91</c:v>
                </c:pt>
                <c:pt idx="42">
                  <c:v>37.63</c:v>
                </c:pt>
                <c:pt idx="43">
                  <c:v>36.61</c:v>
                </c:pt>
                <c:pt idx="44">
                  <c:v>37.29</c:v>
                </c:pt>
                <c:pt idx="45">
                  <c:v>36.12</c:v>
                </c:pt>
                <c:pt idx="46">
                  <c:v>35.22</c:v>
                </c:pt>
                <c:pt idx="47">
                  <c:v>32.63</c:v>
                </c:pt>
                <c:pt idx="48">
                  <c:v>31.75</c:v>
                </c:pt>
                <c:pt idx="49">
                  <c:v>30.94</c:v>
                </c:pt>
                <c:pt idx="50">
                  <c:v>29.74</c:v>
                </c:pt>
                <c:pt idx="51">
                  <c:v>26.83</c:v>
                </c:pt>
                <c:pt idx="52">
                  <c:v>28.51</c:v>
                </c:pt>
                <c:pt idx="53">
                  <c:v>31.29</c:v>
                </c:pt>
                <c:pt idx="54">
                  <c:v>33.46</c:v>
                </c:pt>
                <c:pt idx="55">
                  <c:v>32.74</c:v>
                </c:pt>
                <c:pt idx="56">
                  <c:v>31.91</c:v>
                </c:pt>
                <c:pt idx="57">
                  <c:v>36.16</c:v>
                </c:pt>
                <c:pt idx="58">
                  <c:v>33.92</c:v>
                </c:pt>
                <c:pt idx="59">
                  <c:v>34.98</c:v>
                </c:pt>
                <c:pt idx="60">
                  <c:v>39.47</c:v>
                </c:pt>
                <c:pt idx="61">
                  <c:v>39.75</c:v>
                </c:pt>
                <c:pt idx="62">
                  <c:v>39.92</c:v>
                </c:pt>
                <c:pt idx="63">
                  <c:v>34.99</c:v>
                </c:pt>
                <c:pt idx="64">
                  <c:v>36.52</c:v>
                </c:pt>
                <c:pt idx="65">
                  <c:v>35.97</c:v>
                </c:pt>
                <c:pt idx="66">
                  <c:v>39.24</c:v>
                </c:pt>
                <c:pt idx="67">
                  <c:v>36.09</c:v>
                </c:pt>
                <c:pt idx="68">
                  <c:v>34.87</c:v>
                </c:pt>
                <c:pt idx="69">
                  <c:v>34.68</c:v>
                </c:pt>
                <c:pt idx="70">
                  <c:v>52.85</c:v>
                </c:pt>
                <c:pt idx="71">
                  <c:v>52.84</c:v>
                </c:pt>
                <c:pt idx="72">
                  <c:v>53.0</c:v>
                </c:pt>
                <c:pt idx="73">
                  <c:v>53.2</c:v>
                </c:pt>
                <c:pt idx="74">
                  <c:v>52.96</c:v>
                </c:pt>
                <c:pt idx="75">
                  <c:v>53.01</c:v>
                </c:pt>
                <c:pt idx="76">
                  <c:v>23.3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Sheet1!$A$2:$A$78</c:f>
              <c:strCache>
                <c:ptCount val="77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Nov '19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Jan '20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Feb '20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Apr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Jun '20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Jul '20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Sep '20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Oct '20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Dec '20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</c:strCache>
            </c:strRef>
          </c:cat>
          <c:val>
            <c:numRef>
              <c:f>Sheet1!$C$2:$C$78</c:f>
              <c:numCache>
                <c:formatCode>General</c:formatCode>
                <c:ptCount val="77"/>
                <c:pt idx="4">
                  <c:v>22.54</c:v>
                </c:pt>
                <c:pt idx="22">
                  <c:v>49.83</c:v>
                </c:pt>
                <c:pt idx="30">
                  <c:v>38.81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Sheet1!$A$2:$A$78</c:f>
              <c:strCache>
                <c:ptCount val="77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Nov '19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Jan '20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Feb '20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Apr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Jun '20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Jul '20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Sep '20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Oct '20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Dec '20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</c:strCache>
            </c:strRef>
          </c:cat>
          <c:val>
            <c:numRef>
              <c:f>Sheet1!$D$2:$D$78</c:f>
              <c:numCache>
                <c:formatCode>General</c:formatCode>
                <c:ptCount val="77"/>
                <c:pt idx="14">
                  <c:v>30.16</c:v>
                </c:pt>
                <c:pt idx="33">
                  <c:v>60.21</c:v>
                </c:pt>
                <c:pt idx="75">
                  <c:v>53.01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Sheet1!$A$2:$A$78</c:f>
              <c:strCache>
                <c:ptCount val="77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Nov '19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Jan '20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>Feb '20</c:v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Apr '20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Jun '20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Jul '20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Sep '20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Oct '20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Dec '20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</c:strCache>
            </c:strRef>
          </c:cat>
          <c:val>
            <c:numRef>
              <c:f>Sheet1!$E$2:$E$78</c:f>
              <c:numCache>
                <c:formatCode>General</c:formatCode>
                <c:ptCount val="77"/>
                <c:pt idx="70">
                  <c:v>52.85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Viela 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VIE  ·  acquired by Horizon Therapeutics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01, 2021   ·   Closed Mar 15, 2021   ·   Status: completed   ·   Pre-ann. volume 0.58×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Viela 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Viela 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3621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2181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77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006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57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433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58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384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84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784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261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862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388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8135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891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3906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Introductory call between Viela CEO Bing Yao and Horizon…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15, 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Viela and Horizon enter into a Confidentiality Agreement.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Viela Board meets with Goldman Sachs to discuss the biotech…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06, 2020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Viela formally engages Goldman Sachs for 'Project Zenith'…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submits a non-binding proposal to acquire Viela for…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03, 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Viela Board determines the $44.00 offer is inadequate and…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increases its offer to $49.50 per share in cash.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submits its 'best and final' offer of $53.00 per…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Viela and Horizon enter into a Standstill Agreement…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pauses discussions to address a TEPEZZA supply…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contacts Viela to resume acquisition discussions.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Viela Board unanimously approves the Merger Agreement at…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Viela becomes a wholly owned subsidiary…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Viela 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2019-11-08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+46%  ($22.54→$33)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2020-01-17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($30.16→$40.15)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2020-05-29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($60.21→$46.9)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($49.83→$39.08)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2020-05-08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($38.81→$47.2)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269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Viela 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2021-02-22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Viela Bio to Report Fourth Quarter and Full Year 2020 Operating and Financial Results on March 1, 2021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2021-02-22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Viela Bio to Report Fourth Quarter and Full Year 2020 Operating and Financial Results on March 1, 2021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2021-02-25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Viela Bio Announces Additional Positive Results with UPLIZNA® (inebilizumab-cdon) in Patients with…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2021-02-25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Viela Bio Announces Additional Positive Results with UPLIZNA® (inebilizumab-cdon) in Patients with…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Viela Bio Reports Fourth Quarter and Full Year 2020 Operating and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2021-03-01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Viela Bio Reports Fourth Quarter and Full Year 2020 Operating and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Veolia Environnement: H1 2025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Veolia Environnement: 2025, a Pivotal Year: Record Results Above Guidance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Veolia Works With Amazon to Develop Reclaimed Water for Cooling System for Data Centers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