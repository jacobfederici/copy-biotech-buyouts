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Mar '19</c:v>
                </c:pt>
                <c:pt idx="1">
                  <c:v/>
                </c:pt>
                <c:pt idx="2">
                  <c:v>Mar '19</c:v>
                </c:pt>
                <c:pt idx="3">
                  <c:v/>
                </c:pt>
                <c:pt idx="4">
                  <c:v>Dec '19</c:v>
                </c:pt>
                <c:pt idx="5">
                  <c:v/>
                </c:pt>
                <c:pt idx="6">
                  <c:v>Nov '20</c:v>
                </c:pt>
                <c:pt idx="7">
                  <c:v/>
                </c:pt>
                <c:pt idx="8">
                  <c:v>Nov '20</c:v>
                </c:pt>
                <c:pt idx="9">
                  <c:v/>
                </c:pt>
                <c:pt idx="10">
                  <c:v>Dec '20</c:v>
                </c:pt>
                <c:pt idx="11">
                  <c:v/>
                </c:pt>
                <c:pt idx="12">
                  <c:v>Dec '20</c:v>
                </c:pt>
                <c:pt idx="13">
                  <c:v/>
                </c:pt>
                <c:pt idx="14">
                  <c:v>Dec '20</c:v>
                </c:pt>
                <c:pt idx="15">
                  <c:v/>
                </c:pt>
                <c:pt idx="16">
                  <c:v>Jan '21</c:v>
                </c:pt>
                <c:pt idx="17">
                  <c:v/>
                </c:pt>
                <c:pt idx="18">
                  <c:v>Jan '21</c:v>
                </c:pt>
                <c:pt idx="19">
                  <c:v/>
                </c:pt>
                <c:pt idx="20">
                  <c:v>Feb '21</c:v>
                </c:pt>
                <c:pt idx="21">
                  <c:v/>
                </c:pt>
                <c:pt idx="22">
                  <c:v>Feb '21</c:v>
                </c:pt>
                <c:pt idx="23">
                  <c:v/>
                </c:pt>
                <c:pt idx="24">
                  <c:v>Mar '21</c:v>
                </c:pt>
                <c:pt idx="25">
                  <c:v/>
                </c:pt>
                <c:pt idx="26">
                  <c:v>Mar '21</c:v>
                </c:pt>
                <c:pt idx="27">
                  <c:v/>
                </c:pt>
                <c:pt idx="28">
                  <c:v>Apr '21</c:v>
                </c:pt>
                <c:pt idx="29">
                  <c:v/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11.0</c:v>
                </c:pt>
                <c:pt idx="1">
                  <c:v>12.72</c:v>
                </c:pt>
                <c:pt idx="2">
                  <c:v>13.07</c:v>
                </c:pt>
                <c:pt idx="3">
                  <c:v>13.4</c:v>
                </c:pt>
                <c:pt idx="4">
                  <c:v>5.15</c:v>
                </c:pt>
                <c:pt idx="5">
                  <c:v>5.3</c:v>
                </c:pt>
                <c:pt idx="6">
                  <c:v>28.3</c:v>
                </c:pt>
                <c:pt idx="7">
                  <c:v>34.05</c:v>
                </c:pt>
                <c:pt idx="8">
                  <c:v>35.95</c:v>
                </c:pt>
                <c:pt idx="9">
                  <c:v>39.2</c:v>
                </c:pt>
                <c:pt idx="10">
                  <c:v>40.55</c:v>
                </c:pt>
                <c:pt idx="11">
                  <c:v>40.04</c:v>
                </c:pt>
                <c:pt idx="12">
                  <c:v>40.15</c:v>
                </c:pt>
                <c:pt idx="13">
                  <c:v>41.19</c:v>
                </c:pt>
                <c:pt idx="14">
                  <c:v>40.75</c:v>
                </c:pt>
                <c:pt idx="15">
                  <c:v>44.95</c:v>
                </c:pt>
                <c:pt idx="16">
                  <c:v>45.32</c:v>
                </c:pt>
                <c:pt idx="17">
                  <c:v>42.3</c:v>
                </c:pt>
                <c:pt idx="18">
                  <c:v>41.63</c:v>
                </c:pt>
                <c:pt idx="19">
                  <c:v>38.47</c:v>
                </c:pt>
                <c:pt idx="20">
                  <c:v>37.7</c:v>
                </c:pt>
                <c:pt idx="21">
                  <c:v>36.49</c:v>
                </c:pt>
                <c:pt idx="22">
                  <c:v>35.27</c:v>
                </c:pt>
                <c:pt idx="23">
                  <c:v>38.05</c:v>
                </c:pt>
                <c:pt idx="24">
                  <c:v>37.91</c:v>
                </c:pt>
                <c:pt idx="25">
                  <c:v>37.9</c:v>
                </c:pt>
                <c:pt idx="26">
                  <c:v>37.9</c:v>
                </c:pt>
                <c:pt idx="27">
                  <c:v>38.0</c:v>
                </c:pt>
                <c:pt idx="28">
                  <c:v>38.0</c:v>
                </c:pt>
                <c:pt idx="29">
                  <c:v>38.0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Mar '19</c:v>
                </c:pt>
                <c:pt idx="1">
                  <c:v/>
                </c:pt>
                <c:pt idx="2">
                  <c:v>Mar '19</c:v>
                </c:pt>
                <c:pt idx="3">
                  <c:v/>
                </c:pt>
                <c:pt idx="4">
                  <c:v>Dec '19</c:v>
                </c:pt>
                <c:pt idx="5">
                  <c:v/>
                </c:pt>
                <c:pt idx="6">
                  <c:v>Nov '20</c:v>
                </c:pt>
                <c:pt idx="7">
                  <c:v/>
                </c:pt>
                <c:pt idx="8">
                  <c:v>Nov '20</c:v>
                </c:pt>
                <c:pt idx="9">
                  <c:v/>
                </c:pt>
                <c:pt idx="10">
                  <c:v>Dec '20</c:v>
                </c:pt>
                <c:pt idx="11">
                  <c:v/>
                </c:pt>
                <c:pt idx="12">
                  <c:v>Dec '20</c:v>
                </c:pt>
                <c:pt idx="13">
                  <c:v/>
                </c:pt>
                <c:pt idx="14">
                  <c:v>Dec '20</c:v>
                </c:pt>
                <c:pt idx="15">
                  <c:v/>
                </c:pt>
                <c:pt idx="16">
                  <c:v>Jan '21</c:v>
                </c:pt>
                <c:pt idx="17">
                  <c:v/>
                </c:pt>
                <c:pt idx="18">
                  <c:v>Jan '21</c:v>
                </c:pt>
                <c:pt idx="19">
                  <c:v/>
                </c:pt>
                <c:pt idx="20">
                  <c:v>Feb '21</c:v>
                </c:pt>
                <c:pt idx="21">
                  <c:v/>
                </c:pt>
                <c:pt idx="22">
                  <c:v>Feb '21</c:v>
                </c:pt>
                <c:pt idx="23">
                  <c:v/>
                </c:pt>
                <c:pt idx="24">
                  <c:v>Mar '21</c:v>
                </c:pt>
                <c:pt idx="25">
                  <c:v/>
                </c:pt>
                <c:pt idx="26">
                  <c:v>Mar '21</c:v>
                </c:pt>
                <c:pt idx="27">
                  <c:v/>
                </c:pt>
                <c:pt idx="28">
                  <c:v>Apr '21</c:v>
                </c:pt>
                <c:pt idx="29">
                  <c:v/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6">
                  <c:v>28.3</c:v>
                </c:pt>
                <c:pt idx="14">
                  <c:v>40.75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Sheet1!$A$2:$A$31</c:f>
              <c:strCache>
                <c:ptCount val="30"/>
                <c:pt idx="0">
                  <c:v>Mar '19</c:v>
                </c:pt>
                <c:pt idx="1">
                  <c:v/>
                </c:pt>
                <c:pt idx="2">
                  <c:v>Mar '19</c:v>
                </c:pt>
                <c:pt idx="3">
                  <c:v/>
                </c:pt>
                <c:pt idx="4">
                  <c:v>Dec '19</c:v>
                </c:pt>
                <c:pt idx="5">
                  <c:v/>
                </c:pt>
                <c:pt idx="6">
                  <c:v>Nov '20</c:v>
                </c:pt>
                <c:pt idx="7">
                  <c:v/>
                </c:pt>
                <c:pt idx="8">
                  <c:v>Nov '20</c:v>
                </c:pt>
                <c:pt idx="9">
                  <c:v/>
                </c:pt>
                <c:pt idx="10">
                  <c:v>Dec '20</c:v>
                </c:pt>
                <c:pt idx="11">
                  <c:v/>
                </c:pt>
                <c:pt idx="12">
                  <c:v>Dec '20</c:v>
                </c:pt>
                <c:pt idx="13">
                  <c:v/>
                </c:pt>
                <c:pt idx="14">
                  <c:v>Dec '20</c:v>
                </c:pt>
                <c:pt idx="15">
                  <c:v/>
                </c:pt>
                <c:pt idx="16">
                  <c:v>Jan '21</c:v>
                </c:pt>
                <c:pt idx="17">
                  <c:v/>
                </c:pt>
                <c:pt idx="18">
                  <c:v>Jan '21</c:v>
                </c:pt>
                <c:pt idx="19">
                  <c:v/>
                </c:pt>
                <c:pt idx="20">
                  <c:v>Feb '21</c:v>
                </c:pt>
                <c:pt idx="21">
                  <c:v/>
                </c:pt>
                <c:pt idx="22">
                  <c:v>Feb '21</c:v>
                </c:pt>
                <c:pt idx="23">
                  <c:v/>
                </c:pt>
                <c:pt idx="24">
                  <c:v>Mar '21</c:v>
                </c:pt>
                <c:pt idx="25">
                  <c:v/>
                </c:pt>
                <c:pt idx="26">
                  <c:v>Mar '21</c:v>
                </c:pt>
                <c:pt idx="27">
                  <c:v/>
                </c:pt>
                <c:pt idx="28">
                  <c:v>Apr '21</c:v>
                </c:pt>
                <c:pt idx="29">
                  <c:v/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23">
                  <c:v>38.05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Five Prime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FPRX  ·  acquired by Amgen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04, 2021   ·   Closed Apr 16, 2021   ·   Status: completed   ·   Pre-ann. volume 0.96×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Five Prime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Five Prime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6427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4987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842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453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530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175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345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624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87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973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366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671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894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58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20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20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522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133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39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592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745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897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050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203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356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509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662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814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814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426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4579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731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4884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884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037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190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5343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5648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5954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6107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260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718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7024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7177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7482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7635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7788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7941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8094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0233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2021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05, 2019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engages Lazard as financial advisor for…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29, 2019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and Amgen enter into mutual non-disclosure…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02, 2019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First NDA amendment expanding scope to cover Bema program.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31, 2019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engages Lazard for asset in-licensing and…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management presents strategic scenario planning to…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Board reviews potential strategic initiatives…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Board continues strategic review.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Board reviews strategic options and business…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01, 2020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and Amgen conduct preliminary discussions…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Board meets to review FIGHT trial topline…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10, 2020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publicly announces FIGHT trial results; raises…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Board meets to discuss potential Bema…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23, 2020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management meets with 15 potential collaboration…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2020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Board meeting; Cooley presents M&amp;A and fiduciary…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2020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Bema Collaboration process: virtual data room access…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Board meets; Civik and Mody review collaboration…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24, 2021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Collaboration Proposal A.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26, 2021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Collaboration Proposal B.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27, 2021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calls Ringo; indicates preference for strategic…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28, 2021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D submits Collaboration Proposal D; Party A reviews…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D expresses interest in acquisition; Amgen informs…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30, 2021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Amgen submits Collaboration Proposal (Bema collaboration…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2021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Lazard informs Amgen of third-party acquisition offer and…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01, 2021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representative calls director Nicholson expressing…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50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Five Prime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02,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Board meets with management, Cooley, Lazard…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Lazard informs Party C's financial advisor that Acquisition…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04, 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G declines to submit Bema collaboration proposal.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04,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Cooley negotiates non-disclosure agreements for potential…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08, 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Civik calls Party D representative to discuss Bema…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management provides presentation to Party 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management provides presentation to Party C…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11, 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Board meets; Lazard updates on discussions…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11, 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Lazard verbally communicates February 18, 2021 deadline to…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12, 2021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contacts Ringo; Ringo reiterates deadline and…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management provides presentation to Amgen.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Goldman Sachs (Amgen's advisor) and Lazard discuss process…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D's financial advisor indicates Party D preparing…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18, 2021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Amgen submits Amgen Initial Acquisition Proposal ($32 per…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verbally informs Ringo of high $20s to low $30s…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Civik speaks with Party D representative; Party D indicates…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Cooley and Sullivan &amp; Cromwell (Amgen's counsel)…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indicates will submit revised acquisition proposal…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Sullivan &amp; Cromwell sends marked-up Merger Agreement…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Cooley and Sullivan &amp; Cromwell further discuss Merger…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Amgen submits Amgen Revised Acquisition Proposal ($38 per…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02, 2021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 Board meets with management, Cooley, Lazard…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03, 2021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Sullivan &amp; Cromwell and Cooley exchange multiple Merger…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04, 2021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Five Prime, Amgen, and Purchaser execute Merger Agreement…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Amgen and Purchaser commence tender offer for all…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40,392,569 shares tendered (87.8% of…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Five Prime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Five Prime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Five Prime Therapeutics Announces Positive Topline Results from FIGHT Trial of Bemarituzumab (Bema) in…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2021-03-04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Amgen and Five Prime Therapeutics Announce Merger Agreement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2021-04-16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Tender Offer Expires; Merger Effected; Five Prime Becomes Wholly Owned Subsidiary of Amgen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