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Apr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4.32</c:v>
                </c:pt>
                <c:pt idx="1">
                  <c:v>3.77</c:v>
                </c:pt>
                <c:pt idx="2">
                  <c:v>4.57</c:v>
                </c:pt>
                <c:pt idx="3">
                  <c:v>4.25</c:v>
                </c:pt>
                <c:pt idx="4">
                  <c:v>4.26</c:v>
                </c:pt>
                <c:pt idx="5">
                  <c:v>4.53</c:v>
                </c:pt>
                <c:pt idx="6">
                  <c:v>4.9</c:v>
                </c:pt>
                <c:pt idx="7">
                  <c:v>4.6</c:v>
                </c:pt>
                <c:pt idx="8">
                  <c:v>5.25</c:v>
                </c:pt>
                <c:pt idx="9">
                  <c:v>4.8</c:v>
                </c:pt>
                <c:pt idx="10">
                  <c:v>4.66</c:v>
                </c:pt>
                <c:pt idx="11">
                  <c:v>4.24</c:v>
                </c:pt>
                <c:pt idx="12">
                  <c:v>4.36</c:v>
                </c:pt>
                <c:pt idx="13">
                  <c:v>4.43</c:v>
                </c:pt>
                <c:pt idx="14">
                  <c:v>4.65</c:v>
                </c:pt>
                <c:pt idx="15">
                  <c:v>4.83</c:v>
                </c:pt>
                <c:pt idx="16">
                  <c:v>5.16</c:v>
                </c:pt>
                <c:pt idx="17">
                  <c:v>5.49</c:v>
                </c:pt>
                <c:pt idx="18">
                  <c:v>4.22</c:v>
                </c:pt>
                <c:pt idx="19">
                  <c:v>3.1</c:v>
                </c:pt>
                <c:pt idx="20">
                  <c:v>2.92</c:v>
                </c:pt>
                <c:pt idx="21">
                  <c:v>3.12</c:v>
                </c:pt>
                <c:pt idx="22">
                  <c:v>2.79</c:v>
                </c:pt>
                <c:pt idx="23">
                  <c:v>2.5</c:v>
                </c:pt>
                <c:pt idx="24">
                  <c:v>2.17</c:v>
                </c:pt>
                <c:pt idx="25">
                  <c:v>2.27</c:v>
                </c:pt>
                <c:pt idx="26">
                  <c:v>2.44</c:v>
                </c:pt>
                <c:pt idx="27">
                  <c:v>2.0</c:v>
                </c:pt>
                <c:pt idx="28">
                  <c:v>1.82</c:v>
                </c:pt>
                <c:pt idx="29">
                  <c:v>1.76</c:v>
                </c:pt>
                <c:pt idx="30">
                  <c:v>2.25</c:v>
                </c:pt>
                <c:pt idx="31">
                  <c:v>1.79</c:v>
                </c:pt>
                <c:pt idx="32">
                  <c:v>1.89</c:v>
                </c:pt>
                <c:pt idx="33">
                  <c:v>1.82</c:v>
                </c:pt>
                <c:pt idx="34">
                  <c:v>2.28</c:v>
                </c:pt>
                <c:pt idx="35">
                  <c:v>3.11</c:v>
                </c:pt>
                <c:pt idx="36">
                  <c:v>3.0</c:v>
                </c:pt>
                <c:pt idx="37">
                  <c:v>2.65</c:v>
                </c:pt>
                <c:pt idx="38">
                  <c:v>2.73</c:v>
                </c:pt>
                <c:pt idx="39">
                  <c:v>2.82</c:v>
                </c:pt>
                <c:pt idx="40">
                  <c:v>2.99</c:v>
                </c:pt>
                <c:pt idx="41">
                  <c:v>1.16</c:v>
                </c:pt>
                <c:pt idx="42">
                  <c:v>1.3</c:v>
                </c:pt>
                <c:pt idx="43">
                  <c:v>1.3</c:v>
                </c:pt>
                <c:pt idx="44">
                  <c:v>1.34</c:v>
                </c:pt>
                <c:pt idx="45">
                  <c:v>1.25</c:v>
                </c:pt>
                <c:pt idx="46">
                  <c:v>1.36</c:v>
                </c:pt>
                <c:pt idx="47">
                  <c:v>1.64</c:v>
                </c:pt>
                <c:pt idx="48">
                  <c:v>1.43</c:v>
                </c:pt>
                <c:pt idx="49">
                  <c:v>1.31</c:v>
                </c:pt>
                <c:pt idx="50">
                  <c:v>1.35</c:v>
                </c:pt>
                <c:pt idx="51">
                  <c:v>1.26</c:v>
                </c:pt>
                <c:pt idx="52">
                  <c:v>1.19</c:v>
                </c:pt>
                <c:pt idx="53">
                  <c:v>1.11</c:v>
                </c:pt>
                <c:pt idx="54">
                  <c:v>1.07</c:v>
                </c:pt>
                <c:pt idx="55">
                  <c:v>1.02</c:v>
                </c:pt>
                <c:pt idx="56">
                  <c:v>1.16</c:v>
                </c:pt>
                <c:pt idx="57">
                  <c:v>1.2</c:v>
                </c:pt>
                <c:pt idx="58">
                  <c:v>1.44</c:v>
                </c:pt>
                <c:pt idx="59">
                  <c:v>1.42</c:v>
                </c:pt>
                <c:pt idx="60">
                  <c:v>1.25</c:v>
                </c:pt>
                <c:pt idx="61">
                  <c:v>1.16</c:v>
                </c:pt>
                <c:pt idx="62">
                  <c:v>1.16</c:v>
                </c:pt>
                <c:pt idx="63">
                  <c:v>1.11</c:v>
                </c:pt>
                <c:pt idx="64">
                  <c:v>1.0</c:v>
                </c:pt>
                <c:pt idx="65">
                  <c:v>0.73</c:v>
                </c:pt>
                <c:pt idx="66">
                  <c:v>0.86</c:v>
                </c:pt>
                <c:pt idx="67">
                  <c:v>0.69</c:v>
                </c:pt>
                <c:pt idx="68">
                  <c:v>0.92</c:v>
                </c:pt>
                <c:pt idx="69">
                  <c:v>0.88</c:v>
                </c:pt>
                <c:pt idx="70">
                  <c:v>0.66</c:v>
                </c:pt>
                <c:pt idx="71">
                  <c:v>0.69</c:v>
                </c:pt>
                <c:pt idx="72">
                  <c:v>0.72</c:v>
                </c:pt>
                <c:pt idx="73">
                  <c:v>0.71</c:v>
                </c:pt>
                <c:pt idx="74">
                  <c:v>0.64</c:v>
                </c:pt>
                <c:pt idx="75">
                  <c:v>0.6</c:v>
                </c:pt>
                <c:pt idx="76">
                  <c:v>0.54</c:v>
                </c:pt>
                <c:pt idx="77">
                  <c:v>0.64</c:v>
                </c:pt>
                <c:pt idx="78">
                  <c:v>0.69</c:v>
                </c:pt>
                <c:pt idx="79">
                  <c:v>0.65</c:v>
                </c:pt>
                <c:pt idx="80">
                  <c:v>0.66</c:v>
                </c:pt>
                <c:pt idx="81">
                  <c:v>1.31</c:v>
                </c:pt>
                <c:pt idx="82">
                  <c:v>1.27</c:v>
                </c:pt>
                <c:pt idx="83">
                  <c:v>1.35</c:v>
                </c:pt>
                <c:pt idx="84">
                  <c:v>1.16</c:v>
                </c:pt>
                <c:pt idx="85">
                  <c:v>0.88</c:v>
                </c:pt>
                <c:pt idx="86">
                  <c:v>1.03</c:v>
                </c:pt>
                <c:pt idx="87">
                  <c:v>1.1</c:v>
                </c:pt>
                <c:pt idx="88">
                  <c:v>1.05</c:v>
                </c:pt>
                <c:pt idx="89">
                  <c:v>1.2</c:v>
                </c:pt>
                <c:pt idx="90">
                  <c:v>1.3</c:v>
                </c:pt>
                <c:pt idx="91">
                  <c:v>1.16</c:v>
                </c:pt>
                <c:pt idx="92">
                  <c:v>0.97</c:v>
                </c:pt>
                <c:pt idx="93">
                  <c:v>0.86</c:v>
                </c:pt>
                <c:pt idx="94">
                  <c:v>1.21</c:v>
                </c:pt>
                <c:pt idx="95">
                  <c:v>0.24</c:v>
                </c:pt>
                <c:pt idx="96">
                  <c:v>0.27</c:v>
                </c:pt>
                <c:pt idx="97">
                  <c:v>0.31</c:v>
                </c:pt>
                <c:pt idx="98">
                  <c:v>0.29</c:v>
                </c:pt>
                <c:pt idx="99">
                  <c:v>0.28</c:v>
                </c:pt>
                <c:pt idx="100">
                  <c:v>0.26</c:v>
                </c:pt>
                <c:pt idx="101">
                  <c:v>0.25</c:v>
                </c:pt>
                <c:pt idx="102">
                  <c:v>0.25</c:v>
                </c:pt>
                <c:pt idx="103">
                  <c:v>0.23</c:v>
                </c:pt>
                <c:pt idx="104">
                  <c:v>0.32</c:v>
                </c:pt>
                <c:pt idx="105">
                  <c:v>0.32</c:v>
                </c:pt>
                <c:pt idx="106">
                  <c:v>0.33</c:v>
                </c:pt>
                <c:pt idx="107">
                  <c:v>0.33</c:v>
                </c:pt>
                <c:pt idx="108">
                  <c:v>0.33</c:v>
                </c:pt>
                <c:pt idx="109">
                  <c:v>0.33</c:v>
                </c:pt>
                <c:pt idx="110">
                  <c:v>0.33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8">
                  <c:v>4.22</c:v>
                </c:pt>
                <c:pt idx="29">
                  <c:v>1.76</c:v>
                </c:pt>
                <c:pt idx="40">
                  <c:v>2.99</c:v>
                </c:pt>
                <c:pt idx="93">
                  <c:v>0.86</c:v>
                </c:pt>
                <c:pt idx="94">
                  <c:v>1.21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33">
                  <c:v>1.82</c:v>
                </c:pt>
                <c:pt idx="34">
                  <c:v>2.28</c:v>
                </c:pt>
                <c:pt idx="64">
                  <c:v>1.0</c:v>
                </c:pt>
                <c:pt idx="67">
                  <c:v>0.69</c:v>
                </c:pt>
                <c:pt idx="69">
                  <c:v>0.88</c:v>
                </c:pt>
                <c:pt idx="80">
                  <c:v>0.66</c:v>
                </c:pt>
                <c:pt idx="84">
                  <c:v>1.16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0.32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Allakos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ALLK  ·  acquired by Concentra Biosciences,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02, 2025   ·   Closed May 15, 2025   ·   Status: completed   ·   Pre-ann. volume 0.23×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Allakos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Allakos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6781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341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30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55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71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28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507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0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334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323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16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140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89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676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Allakos Board determines to discontinue AK006 development…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discontinuation of AK006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(Concentra) and affiliates file Schedule 13D…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Allakos and Tang Capital Management LLC enter into a…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non-binding proposal for a reverse merger…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submits unsolicited reverse merger proposal valuing…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initial cash acquisition proposal at $0.32…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offer to $0.33 per share; Party A also…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selects Parent's proposal due to…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and Board unanimously recommend the…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by Allakos, Parent, and Purchaser.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Allakos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Allakos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2024-10-25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+98%  ($0.66→$1.31)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-80%  ($1.21→$0.24)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-61%  ($2.99→$1.16)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($0.86→$1.21)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($2.28→$3.11)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($0.69→$0.92)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($1.76→$2.25)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($1→$0.73)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Allakos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Presents Preclinical Data at EAACI Hybrid Congress 2023 Highlighting Lirentelimab and AK006…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Presents Preclinical Data at EAACI Hybrid Congress 2023 Highlighting Lirentelimab and AK006…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Provides Business Update and Reports Second Quarter 2023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Provides Business Update and Reports Second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Provides Business Update and Reports Third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Provides Business Update and Reports Third Quarter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Announces Phase 2 Lirentelimab Trials in Atopic Dermatitis and Chronic Spontaneous Urticaria Did…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2025-01-27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Announces Topline Results from its Phase 1 Trial of AK006 in Patients with Chronic Spontaneous…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Allakos Provides Business Update and Reports Fourth Quarter 2024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