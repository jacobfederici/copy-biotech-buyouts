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Sheet1!$A$2:$A$115</c:f>
              <c:strCache>
                <c:ptCount val="114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Sheet1!$B$2:$B$115</c:f>
              <c:numCache>
                <c:formatCode>General</c:formatCode>
                <c:ptCount val="114"/>
                <c:pt idx="0">
                  <c:v>15.69</c:v>
                </c:pt>
                <c:pt idx="1">
                  <c:v>16.13</c:v>
                </c:pt>
                <c:pt idx="2">
                  <c:v>16.34</c:v>
                </c:pt>
                <c:pt idx="3">
                  <c:v>16.03</c:v>
                </c:pt>
                <c:pt idx="4">
                  <c:v>13.93</c:v>
                </c:pt>
                <c:pt idx="5">
                  <c:v>15.0</c:v>
                </c:pt>
                <c:pt idx="6">
                  <c:v>17.29</c:v>
                </c:pt>
                <c:pt idx="7">
                  <c:v>17.78</c:v>
                </c:pt>
                <c:pt idx="8">
                  <c:v>18.91</c:v>
                </c:pt>
                <c:pt idx="9">
                  <c:v>17.9</c:v>
                </c:pt>
                <c:pt idx="10">
                  <c:v>17.63</c:v>
                </c:pt>
                <c:pt idx="11">
                  <c:v>16.83</c:v>
                </c:pt>
                <c:pt idx="12">
                  <c:v>16.08</c:v>
                </c:pt>
                <c:pt idx="13">
                  <c:v>15.16</c:v>
                </c:pt>
                <c:pt idx="14">
                  <c:v>16.34</c:v>
                </c:pt>
                <c:pt idx="15">
                  <c:v>17.15</c:v>
                </c:pt>
                <c:pt idx="16">
                  <c:v>16.51</c:v>
                </c:pt>
                <c:pt idx="17">
                  <c:v>16.36</c:v>
                </c:pt>
                <c:pt idx="18">
                  <c:v>17.33</c:v>
                </c:pt>
                <c:pt idx="19">
                  <c:v>17.05</c:v>
                </c:pt>
                <c:pt idx="20">
                  <c:v>16.45</c:v>
                </c:pt>
                <c:pt idx="21">
                  <c:v>18.52</c:v>
                </c:pt>
                <c:pt idx="22">
                  <c:v>17.48</c:v>
                </c:pt>
                <c:pt idx="23">
                  <c:v>18.61</c:v>
                </c:pt>
                <c:pt idx="24">
                  <c:v>19.48</c:v>
                </c:pt>
                <c:pt idx="25">
                  <c:v>19.28</c:v>
                </c:pt>
                <c:pt idx="26">
                  <c:v>5.55</c:v>
                </c:pt>
                <c:pt idx="27">
                  <c:v>5.77</c:v>
                </c:pt>
                <c:pt idx="28">
                  <c:v>6.48</c:v>
                </c:pt>
                <c:pt idx="29">
                  <c:v>5.48</c:v>
                </c:pt>
                <c:pt idx="30">
                  <c:v>6.15</c:v>
                </c:pt>
                <c:pt idx="31">
                  <c:v>5.96</c:v>
                </c:pt>
                <c:pt idx="32">
                  <c:v>5.64</c:v>
                </c:pt>
                <c:pt idx="33">
                  <c:v>5.57</c:v>
                </c:pt>
                <c:pt idx="34">
                  <c:v>5.54</c:v>
                </c:pt>
                <c:pt idx="35">
                  <c:v>5.23</c:v>
                </c:pt>
                <c:pt idx="36">
                  <c:v>5.3</c:v>
                </c:pt>
                <c:pt idx="37">
                  <c:v>6.14</c:v>
                </c:pt>
                <c:pt idx="38">
                  <c:v>5.85</c:v>
                </c:pt>
                <c:pt idx="39">
                  <c:v>5.72</c:v>
                </c:pt>
                <c:pt idx="40">
                  <c:v>5.6</c:v>
                </c:pt>
                <c:pt idx="41">
                  <c:v>5.43</c:v>
                </c:pt>
                <c:pt idx="42">
                  <c:v>5.66</c:v>
                </c:pt>
                <c:pt idx="43">
                  <c:v>5.56</c:v>
                </c:pt>
                <c:pt idx="44">
                  <c:v>5.03</c:v>
                </c:pt>
                <c:pt idx="45">
                  <c:v>4.5</c:v>
                </c:pt>
                <c:pt idx="46">
                  <c:v>4.14</c:v>
                </c:pt>
                <c:pt idx="47">
                  <c:v>3.79</c:v>
                </c:pt>
                <c:pt idx="48">
                  <c:v>4.22</c:v>
                </c:pt>
                <c:pt idx="49">
                  <c:v>3.98</c:v>
                </c:pt>
                <c:pt idx="50">
                  <c:v>4.16</c:v>
                </c:pt>
                <c:pt idx="51">
                  <c:v>4.07</c:v>
                </c:pt>
                <c:pt idx="52">
                  <c:v>4.0</c:v>
                </c:pt>
                <c:pt idx="53">
                  <c:v>4.25</c:v>
                </c:pt>
                <c:pt idx="54">
                  <c:v>4.23</c:v>
                </c:pt>
                <c:pt idx="55">
                  <c:v>4.67</c:v>
                </c:pt>
                <c:pt idx="56">
                  <c:v>4.51</c:v>
                </c:pt>
                <c:pt idx="57">
                  <c:v>4.49</c:v>
                </c:pt>
                <c:pt idx="58">
                  <c:v>4.71</c:v>
                </c:pt>
                <c:pt idx="59">
                  <c:v>4.63</c:v>
                </c:pt>
                <c:pt idx="60">
                  <c:v>4.75</c:v>
                </c:pt>
                <c:pt idx="61">
                  <c:v>4.92</c:v>
                </c:pt>
                <c:pt idx="62">
                  <c:v>4.56</c:v>
                </c:pt>
                <c:pt idx="63">
                  <c:v>4.82</c:v>
                </c:pt>
                <c:pt idx="64">
                  <c:v>5.02</c:v>
                </c:pt>
                <c:pt idx="65">
                  <c:v>5.02</c:v>
                </c:pt>
                <c:pt idx="66">
                  <c:v>5.07</c:v>
                </c:pt>
                <c:pt idx="67">
                  <c:v>5.02</c:v>
                </c:pt>
                <c:pt idx="68">
                  <c:v>5.06</c:v>
                </c:pt>
                <c:pt idx="69">
                  <c:v>5.13</c:v>
                </c:pt>
                <c:pt idx="70">
                  <c:v>5.23</c:v>
                </c:pt>
                <c:pt idx="71">
                  <c:v>5.12</c:v>
                </c:pt>
                <c:pt idx="72">
                  <c:v>4.79</c:v>
                </c:pt>
                <c:pt idx="73">
                  <c:v>4.71</c:v>
                </c:pt>
                <c:pt idx="74">
                  <c:v>4.43</c:v>
                </c:pt>
                <c:pt idx="75">
                  <c:v>4.74</c:v>
                </c:pt>
                <c:pt idx="76">
                  <c:v>4.6</c:v>
                </c:pt>
                <c:pt idx="77">
                  <c:v>4.57</c:v>
                </c:pt>
                <c:pt idx="78">
                  <c:v>4.85</c:v>
                </c:pt>
                <c:pt idx="79">
                  <c:v>4.45</c:v>
                </c:pt>
                <c:pt idx="80">
                  <c:v>4.51</c:v>
                </c:pt>
                <c:pt idx="81">
                  <c:v>4.71</c:v>
                </c:pt>
                <c:pt idx="82">
                  <c:v>4.62</c:v>
                </c:pt>
                <c:pt idx="83">
                  <c:v>4.76</c:v>
                </c:pt>
                <c:pt idx="84">
                  <c:v>4.72</c:v>
                </c:pt>
                <c:pt idx="85">
                  <c:v>4.8</c:v>
                </c:pt>
                <c:pt idx="86">
                  <c:v>4.6</c:v>
                </c:pt>
                <c:pt idx="87">
                  <c:v>5.05</c:v>
                </c:pt>
                <c:pt idx="88">
                  <c:v>5.05</c:v>
                </c:pt>
                <c:pt idx="89">
                  <c:v>5.07</c:v>
                </c:pt>
                <c:pt idx="90">
                  <c:v>5.23</c:v>
                </c:pt>
                <c:pt idx="91">
                  <c:v>4.97</c:v>
                </c:pt>
                <c:pt idx="92">
                  <c:v>5.14</c:v>
                </c:pt>
                <c:pt idx="93">
                  <c:v>5.06</c:v>
                </c:pt>
                <c:pt idx="94">
                  <c:v>5.2</c:v>
                </c:pt>
                <c:pt idx="95">
                  <c:v>5.16</c:v>
                </c:pt>
                <c:pt idx="96">
                  <c:v>5.19</c:v>
                </c:pt>
                <c:pt idx="97">
                  <c:v>5.36</c:v>
                </c:pt>
                <c:pt idx="98">
                  <c:v>5.41</c:v>
                </c:pt>
                <c:pt idx="99">
                  <c:v>5.31</c:v>
                </c:pt>
                <c:pt idx="100">
                  <c:v>5.19</c:v>
                </c:pt>
                <c:pt idx="101">
                  <c:v>5.23</c:v>
                </c:pt>
                <c:pt idx="102">
                  <c:v>5.18</c:v>
                </c:pt>
                <c:pt idx="103">
                  <c:v>5.14</c:v>
                </c:pt>
                <c:pt idx="104">
                  <c:v>8.13</c:v>
                </c:pt>
                <c:pt idx="105">
                  <c:v>8.22</c:v>
                </c:pt>
                <c:pt idx="106">
                  <c:v>8.46</c:v>
                </c:pt>
                <c:pt idx="107">
                  <c:v>8.64</c:v>
                </c:pt>
                <c:pt idx="108">
                  <c:v>8.68</c:v>
                </c:pt>
                <c:pt idx="109">
                  <c:v>7.97</c:v>
                </c:pt>
                <c:pt idx="110">
                  <c:v>8.0</c:v>
                </c:pt>
                <c:pt idx="111">
                  <c:v>8.72</c:v>
                </c:pt>
                <c:pt idx="112">
                  <c:v>8.75</c:v>
                </c:pt>
                <c:pt idx="113">
                  <c:v>8.75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Sheet1!$C$2:$C$115</c:f>
              <c:numCache>
                <c:formatCode>General</c:formatCode>
                <c:ptCount val="114"/>
                <c:pt idx="25">
                  <c:v>19.28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Sheet1!$A$2:$A$115</c:f>
              <c:strCache>
                <c:ptCount val="114"/>
                <c:pt idx="0">
                  <c:v>Dec '08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'09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'09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'09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'09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'09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'10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'10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'10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'10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'11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</c:strCache>
            </c:strRef>
          </c:cat>
          <c:val>
            <c:numRef>
              <c:f>Sheet1!$D$2:$D$115</c:f>
              <c:numCache>
                <c:formatCode>General</c:formatCode>
                <c:ptCount val="114"/>
                <c:pt idx="104">
                  <c:v>8.13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MATRIXX INITIATIVES,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MTXX  ·  acquired by H.I.G. Capital,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$8.75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14, 2010   ·   Closed Feb 18, 2011   ·   Status: completed   ·   Pre-ann. volume 0.82×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MATRIXX INITIATIVES,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MATRIXX INITIATIVES,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9867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8427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308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899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506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753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667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161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4381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6475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970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35610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389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Joseph Falsetti (Primus/H.I.G.) contacts Matrixx director…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H.I.G. meets with Matrixx management and suggests a $6.50…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H.I.G. submits a formal non-binding proposal at $6.50 per…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24, 2010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Matrixx Board rejects $6.50 but indicates willingness to…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H.I.G. increases offer to $8.00 per share.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H.I.G. demands assurances regarding Zicam litigation risk…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Matrixx Board approves the Merger Agreement and a $15.5…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executed and announced.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22, 2010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 at $8.00 per share.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2011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Offer price increased to $8.75 per share.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14, 2011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tender offer period expires; 66.9% of shares…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Subsequent offering period expires.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18, 2011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Purchaser exercises Top-Up Option and completes short-form…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MATRIXX INITIATIVES,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2009-06-19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-71%  ($19.28→$5.55)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543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MATRIXX INITIATIVES,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2010-12-14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Matrixx Initiatives Enters Into Definitive Merger Agreement with H.I.G. Capital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