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Feb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'13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'13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'13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'14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'14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'14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'15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'15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49.37</c:v>
                </c:pt>
                <c:pt idx="1">
                  <c:v>48.34</c:v>
                </c:pt>
                <c:pt idx="2">
                  <c:v>49.43</c:v>
                </c:pt>
                <c:pt idx="3">
                  <c:v>49.51</c:v>
                </c:pt>
                <c:pt idx="4">
                  <c:v>50.7</c:v>
                </c:pt>
                <c:pt idx="5">
                  <c:v>51.18</c:v>
                </c:pt>
                <c:pt idx="6">
                  <c:v>50.34</c:v>
                </c:pt>
                <c:pt idx="7">
                  <c:v>49.41</c:v>
                </c:pt>
                <c:pt idx="8">
                  <c:v>48.46</c:v>
                </c:pt>
                <c:pt idx="9">
                  <c:v>51.51</c:v>
                </c:pt>
                <c:pt idx="10">
                  <c:v>53.99</c:v>
                </c:pt>
                <c:pt idx="11">
                  <c:v>57.15</c:v>
                </c:pt>
                <c:pt idx="12">
                  <c:v>59.28</c:v>
                </c:pt>
                <c:pt idx="13">
                  <c:v>60.39</c:v>
                </c:pt>
                <c:pt idx="14">
                  <c:v>60.67</c:v>
                </c:pt>
                <c:pt idx="15">
                  <c:v>61.3</c:v>
                </c:pt>
                <c:pt idx="16">
                  <c:v>66.3</c:v>
                </c:pt>
                <c:pt idx="17">
                  <c:v>65.92</c:v>
                </c:pt>
                <c:pt idx="18">
                  <c:v>66.15</c:v>
                </c:pt>
                <c:pt idx="19">
                  <c:v>67.05</c:v>
                </c:pt>
                <c:pt idx="20">
                  <c:v>69.13</c:v>
                </c:pt>
                <c:pt idx="21">
                  <c:v>71.23</c:v>
                </c:pt>
                <c:pt idx="22">
                  <c:v>73.48</c:v>
                </c:pt>
                <c:pt idx="23">
                  <c:v>75.54</c:v>
                </c:pt>
                <c:pt idx="24">
                  <c:v>69.08</c:v>
                </c:pt>
                <c:pt idx="25">
                  <c:v>66.63</c:v>
                </c:pt>
                <c:pt idx="26">
                  <c:v>67.95</c:v>
                </c:pt>
                <c:pt idx="27">
                  <c:v>66.94</c:v>
                </c:pt>
                <c:pt idx="28">
                  <c:v>66.01</c:v>
                </c:pt>
                <c:pt idx="29">
                  <c:v>67.12</c:v>
                </c:pt>
                <c:pt idx="30">
                  <c:v>67.62</c:v>
                </c:pt>
                <c:pt idx="31">
                  <c:v>66.89</c:v>
                </c:pt>
                <c:pt idx="32">
                  <c:v>71.43</c:v>
                </c:pt>
                <c:pt idx="33">
                  <c:v>69.55</c:v>
                </c:pt>
                <c:pt idx="34">
                  <c:v>72.18</c:v>
                </c:pt>
                <c:pt idx="35">
                  <c:v>74.33</c:v>
                </c:pt>
                <c:pt idx="36">
                  <c:v>72.87</c:v>
                </c:pt>
                <c:pt idx="37">
                  <c:v>84.0</c:v>
                </c:pt>
                <c:pt idx="38">
                  <c:v>90.01</c:v>
                </c:pt>
                <c:pt idx="39">
                  <c:v>84.58</c:v>
                </c:pt>
                <c:pt idx="40">
                  <c:v>84.81</c:v>
                </c:pt>
                <c:pt idx="41">
                  <c:v>86.49</c:v>
                </c:pt>
                <c:pt idx="42">
                  <c:v>84.05</c:v>
                </c:pt>
                <c:pt idx="43">
                  <c:v>87.61</c:v>
                </c:pt>
                <c:pt idx="44">
                  <c:v>89.41</c:v>
                </c:pt>
                <c:pt idx="45">
                  <c:v>91.2</c:v>
                </c:pt>
                <c:pt idx="46">
                  <c:v>93.62</c:v>
                </c:pt>
                <c:pt idx="47">
                  <c:v>98.56</c:v>
                </c:pt>
                <c:pt idx="48">
                  <c:v>98.01</c:v>
                </c:pt>
                <c:pt idx="49">
                  <c:v>97.34</c:v>
                </c:pt>
                <c:pt idx="50">
                  <c:v>98.68</c:v>
                </c:pt>
                <c:pt idx="51">
                  <c:v>100.8</c:v>
                </c:pt>
                <c:pt idx="52">
                  <c:v>105.37</c:v>
                </c:pt>
                <c:pt idx="53">
                  <c:v>107.92</c:v>
                </c:pt>
                <c:pt idx="54">
                  <c:v>109.86</c:v>
                </c:pt>
                <c:pt idx="55">
                  <c:v>111.24</c:v>
                </c:pt>
                <c:pt idx="56">
                  <c:v>110.24</c:v>
                </c:pt>
                <c:pt idx="57">
                  <c:v>99.52</c:v>
                </c:pt>
                <c:pt idx="58">
                  <c:v>102.22</c:v>
                </c:pt>
                <c:pt idx="59">
                  <c:v>99.07</c:v>
                </c:pt>
                <c:pt idx="60">
                  <c:v>101.06</c:v>
                </c:pt>
                <c:pt idx="61">
                  <c:v>110.31</c:v>
                </c:pt>
                <c:pt idx="62">
                  <c:v>109.84</c:v>
                </c:pt>
                <c:pt idx="63">
                  <c:v>103.56</c:v>
                </c:pt>
                <c:pt idx="64">
                  <c:v>107.51</c:v>
                </c:pt>
                <c:pt idx="65">
                  <c:v>114.18</c:v>
                </c:pt>
                <c:pt idx="66">
                  <c:v>114.08</c:v>
                </c:pt>
                <c:pt idx="67">
                  <c:v>111.52</c:v>
                </c:pt>
                <c:pt idx="68">
                  <c:v>112.08</c:v>
                </c:pt>
                <c:pt idx="69">
                  <c:v>124.02</c:v>
                </c:pt>
                <c:pt idx="70">
                  <c:v>122.81</c:v>
                </c:pt>
                <c:pt idx="71">
                  <c:v>139.58</c:v>
                </c:pt>
                <c:pt idx="72">
                  <c:v>131.81</c:v>
                </c:pt>
                <c:pt idx="73">
                  <c:v>131.85</c:v>
                </c:pt>
                <c:pt idx="74">
                  <c:v>132.22</c:v>
                </c:pt>
                <c:pt idx="75">
                  <c:v>134.88</c:v>
                </c:pt>
                <c:pt idx="76">
                  <c:v>128.29</c:v>
                </c:pt>
                <c:pt idx="77">
                  <c:v>139.58</c:v>
                </c:pt>
                <c:pt idx="78">
                  <c:v>158.96</c:v>
                </c:pt>
                <c:pt idx="79">
                  <c:v>159.11</c:v>
                </c:pt>
                <c:pt idx="80">
                  <c:v>154.51</c:v>
                </c:pt>
                <c:pt idx="81">
                  <c:v>143.43</c:v>
                </c:pt>
                <c:pt idx="82">
                  <c:v>164.23</c:v>
                </c:pt>
                <c:pt idx="83">
                  <c:v>161.77</c:v>
                </c:pt>
                <c:pt idx="84">
                  <c:v>152.87</c:v>
                </c:pt>
                <c:pt idx="85">
                  <c:v>139.88</c:v>
                </c:pt>
                <c:pt idx="86">
                  <c:v>140.0</c:v>
                </c:pt>
                <c:pt idx="87">
                  <c:v>140.42</c:v>
                </c:pt>
                <c:pt idx="88">
                  <c:v>143.85</c:v>
                </c:pt>
                <c:pt idx="89">
                  <c:v>91.47</c:v>
                </c:pt>
                <c:pt idx="90">
                  <c:v>102.32</c:v>
                </c:pt>
                <c:pt idx="91">
                  <c:v>102.9</c:v>
                </c:pt>
                <c:pt idx="92">
                  <c:v>102.69</c:v>
                </c:pt>
                <c:pt idx="93">
                  <c:v>105.62</c:v>
                </c:pt>
                <c:pt idx="94">
                  <c:v>103.36</c:v>
                </c:pt>
                <c:pt idx="95">
                  <c:v>117.2</c:v>
                </c:pt>
                <c:pt idx="96">
                  <c:v>118.09</c:v>
                </c:pt>
                <c:pt idx="97">
                  <c:v>114.74</c:v>
                </c:pt>
                <c:pt idx="98">
                  <c:v>118.09</c:v>
                </c:pt>
                <c:pt idx="99">
                  <c:v>120.19</c:v>
                </c:pt>
                <c:pt idx="100">
                  <c:v>125.92</c:v>
                </c:pt>
                <c:pt idx="101">
                  <c:v>134.67</c:v>
                </c:pt>
                <c:pt idx="102">
                  <c:v>140.94</c:v>
                </c:pt>
                <c:pt idx="103">
                  <c:v>152.35</c:v>
                </c:pt>
                <c:pt idx="104">
                  <c:v>157.85</c:v>
                </c:pt>
                <c:pt idx="105">
                  <c:v>157.2</c:v>
                </c:pt>
                <c:pt idx="106">
                  <c:v>158.01</c:v>
                </c:pt>
                <c:pt idx="107">
                  <c:v>169.4</c:v>
                </c:pt>
                <c:pt idx="108">
                  <c:v>172.8</c:v>
                </c:pt>
                <c:pt idx="109">
                  <c:v>172.6</c:v>
                </c:pt>
                <c:pt idx="110">
                  <c:v>172.81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Feb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'13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'13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'13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'14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'14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'14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'15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'15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88">
                  <c:v>143.85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SALIX PHARMACEUTICALS LTD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SLXP  ·  acquired by Valeant Pharmaceuticals International,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68%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Feb 22, 2015   ·   Closed Apr 01, 2015   ·   Status: completed   ·   Pre-ann. volume 1.37×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SALIX PHARMACEUTICALS LTD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SALIX PHARMACEUTICALS LTD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71067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79627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98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179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153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127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047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15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517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571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491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131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2520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07, 2013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Salix announces Santarus acquisition; Party A CEO contacts…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08, 2014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Salix enters into a merger agreement with Cosmo…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29, 2014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makes an oral offer to acquire Salix at $180.00 per…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26, 2014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increases offer to $205.00 per share in exchange…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23, 2014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reduces offer to $175.00 per share citing…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Salix terminates the Cosmo merger agreement.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06, 2014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Salix announces Audit Committee review of inventory…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20, 2015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J.P. Morgan contacts Valeant CEO J. Michael Pearson to…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08, 2015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Valeant CEO Pearson conveys oral indication of interest at…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17, 2015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Salix Board authorizes counterproposal to Valeant at…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20, 2015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Salix and Valeant agree to $158.00 per share; Merger…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16, 2015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amended to increase price to $173.00 per…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01, 2015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expires; Merger completed.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SALIX PHARMACEUTICALS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2014-11-07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-36%  ($143.85→$91.47)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SALIX PHARMACEUTICALS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