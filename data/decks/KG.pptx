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Sheet1!$A$2:$A$126</c:f>
              <c:strCache>
                <c:ptCount val="125"/>
                <c:pt idx="0">
                  <c:v>Oct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Jan '09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Mar '09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Jun '09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Aug '09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Nov '09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'10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Apr '10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Jun '10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Feb '11</c:v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</c:strCache>
            </c:strRef>
          </c:cat>
          <c:val>
            <c:numRef>
              <c:f>Sheet1!$B$2:$B$126</c:f>
              <c:numCache>
                <c:formatCode>General</c:formatCode>
                <c:ptCount val="125"/>
                <c:pt idx="0">
                  <c:v>8.25</c:v>
                </c:pt>
                <c:pt idx="1">
                  <c:v>8.34</c:v>
                </c:pt>
                <c:pt idx="2">
                  <c:v>8.79</c:v>
                </c:pt>
                <c:pt idx="3">
                  <c:v>9.72</c:v>
                </c:pt>
                <c:pt idx="4">
                  <c:v>9.64</c:v>
                </c:pt>
                <c:pt idx="5">
                  <c:v>8.62</c:v>
                </c:pt>
                <c:pt idx="6">
                  <c:v>9.61</c:v>
                </c:pt>
                <c:pt idx="7">
                  <c:v>9.66</c:v>
                </c:pt>
                <c:pt idx="8">
                  <c:v>9.45</c:v>
                </c:pt>
                <c:pt idx="9">
                  <c:v>10.21</c:v>
                </c:pt>
                <c:pt idx="10">
                  <c:v>10.06</c:v>
                </c:pt>
                <c:pt idx="11">
                  <c:v>10.79</c:v>
                </c:pt>
                <c:pt idx="12">
                  <c:v>10.05</c:v>
                </c:pt>
                <c:pt idx="13">
                  <c:v>9.22</c:v>
                </c:pt>
                <c:pt idx="14">
                  <c:v>8.91</c:v>
                </c:pt>
                <c:pt idx="15">
                  <c:v>8.74</c:v>
                </c:pt>
                <c:pt idx="16">
                  <c:v>8.81</c:v>
                </c:pt>
                <c:pt idx="17">
                  <c:v>8.7</c:v>
                </c:pt>
                <c:pt idx="18">
                  <c:v>8.24</c:v>
                </c:pt>
                <c:pt idx="19">
                  <c:v>7.34</c:v>
                </c:pt>
                <c:pt idx="20">
                  <c:v>6.13</c:v>
                </c:pt>
                <c:pt idx="21">
                  <c:v>7.09</c:v>
                </c:pt>
                <c:pt idx="22">
                  <c:v>6.8</c:v>
                </c:pt>
                <c:pt idx="23">
                  <c:v>7.2</c:v>
                </c:pt>
                <c:pt idx="24">
                  <c:v>6.84</c:v>
                </c:pt>
                <c:pt idx="25">
                  <c:v>7.76</c:v>
                </c:pt>
                <c:pt idx="26">
                  <c:v>8.6</c:v>
                </c:pt>
                <c:pt idx="27">
                  <c:v>8.14</c:v>
                </c:pt>
                <c:pt idx="28">
                  <c:v>8.18</c:v>
                </c:pt>
                <c:pt idx="29">
                  <c:v>8.71</c:v>
                </c:pt>
                <c:pt idx="30">
                  <c:v>8.79</c:v>
                </c:pt>
                <c:pt idx="31">
                  <c:v>8.77</c:v>
                </c:pt>
                <c:pt idx="32">
                  <c:v>9.46</c:v>
                </c:pt>
                <c:pt idx="33">
                  <c:v>9.71</c:v>
                </c:pt>
                <c:pt idx="34">
                  <c:v>9.97</c:v>
                </c:pt>
                <c:pt idx="35">
                  <c:v>9.83</c:v>
                </c:pt>
                <c:pt idx="36">
                  <c:v>9.82</c:v>
                </c:pt>
                <c:pt idx="37">
                  <c:v>9.54</c:v>
                </c:pt>
                <c:pt idx="38">
                  <c:v>9.02</c:v>
                </c:pt>
                <c:pt idx="39">
                  <c:v>9.1</c:v>
                </c:pt>
                <c:pt idx="40">
                  <c:v>9.39</c:v>
                </c:pt>
                <c:pt idx="41">
                  <c:v>9.07</c:v>
                </c:pt>
                <c:pt idx="42">
                  <c:v>10.22</c:v>
                </c:pt>
                <c:pt idx="43">
                  <c:v>10.34</c:v>
                </c:pt>
                <c:pt idx="44">
                  <c:v>10.5</c:v>
                </c:pt>
                <c:pt idx="45">
                  <c:v>10.41</c:v>
                </c:pt>
                <c:pt idx="46">
                  <c:v>10.25</c:v>
                </c:pt>
                <c:pt idx="47">
                  <c:v>10.63</c:v>
                </c:pt>
                <c:pt idx="48">
                  <c:v>10.81</c:v>
                </c:pt>
                <c:pt idx="49">
                  <c:v>10.45</c:v>
                </c:pt>
                <c:pt idx="50">
                  <c:v>10.54</c:v>
                </c:pt>
                <c:pt idx="51">
                  <c:v>10.46</c:v>
                </c:pt>
                <c:pt idx="52">
                  <c:v>11.06</c:v>
                </c:pt>
                <c:pt idx="53">
                  <c:v>10.38</c:v>
                </c:pt>
                <c:pt idx="54">
                  <c:v>10.13</c:v>
                </c:pt>
                <c:pt idx="55">
                  <c:v>11.21</c:v>
                </c:pt>
                <c:pt idx="56">
                  <c:v>11.14</c:v>
                </c:pt>
                <c:pt idx="57">
                  <c:v>11.8</c:v>
                </c:pt>
                <c:pt idx="58">
                  <c:v>11.95</c:v>
                </c:pt>
                <c:pt idx="59">
                  <c:v>11.72</c:v>
                </c:pt>
                <c:pt idx="60">
                  <c:v>11.61</c:v>
                </c:pt>
                <c:pt idx="61">
                  <c:v>11.89</c:v>
                </c:pt>
                <c:pt idx="62">
                  <c:v>12.14</c:v>
                </c:pt>
                <c:pt idx="63">
                  <c:v>12.27</c:v>
                </c:pt>
                <c:pt idx="64">
                  <c:v>12.63</c:v>
                </c:pt>
                <c:pt idx="65">
                  <c:v>12.68</c:v>
                </c:pt>
                <c:pt idx="66">
                  <c:v>12.33</c:v>
                </c:pt>
                <c:pt idx="67">
                  <c:v>12.01</c:v>
                </c:pt>
                <c:pt idx="68">
                  <c:v>11.35</c:v>
                </c:pt>
                <c:pt idx="69">
                  <c:v>11.5</c:v>
                </c:pt>
                <c:pt idx="70">
                  <c:v>11.66</c:v>
                </c:pt>
                <c:pt idx="71">
                  <c:v>11.25</c:v>
                </c:pt>
                <c:pt idx="72">
                  <c:v>12.18</c:v>
                </c:pt>
                <c:pt idx="73">
                  <c:v>12.36</c:v>
                </c:pt>
                <c:pt idx="74">
                  <c:v>12.22</c:v>
                </c:pt>
                <c:pt idx="75">
                  <c:v>11.83</c:v>
                </c:pt>
                <c:pt idx="76">
                  <c:v>11.84</c:v>
                </c:pt>
                <c:pt idx="77">
                  <c:v>11.9</c:v>
                </c:pt>
                <c:pt idx="78">
                  <c:v>11.57</c:v>
                </c:pt>
                <c:pt idx="79">
                  <c:v>10.44</c:v>
                </c:pt>
                <c:pt idx="80">
                  <c:v>9.8</c:v>
                </c:pt>
                <c:pt idx="81">
                  <c:v>9.59</c:v>
                </c:pt>
                <c:pt idx="82">
                  <c:v>8.95</c:v>
                </c:pt>
                <c:pt idx="83">
                  <c:v>8.56</c:v>
                </c:pt>
                <c:pt idx="84">
                  <c:v>8.67</c:v>
                </c:pt>
                <c:pt idx="85">
                  <c:v>8.05</c:v>
                </c:pt>
                <c:pt idx="86">
                  <c:v>7.98</c:v>
                </c:pt>
                <c:pt idx="87">
                  <c:v>8.14</c:v>
                </c:pt>
                <c:pt idx="88">
                  <c:v>7.92</c:v>
                </c:pt>
                <c:pt idx="89">
                  <c:v>7.42</c:v>
                </c:pt>
                <c:pt idx="90">
                  <c:v>8.13</c:v>
                </c:pt>
                <c:pt idx="91">
                  <c:v>8.37</c:v>
                </c:pt>
                <c:pt idx="92">
                  <c:v>8.72</c:v>
                </c:pt>
                <c:pt idx="93">
                  <c:v>8.76</c:v>
                </c:pt>
                <c:pt idx="94">
                  <c:v>8.79</c:v>
                </c:pt>
                <c:pt idx="95">
                  <c:v>8.58</c:v>
                </c:pt>
                <c:pt idx="96">
                  <c:v>9.24</c:v>
                </c:pt>
                <c:pt idx="97">
                  <c:v>9.03</c:v>
                </c:pt>
                <c:pt idx="98">
                  <c:v>9.22</c:v>
                </c:pt>
                <c:pt idx="99">
                  <c:v>9.37</c:v>
                </c:pt>
                <c:pt idx="100">
                  <c:v>9.34</c:v>
                </c:pt>
                <c:pt idx="101">
                  <c:v>9.79</c:v>
                </c:pt>
                <c:pt idx="102">
                  <c:v>9.83</c:v>
                </c:pt>
                <c:pt idx="103">
                  <c:v>10.31</c:v>
                </c:pt>
                <c:pt idx="104">
                  <c:v>14.16</c:v>
                </c:pt>
                <c:pt idx="105">
                  <c:v>14.16</c:v>
                </c:pt>
                <c:pt idx="106">
                  <c:v>14.14</c:v>
                </c:pt>
                <c:pt idx="107">
                  <c:v>14.15</c:v>
                </c:pt>
                <c:pt idx="108">
                  <c:v>14.15</c:v>
                </c:pt>
                <c:pt idx="109">
                  <c:v>14.13</c:v>
                </c:pt>
                <c:pt idx="110">
                  <c:v>14.17</c:v>
                </c:pt>
                <c:pt idx="111">
                  <c:v>14.21</c:v>
                </c:pt>
                <c:pt idx="112">
                  <c:v>14.21</c:v>
                </c:pt>
                <c:pt idx="113">
                  <c:v>14.09</c:v>
                </c:pt>
                <c:pt idx="114">
                  <c:v>14.07</c:v>
                </c:pt>
                <c:pt idx="115">
                  <c:v>14.05</c:v>
                </c:pt>
                <c:pt idx="116">
                  <c:v>14.1</c:v>
                </c:pt>
                <c:pt idx="117">
                  <c:v>14.17</c:v>
                </c:pt>
                <c:pt idx="118">
                  <c:v>14.2</c:v>
                </c:pt>
                <c:pt idx="119">
                  <c:v>14.22</c:v>
                </c:pt>
                <c:pt idx="120">
                  <c:v>14.23</c:v>
                </c:pt>
                <c:pt idx="121">
                  <c:v>14.23</c:v>
                </c:pt>
                <c:pt idx="122">
                  <c:v>14.23</c:v>
                </c:pt>
                <c:pt idx="123">
                  <c:v>14.24</c:v>
                </c:pt>
                <c:pt idx="124">
                  <c:v>14.24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Sheet1!$A$2:$A$126</c:f>
              <c:strCache>
                <c:ptCount val="125"/>
                <c:pt idx="0">
                  <c:v>Oct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Jan '09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Mar '09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Jun '09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Aug '09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Nov '09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'10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Apr '10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Jun '10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Feb '11</c:v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</c:strCache>
            </c:strRef>
          </c:cat>
          <c:val>
            <c:numRef>
              <c:f>Sheet1!$C$2:$C$126</c:f>
              <c:numCache>
                <c:formatCode>General</c:formatCode>
                <c:ptCount val="125"/>
                <c:pt idx="5">
                  <c:v>8.62</c:v>
                </c:pt>
                <c:pt idx="11">
                  <c:v>10.79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KING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KG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$14.25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11, 2010   ·   Closed Feb 28, 2011   ·   Status: completed   ·   Pre-ann. volume 0.94×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KING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KING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7925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6485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0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76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9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15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18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524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927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330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360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032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75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20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47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47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780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183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39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79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407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243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646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77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813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426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Jeffrey B. Kindler, Chairman and CEO of Pfizer, called…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Kindler and Mr. Markison met to discuss a possible…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11, 2010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Markison advised Mr. Kindler that King's Board was not…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Kindler called Mr. Markison to further discuss a…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Kindler and Mr. Markison had further phone…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J.P. Morgan orally communicated a non-binding, preliminary…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Kindler called Mr. Markison and conveyed the…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J.P. Morgan advised Credit Suisse that Pfizer was prepared…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the direction of King's Board, Credit Suisse advised…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Frank D’Amelio, CFO of Pfizer, orally provided Mr. Markison…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began a five-day period of preliminary due diligence…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D’Amelio informed Mr. Markison that Pfizer was prepared…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D’Amelio delivered a letter to Mr. Markison confirming…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Markison communicated to Mr. D’Amelio that King's Board…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September 9 and September 16, at the direction of…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Markison and Mr. D’Amelio met to discuss valuation. Mr.…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D’Amelio advised Mr. Markison that Pfizer was prepared…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Markison reported Pfizer's $14.25 offer to King's…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Markison advised Mr. D’Amelio that King was prepared to…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Pfizer’s legal counsel delivered a draft merger agreement…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King’s legal counsel delivered comments on the draft merger…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King's Board met, received a fairness opinion from Credit…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and King issued a joint press release announcing the…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by Acquisition Sub commenced.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KING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announced the successful completion of the tender…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James W. Elrod, Chief Legal Officer and Assistant Secretary…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announced its intention to complete the acquisition…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KING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2009-01-09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($3.27→$4.02)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($3.45→$4.15)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KING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Kestrel Group reports Q2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