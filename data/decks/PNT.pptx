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7.26</c:v>
                </c:pt>
                <c:pt idx="1">
                  <c:v>7.97</c:v>
                </c:pt>
                <c:pt idx="2">
                  <c:v>7.7</c:v>
                </c:pt>
                <c:pt idx="3">
                  <c:v>7.98</c:v>
                </c:pt>
                <c:pt idx="4">
                  <c:v>9.63</c:v>
                </c:pt>
                <c:pt idx="5">
                  <c:v>9.04</c:v>
                </c:pt>
                <c:pt idx="6">
                  <c:v>8.82</c:v>
                </c:pt>
                <c:pt idx="7">
                  <c:v>8.57</c:v>
                </c:pt>
                <c:pt idx="8">
                  <c:v>7.86</c:v>
                </c:pt>
                <c:pt idx="9">
                  <c:v>6.03</c:v>
                </c:pt>
                <c:pt idx="10">
                  <c:v>5.6</c:v>
                </c:pt>
                <c:pt idx="11">
                  <c:v>5.52</c:v>
                </c:pt>
                <c:pt idx="12">
                  <c:v>5.6</c:v>
                </c:pt>
                <c:pt idx="13">
                  <c:v>5.71</c:v>
                </c:pt>
                <c:pt idx="14">
                  <c:v>5.8</c:v>
                </c:pt>
                <c:pt idx="15">
                  <c:v>5.95</c:v>
                </c:pt>
                <c:pt idx="16">
                  <c:v>6.3</c:v>
                </c:pt>
                <c:pt idx="17">
                  <c:v>6.97</c:v>
                </c:pt>
                <c:pt idx="18">
                  <c:v>6.58</c:v>
                </c:pt>
                <c:pt idx="19">
                  <c:v>6.53</c:v>
                </c:pt>
                <c:pt idx="20">
                  <c:v>6.79</c:v>
                </c:pt>
                <c:pt idx="21">
                  <c:v>5.51</c:v>
                </c:pt>
                <c:pt idx="22">
                  <c:v>5.75</c:v>
                </c:pt>
                <c:pt idx="23">
                  <c:v>6.54</c:v>
                </c:pt>
                <c:pt idx="24">
                  <c:v>6.76</c:v>
                </c:pt>
                <c:pt idx="25">
                  <c:v>7.91</c:v>
                </c:pt>
                <c:pt idx="26">
                  <c:v>8.3</c:v>
                </c:pt>
                <c:pt idx="27">
                  <c:v>9.08</c:v>
                </c:pt>
                <c:pt idx="28">
                  <c:v>8.54</c:v>
                </c:pt>
                <c:pt idx="29">
                  <c:v>8.51</c:v>
                </c:pt>
                <c:pt idx="30">
                  <c:v>8.21</c:v>
                </c:pt>
                <c:pt idx="31">
                  <c:v>5.79</c:v>
                </c:pt>
                <c:pt idx="32">
                  <c:v>6.51</c:v>
                </c:pt>
                <c:pt idx="33">
                  <c:v>8.12</c:v>
                </c:pt>
                <c:pt idx="34">
                  <c:v>8.12</c:v>
                </c:pt>
                <c:pt idx="35">
                  <c:v>6.05</c:v>
                </c:pt>
                <c:pt idx="36">
                  <c:v>7.88</c:v>
                </c:pt>
                <c:pt idx="37">
                  <c:v>7.34</c:v>
                </c:pt>
                <c:pt idx="38">
                  <c:v>7.28</c:v>
                </c:pt>
                <c:pt idx="39">
                  <c:v>8.88</c:v>
                </c:pt>
                <c:pt idx="40">
                  <c:v>7.81</c:v>
                </c:pt>
                <c:pt idx="41">
                  <c:v>7.24</c:v>
                </c:pt>
                <c:pt idx="42">
                  <c:v>7.34</c:v>
                </c:pt>
                <c:pt idx="43">
                  <c:v>8.16</c:v>
                </c:pt>
                <c:pt idx="44">
                  <c:v>8.83</c:v>
                </c:pt>
                <c:pt idx="45">
                  <c:v>8.9</c:v>
                </c:pt>
                <c:pt idx="46">
                  <c:v>10.14</c:v>
                </c:pt>
                <c:pt idx="47">
                  <c:v>10.24</c:v>
                </c:pt>
                <c:pt idx="48">
                  <c:v>8.57</c:v>
                </c:pt>
                <c:pt idx="49">
                  <c:v>9.0</c:v>
                </c:pt>
                <c:pt idx="50">
                  <c:v>8.26</c:v>
                </c:pt>
                <c:pt idx="51">
                  <c:v>7.73</c:v>
                </c:pt>
                <c:pt idx="52">
                  <c:v>7.43</c:v>
                </c:pt>
                <c:pt idx="53">
                  <c:v>7.87</c:v>
                </c:pt>
                <c:pt idx="54">
                  <c:v>7.97</c:v>
                </c:pt>
                <c:pt idx="55">
                  <c:v>9.78</c:v>
                </c:pt>
                <c:pt idx="56">
                  <c:v>8.52</c:v>
                </c:pt>
                <c:pt idx="57">
                  <c:v>9.14</c:v>
                </c:pt>
                <c:pt idx="58">
                  <c:v>6.49</c:v>
                </c:pt>
                <c:pt idx="59">
                  <c:v>6.7</c:v>
                </c:pt>
                <c:pt idx="60">
                  <c:v>6.75</c:v>
                </c:pt>
                <c:pt idx="61">
                  <c:v>6.6</c:v>
                </c:pt>
                <c:pt idx="62">
                  <c:v>6.61</c:v>
                </c:pt>
                <c:pt idx="63">
                  <c:v>6.88</c:v>
                </c:pt>
                <c:pt idx="64">
                  <c:v>7.29</c:v>
                </c:pt>
                <c:pt idx="65">
                  <c:v>7.23</c:v>
                </c:pt>
                <c:pt idx="66">
                  <c:v>7.81</c:v>
                </c:pt>
                <c:pt idx="67">
                  <c:v>7.13</c:v>
                </c:pt>
                <c:pt idx="68">
                  <c:v>7.38</c:v>
                </c:pt>
                <c:pt idx="69">
                  <c:v>7.94</c:v>
                </c:pt>
                <c:pt idx="70">
                  <c:v>7.54</c:v>
                </c:pt>
                <c:pt idx="71">
                  <c:v>7.58</c:v>
                </c:pt>
                <c:pt idx="72">
                  <c:v>7.46</c:v>
                </c:pt>
                <c:pt idx="73">
                  <c:v>7.63</c:v>
                </c:pt>
                <c:pt idx="74">
                  <c:v>7.25</c:v>
                </c:pt>
                <c:pt idx="75">
                  <c:v>7.49</c:v>
                </c:pt>
                <c:pt idx="76">
                  <c:v>6.81</c:v>
                </c:pt>
                <c:pt idx="77">
                  <c:v>7.27</c:v>
                </c:pt>
                <c:pt idx="78">
                  <c:v>7.41</c:v>
                </c:pt>
                <c:pt idx="79">
                  <c:v>7.46</c:v>
                </c:pt>
                <c:pt idx="80">
                  <c:v>8.07</c:v>
                </c:pt>
                <c:pt idx="81">
                  <c:v>7.74</c:v>
                </c:pt>
                <c:pt idx="82">
                  <c:v>7.98</c:v>
                </c:pt>
                <c:pt idx="83">
                  <c:v>9.56</c:v>
                </c:pt>
                <c:pt idx="84">
                  <c:v>10.3</c:v>
                </c:pt>
                <c:pt idx="85">
                  <c:v>9.41</c:v>
                </c:pt>
                <c:pt idx="86">
                  <c:v>9.27</c:v>
                </c:pt>
                <c:pt idx="87">
                  <c:v>10.24</c:v>
                </c:pt>
                <c:pt idx="88">
                  <c:v>9.65</c:v>
                </c:pt>
                <c:pt idx="89">
                  <c:v>10.12</c:v>
                </c:pt>
                <c:pt idx="90">
                  <c:v>9.06</c:v>
                </c:pt>
                <c:pt idx="91">
                  <c:v>9.24</c:v>
                </c:pt>
                <c:pt idx="92">
                  <c:v>9.17</c:v>
                </c:pt>
                <c:pt idx="93">
                  <c:v>9.16</c:v>
                </c:pt>
                <c:pt idx="94">
                  <c:v>9.1</c:v>
                </c:pt>
                <c:pt idx="95">
                  <c:v>8.84</c:v>
                </c:pt>
                <c:pt idx="96">
                  <c:v>8.99</c:v>
                </c:pt>
                <c:pt idx="97">
                  <c:v>8.1</c:v>
                </c:pt>
                <c:pt idx="98">
                  <c:v>8.29</c:v>
                </c:pt>
                <c:pt idx="99">
                  <c:v>8.16</c:v>
                </c:pt>
                <c:pt idx="100">
                  <c:v>7.84</c:v>
                </c:pt>
                <c:pt idx="101">
                  <c:v>7.39</c:v>
                </c:pt>
                <c:pt idx="102">
                  <c:v>7.02</c:v>
                </c:pt>
                <c:pt idx="103">
                  <c:v>6.67</c:v>
                </c:pt>
                <c:pt idx="104">
                  <c:v>12.39</c:v>
                </c:pt>
                <c:pt idx="105">
                  <c:v>12.61</c:v>
                </c:pt>
                <c:pt idx="106">
                  <c:v>12.95</c:v>
                </c:pt>
                <c:pt idx="107">
                  <c:v>12.68</c:v>
                </c:pt>
                <c:pt idx="108">
                  <c:v>12.75</c:v>
                </c:pt>
                <c:pt idx="109">
                  <c:v>13.12</c:v>
                </c:pt>
                <c:pt idx="110">
                  <c:v>13.68</c:v>
                </c:pt>
                <c:pt idx="111">
                  <c:v>13.76</c:v>
                </c:pt>
                <c:pt idx="112">
                  <c:v>13.8</c:v>
                </c:pt>
                <c:pt idx="113">
                  <c:v>14.06</c:v>
                </c:pt>
                <c:pt idx="114">
                  <c:v>14.02</c:v>
                </c:pt>
                <c:pt idx="115">
                  <c:v>12.48</c:v>
                </c:pt>
                <c:pt idx="116">
                  <c:v>12.5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Sheet1!$C$2:$C$118</c:f>
              <c:numCache>
                <c:formatCode>General</c:formatCode>
                <c:ptCount val="117"/>
                <c:pt idx="3">
                  <c:v>7.98</c:v>
                </c:pt>
                <c:pt idx="30">
                  <c:v>8.21</c:v>
                </c:pt>
                <c:pt idx="54">
                  <c:v>7.97</c:v>
                </c:pt>
                <c:pt idx="57">
                  <c:v>9.14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Sheet1!$D$2:$D$118</c:f>
              <c:numCache>
                <c:formatCode>General</c:formatCode>
                <c:ptCount val="117"/>
                <c:pt idx="8">
                  <c:v>7.86</c:v>
                </c:pt>
                <c:pt idx="32">
                  <c:v>6.51</c:v>
                </c:pt>
                <c:pt idx="34">
                  <c:v>8.12</c:v>
                </c:pt>
                <c:pt idx="35">
                  <c:v>6.05</c:v>
                </c:pt>
                <c:pt idx="38">
                  <c:v>7.28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Sheet1!$E$2:$E$118</c:f>
              <c:numCache>
                <c:formatCode>General</c:formatCode>
                <c:ptCount val="117"/>
                <c:pt idx="104">
                  <c:v>12.39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POINT Biopharma Global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PNT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03, 2023   ·   Closed Dec 27, 2023   ·   Status: completed   ·   Pre-ann. volume 1.08×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POINT Biopharma Global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POINT Biopharma Global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7828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388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913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71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073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21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86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02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67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34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14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875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POINT and Lilly enter into a confidentiality agreement.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delivers a non-binding written indication of interest…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POINT Board meets to discuss Lilly's proposal and directs…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a proposal for $13.00 upfront plus $7.00…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delivers an updated verbal indication of interest for…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revised proposals with mixed cash/stock…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POINT counters Lilly at $13.00; Lilly maintains $12.50 as…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POINT Board unanimously approves the Merger Agreement at…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67.97% of shares…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POINT becomes a wholly-owned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POINT Biopharma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($6.05→$7.88)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($8.21→$5.79)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($9.14→$6.49)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($8.12→$6.05)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($6.51→$8.12)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($7.86→$6.03)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2022-10-28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($7.97→$9.78)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($7.28→$8.88)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452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POINT Biopharma Global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Lantheus and POINT Biopharma Announce FDA Grants Fast Track Designation for 177Lu-PNT2002 for the Treatment…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Lantheus and POINT Biopharma Announce FDA Grants Fast Track Designation for ¹⁷⁷Lu-PNT2002 for the Treatment…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Lantheus and POINT Biopharma Announce FDA Grants Fast Track Designation for ¹⁷⁷Lu-PNT2002 for the Treatment…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POINT Biopharma Reports First Quarter 2023 Financial Results and Provides Business Highlights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POINT Biopharma Expands Its Research with Next-Generation Isotopes, Publishing New Preclinical Data at…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POINT Biopharma Reports Second Quarter 2023 Financial Results and Provides Business Highlights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POINT Biopharma Reports Third Quarter 2023 Financial Results and Provides Business Highlights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POINT Biopharma Reports Third Quarter 2023 Financial Results and Provides Business Highlights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Lantheus and POINT Biopharma Announce Positive Topline Results from Pivotal SPLASH Trial in Metastatic…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