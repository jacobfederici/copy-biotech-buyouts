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5.55</c:v>
                </c:pt>
                <c:pt idx="1">
                  <c:v>5.63</c:v>
                </c:pt>
                <c:pt idx="2">
                  <c:v>5.56</c:v>
                </c:pt>
                <c:pt idx="3">
                  <c:v>5.29</c:v>
                </c:pt>
                <c:pt idx="4">
                  <c:v>5.07</c:v>
                </c:pt>
                <c:pt idx="5">
                  <c:v>4.99</c:v>
                </c:pt>
                <c:pt idx="6">
                  <c:v>5.22</c:v>
                </c:pt>
                <c:pt idx="7">
                  <c:v>5.45</c:v>
                </c:pt>
                <c:pt idx="8">
                  <c:v>5.35</c:v>
                </c:pt>
                <c:pt idx="9">
                  <c:v>5.3</c:v>
                </c:pt>
                <c:pt idx="10">
                  <c:v>5.26</c:v>
                </c:pt>
                <c:pt idx="11">
                  <c:v>5.37</c:v>
                </c:pt>
                <c:pt idx="12">
                  <c:v>5.47</c:v>
                </c:pt>
                <c:pt idx="13">
                  <c:v>5.05</c:v>
                </c:pt>
                <c:pt idx="14">
                  <c:v>5.43</c:v>
                </c:pt>
                <c:pt idx="15">
                  <c:v>5.44</c:v>
                </c:pt>
                <c:pt idx="16">
                  <c:v>6.16</c:v>
                </c:pt>
                <c:pt idx="17">
                  <c:v>7.08</c:v>
                </c:pt>
                <c:pt idx="18">
                  <c:v>6.63</c:v>
                </c:pt>
                <c:pt idx="19">
                  <c:v>6.79</c:v>
                </c:pt>
                <c:pt idx="20">
                  <c:v>6.82</c:v>
                </c:pt>
                <c:pt idx="21">
                  <c:v>7.18</c:v>
                </c:pt>
                <c:pt idx="22">
                  <c:v>9.65</c:v>
                </c:pt>
                <c:pt idx="23">
                  <c:v>9.38</c:v>
                </c:pt>
                <c:pt idx="24">
                  <c:v>11.27</c:v>
                </c:pt>
                <c:pt idx="25">
                  <c:v>14.0</c:v>
                </c:pt>
                <c:pt idx="26">
                  <c:v>13.11</c:v>
                </c:pt>
                <c:pt idx="27">
                  <c:v>16.29</c:v>
                </c:pt>
                <c:pt idx="28">
                  <c:v>16.51</c:v>
                </c:pt>
                <c:pt idx="29">
                  <c:v>18.69</c:v>
                </c:pt>
                <c:pt idx="30">
                  <c:v>17.62</c:v>
                </c:pt>
                <c:pt idx="31">
                  <c:v>14.7</c:v>
                </c:pt>
                <c:pt idx="32">
                  <c:v>16.23</c:v>
                </c:pt>
                <c:pt idx="33">
                  <c:v>16.26</c:v>
                </c:pt>
                <c:pt idx="34">
                  <c:v>14.46</c:v>
                </c:pt>
                <c:pt idx="35">
                  <c:v>14.37</c:v>
                </c:pt>
                <c:pt idx="36">
                  <c:v>15.13</c:v>
                </c:pt>
                <c:pt idx="37">
                  <c:v>14.71</c:v>
                </c:pt>
                <c:pt idx="38">
                  <c:v>17.15</c:v>
                </c:pt>
                <c:pt idx="39">
                  <c:v>12.28</c:v>
                </c:pt>
                <c:pt idx="40">
                  <c:v>11.6</c:v>
                </c:pt>
                <c:pt idx="41">
                  <c:v>12.22</c:v>
                </c:pt>
                <c:pt idx="42">
                  <c:v>12.1</c:v>
                </c:pt>
                <c:pt idx="43">
                  <c:v>11.98</c:v>
                </c:pt>
                <c:pt idx="44">
                  <c:v>11.91</c:v>
                </c:pt>
                <c:pt idx="45">
                  <c:v>12.0</c:v>
                </c:pt>
                <c:pt idx="46">
                  <c:v>12.08</c:v>
                </c:pt>
                <c:pt idx="47">
                  <c:v>11.4</c:v>
                </c:pt>
                <c:pt idx="48">
                  <c:v>12.47</c:v>
                </c:pt>
                <c:pt idx="49">
                  <c:v>11.59</c:v>
                </c:pt>
                <c:pt idx="50">
                  <c:v>12.53</c:v>
                </c:pt>
                <c:pt idx="51">
                  <c:v>11.48</c:v>
                </c:pt>
                <c:pt idx="52">
                  <c:v>11.21</c:v>
                </c:pt>
                <c:pt idx="53">
                  <c:v>12.24</c:v>
                </c:pt>
                <c:pt idx="54">
                  <c:v>13.74</c:v>
                </c:pt>
                <c:pt idx="55">
                  <c:v>14.31</c:v>
                </c:pt>
                <c:pt idx="56">
                  <c:v>13.82</c:v>
                </c:pt>
                <c:pt idx="57">
                  <c:v>13.74</c:v>
                </c:pt>
                <c:pt idx="58">
                  <c:v>13.73</c:v>
                </c:pt>
                <c:pt idx="59">
                  <c:v>12.95</c:v>
                </c:pt>
                <c:pt idx="60">
                  <c:v>14.16</c:v>
                </c:pt>
                <c:pt idx="61">
                  <c:v>14.5</c:v>
                </c:pt>
                <c:pt idx="62">
                  <c:v>14.45</c:v>
                </c:pt>
                <c:pt idx="63">
                  <c:v>14.48</c:v>
                </c:pt>
                <c:pt idx="64">
                  <c:v>14.74</c:v>
                </c:pt>
                <c:pt idx="65">
                  <c:v>15.48</c:v>
                </c:pt>
                <c:pt idx="66">
                  <c:v>11.14</c:v>
                </c:pt>
                <c:pt idx="67">
                  <c:v>10.41</c:v>
                </c:pt>
                <c:pt idx="68">
                  <c:v>11.92</c:v>
                </c:pt>
                <c:pt idx="69">
                  <c:v>10.54</c:v>
                </c:pt>
                <c:pt idx="70">
                  <c:v>9.43</c:v>
                </c:pt>
                <c:pt idx="71">
                  <c:v>8.28</c:v>
                </c:pt>
                <c:pt idx="72">
                  <c:v>8.0</c:v>
                </c:pt>
                <c:pt idx="73">
                  <c:v>8.17</c:v>
                </c:pt>
                <c:pt idx="74">
                  <c:v>6.89</c:v>
                </c:pt>
                <c:pt idx="75">
                  <c:v>6.16</c:v>
                </c:pt>
                <c:pt idx="76">
                  <c:v>6.25</c:v>
                </c:pt>
                <c:pt idx="77">
                  <c:v>5.97</c:v>
                </c:pt>
                <c:pt idx="78">
                  <c:v>6.03</c:v>
                </c:pt>
                <c:pt idx="79">
                  <c:v>6.24</c:v>
                </c:pt>
                <c:pt idx="80">
                  <c:v>5.72</c:v>
                </c:pt>
                <c:pt idx="81">
                  <c:v>5.56</c:v>
                </c:pt>
                <c:pt idx="82">
                  <c:v>5.16</c:v>
                </c:pt>
                <c:pt idx="83">
                  <c:v>4.67</c:v>
                </c:pt>
                <c:pt idx="84">
                  <c:v>5.0</c:v>
                </c:pt>
                <c:pt idx="85">
                  <c:v>4.81</c:v>
                </c:pt>
                <c:pt idx="86">
                  <c:v>4.54</c:v>
                </c:pt>
                <c:pt idx="87">
                  <c:v>4.83</c:v>
                </c:pt>
                <c:pt idx="88">
                  <c:v>4.69</c:v>
                </c:pt>
                <c:pt idx="89">
                  <c:v>4.1</c:v>
                </c:pt>
                <c:pt idx="90">
                  <c:v>4.41</c:v>
                </c:pt>
                <c:pt idx="91">
                  <c:v>3.89</c:v>
                </c:pt>
                <c:pt idx="92">
                  <c:v>4.1</c:v>
                </c:pt>
                <c:pt idx="93">
                  <c:v>4.32</c:v>
                </c:pt>
                <c:pt idx="94">
                  <c:v>4.6</c:v>
                </c:pt>
                <c:pt idx="95">
                  <c:v>5.27</c:v>
                </c:pt>
                <c:pt idx="96">
                  <c:v>4.71</c:v>
                </c:pt>
                <c:pt idx="97">
                  <c:v>4.41</c:v>
                </c:pt>
                <c:pt idx="98">
                  <c:v>4.7</c:v>
                </c:pt>
                <c:pt idx="99">
                  <c:v>4.3</c:v>
                </c:pt>
                <c:pt idx="100">
                  <c:v>4.36</c:v>
                </c:pt>
                <c:pt idx="101">
                  <c:v>4.31</c:v>
                </c:pt>
                <c:pt idx="102">
                  <c:v>4.77</c:v>
                </c:pt>
                <c:pt idx="103">
                  <c:v>4.53</c:v>
                </c:pt>
                <c:pt idx="104">
                  <c:v>8.51</c:v>
                </c:pt>
                <c:pt idx="105">
                  <c:v>8.52</c:v>
                </c:pt>
                <c:pt idx="106">
                  <c:v>8.53</c:v>
                </c:pt>
                <c:pt idx="107">
                  <c:v>8.55</c:v>
                </c:pt>
                <c:pt idx="108">
                  <c:v>8.58</c:v>
                </c:pt>
                <c:pt idx="109">
                  <c:v>8.59</c:v>
                </c:pt>
                <c:pt idx="110">
                  <c:v>8.61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1">
                  <c:v>7.18</c:v>
                </c:pt>
                <c:pt idx="23">
                  <c:v>9.38</c:v>
                </c:pt>
                <c:pt idx="24">
                  <c:v>11.27</c:v>
                </c:pt>
                <c:pt idx="26">
                  <c:v>13.11</c:v>
                </c:pt>
                <c:pt idx="38">
                  <c:v>17.15</c:v>
                </c:pt>
                <c:pt idx="65">
                  <c:v>15.48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8.51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Y-mAbs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YMAB  ·  acquired by SERB Pharmaceuticals (Stark International Lux)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05, 2025   ·   Closed Sep 16, 2025   ·   Status: completed   ·   Pre-ann. volume 0.87×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Y-mAbs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Y-mAbs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8602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162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77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147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46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31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225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21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65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713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39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26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49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437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7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116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92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228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announces business realignment into two units…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enters into a confidentiality agreement with SERB.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delivers a non-binding proposal for Danyelza assets…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delivers a non-binding proposal for Danyelza assets at…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Board initiates a formal strategic review process…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submits a revised proposal for Danyelza assets at…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concludes an asset sale is inefficient and directs…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proposes a whole-company acquisition at $7.80 per…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counters at $9.00 per share in cash with no DAP.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increases offer to $8.55 per share in cash, no DAP…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counters at $8.80 per share and rejects contract…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maintains $8.55 per share but drops contract amendment…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SERB delivers 'best and final' offer of $8.60 per share.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Y-mAbs Board unanimously approves the Merger Agreement.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87.22% of shares tendered.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Y-mAbs becomes a wholly owned subsidiary…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Y-mAbs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($7.18→$9.65)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($17.15→$12.28)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($15.48→$11.14)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($13.11→$16.29)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($11.27→$14)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($9.38→$11.27)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Y-mAbs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Reports Fourth Quarter 2024 Financial Results and Recent Corporate Developments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Announces First Patient Dosed in Phase 1 Clinical Trial Evaluating CD38-SADA Pre-targeted…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to Announce First Quarter 2025 Financial and Operating Results on May 13,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Reports First Quarter 2025 Financial Results and Recent Corporate Developments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Therapeutics, Inc. (YMAB) Unveils Promising Cancer Trial Data at ANR 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Therapeutics announces results of annual shareholder meeting votes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to Announce Second Quarter 2025 Financial and Operating Results on August 8, 2025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Y-mAbs Reports Second Quarter 2025 Financial Results and Recent Corporate Developments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Continues To Investigate Merger of DNOW, TASK, SQCF,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