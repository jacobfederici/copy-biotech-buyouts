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19.01</c:v>
                </c:pt>
                <c:pt idx="1">
                  <c:v>16.42</c:v>
                </c:pt>
                <c:pt idx="2">
                  <c:v>19.31</c:v>
                </c:pt>
                <c:pt idx="3">
                  <c:v>19.01</c:v>
                </c:pt>
                <c:pt idx="4">
                  <c:v>17.22</c:v>
                </c:pt>
                <c:pt idx="5">
                  <c:v>17.72</c:v>
                </c:pt>
                <c:pt idx="6">
                  <c:v>18.31</c:v>
                </c:pt>
                <c:pt idx="7">
                  <c:v>20.0</c:v>
                </c:pt>
                <c:pt idx="8">
                  <c:v>21.2</c:v>
                </c:pt>
                <c:pt idx="9">
                  <c:v>21.0</c:v>
                </c:pt>
                <c:pt idx="10">
                  <c:v>26.08</c:v>
                </c:pt>
                <c:pt idx="11">
                  <c:v>34.93</c:v>
                </c:pt>
                <c:pt idx="12">
                  <c:v>30.75</c:v>
                </c:pt>
                <c:pt idx="13">
                  <c:v>33.14</c:v>
                </c:pt>
                <c:pt idx="14">
                  <c:v>40.51</c:v>
                </c:pt>
                <c:pt idx="15">
                  <c:v>39.41</c:v>
                </c:pt>
                <c:pt idx="16">
                  <c:v>36.82</c:v>
                </c:pt>
                <c:pt idx="17">
                  <c:v>27.87</c:v>
                </c:pt>
                <c:pt idx="18">
                  <c:v>28.86</c:v>
                </c:pt>
                <c:pt idx="19">
                  <c:v>31.55</c:v>
                </c:pt>
                <c:pt idx="20">
                  <c:v>29.76</c:v>
                </c:pt>
                <c:pt idx="21">
                  <c:v>36.43</c:v>
                </c:pt>
                <c:pt idx="22">
                  <c:v>30.55</c:v>
                </c:pt>
                <c:pt idx="23">
                  <c:v>31.65</c:v>
                </c:pt>
                <c:pt idx="24">
                  <c:v>32.45</c:v>
                </c:pt>
                <c:pt idx="25">
                  <c:v>27.27</c:v>
                </c:pt>
                <c:pt idx="26">
                  <c:v>27.37</c:v>
                </c:pt>
                <c:pt idx="27">
                  <c:v>28.07</c:v>
                </c:pt>
                <c:pt idx="28">
                  <c:v>21.5</c:v>
                </c:pt>
                <c:pt idx="29">
                  <c:v>27.17</c:v>
                </c:pt>
                <c:pt idx="30">
                  <c:v>28.66</c:v>
                </c:pt>
                <c:pt idx="31">
                  <c:v>34.93</c:v>
                </c:pt>
                <c:pt idx="32">
                  <c:v>29.56</c:v>
                </c:pt>
                <c:pt idx="33">
                  <c:v>23.39</c:v>
                </c:pt>
                <c:pt idx="34">
                  <c:v>24.88</c:v>
                </c:pt>
                <c:pt idx="35">
                  <c:v>26.37</c:v>
                </c:pt>
                <c:pt idx="36">
                  <c:v>26.27</c:v>
                </c:pt>
                <c:pt idx="37">
                  <c:v>21.7</c:v>
                </c:pt>
                <c:pt idx="38">
                  <c:v>25.88</c:v>
                </c:pt>
                <c:pt idx="39">
                  <c:v>27.67</c:v>
                </c:pt>
                <c:pt idx="40">
                  <c:v>24.18</c:v>
                </c:pt>
                <c:pt idx="41">
                  <c:v>24.68</c:v>
                </c:pt>
                <c:pt idx="42">
                  <c:v>23.79</c:v>
                </c:pt>
                <c:pt idx="43">
                  <c:v>22.49</c:v>
                </c:pt>
                <c:pt idx="44">
                  <c:v>21.3</c:v>
                </c:pt>
                <c:pt idx="45">
                  <c:v>21.99</c:v>
                </c:pt>
                <c:pt idx="46">
                  <c:v>22.49</c:v>
                </c:pt>
                <c:pt idx="47">
                  <c:v>15.33</c:v>
                </c:pt>
                <c:pt idx="48">
                  <c:v>13.63</c:v>
                </c:pt>
                <c:pt idx="49">
                  <c:v>15.13</c:v>
                </c:pt>
                <c:pt idx="50">
                  <c:v>12.94</c:v>
                </c:pt>
                <c:pt idx="51">
                  <c:v>11.54</c:v>
                </c:pt>
                <c:pt idx="52">
                  <c:v>11.84</c:v>
                </c:pt>
                <c:pt idx="53">
                  <c:v>10.65</c:v>
                </c:pt>
                <c:pt idx="54">
                  <c:v>11.45</c:v>
                </c:pt>
                <c:pt idx="55">
                  <c:v>9.26</c:v>
                </c:pt>
                <c:pt idx="56">
                  <c:v>9.45</c:v>
                </c:pt>
                <c:pt idx="57">
                  <c:v>9.36</c:v>
                </c:pt>
                <c:pt idx="58">
                  <c:v>7.76</c:v>
                </c:pt>
                <c:pt idx="59">
                  <c:v>7.56</c:v>
                </c:pt>
                <c:pt idx="60">
                  <c:v>6.77</c:v>
                </c:pt>
                <c:pt idx="61">
                  <c:v>6.07</c:v>
                </c:pt>
                <c:pt idx="62">
                  <c:v>5.77</c:v>
                </c:pt>
                <c:pt idx="63">
                  <c:v>5.27</c:v>
                </c:pt>
                <c:pt idx="64">
                  <c:v>4.78</c:v>
                </c:pt>
                <c:pt idx="65">
                  <c:v>4.98</c:v>
                </c:pt>
                <c:pt idx="66">
                  <c:v>4.28</c:v>
                </c:pt>
                <c:pt idx="67">
                  <c:v>3.68</c:v>
                </c:pt>
                <c:pt idx="68">
                  <c:v>3.88</c:v>
                </c:pt>
                <c:pt idx="69">
                  <c:v>3.88</c:v>
                </c:pt>
                <c:pt idx="70">
                  <c:v>4.28</c:v>
                </c:pt>
                <c:pt idx="71">
                  <c:v>4.38</c:v>
                </c:pt>
                <c:pt idx="72">
                  <c:v>3.58</c:v>
                </c:pt>
                <c:pt idx="73">
                  <c:v>3.78</c:v>
                </c:pt>
                <c:pt idx="74">
                  <c:v>3.68</c:v>
                </c:pt>
                <c:pt idx="75">
                  <c:v>3.78</c:v>
                </c:pt>
                <c:pt idx="76">
                  <c:v>4.38</c:v>
                </c:pt>
                <c:pt idx="77">
                  <c:v>3.68</c:v>
                </c:pt>
                <c:pt idx="78">
                  <c:v>3.78</c:v>
                </c:pt>
                <c:pt idx="79">
                  <c:v>2.99</c:v>
                </c:pt>
                <c:pt idx="80">
                  <c:v>3.38</c:v>
                </c:pt>
                <c:pt idx="81">
                  <c:v>3.88</c:v>
                </c:pt>
                <c:pt idx="82">
                  <c:v>4.08</c:v>
                </c:pt>
                <c:pt idx="83">
                  <c:v>45.88</c:v>
                </c:pt>
                <c:pt idx="84">
                  <c:v>4.21</c:v>
                </c:pt>
                <c:pt idx="85">
                  <c:v>4.1</c:v>
                </c:pt>
                <c:pt idx="86">
                  <c:v>6.29</c:v>
                </c:pt>
                <c:pt idx="87">
                  <c:v>6.45</c:v>
                </c:pt>
                <c:pt idx="88">
                  <c:v>6.0</c:v>
                </c:pt>
                <c:pt idx="89">
                  <c:v>5.99</c:v>
                </c:pt>
                <c:pt idx="90">
                  <c:v>5.93</c:v>
                </c:pt>
                <c:pt idx="91">
                  <c:v>5.75</c:v>
                </c:pt>
                <c:pt idx="92">
                  <c:v>6.0</c:v>
                </c:pt>
                <c:pt idx="93">
                  <c:v>6.34</c:v>
                </c:pt>
                <c:pt idx="94">
                  <c:v>6.11</c:v>
                </c:pt>
                <c:pt idx="95">
                  <c:v>6.18</c:v>
                </c:pt>
                <c:pt idx="96">
                  <c:v>6.1</c:v>
                </c:pt>
                <c:pt idx="97">
                  <c:v>5.51</c:v>
                </c:pt>
                <c:pt idx="98">
                  <c:v>5.11</c:v>
                </c:pt>
                <c:pt idx="99">
                  <c:v>5.42</c:v>
                </c:pt>
                <c:pt idx="100">
                  <c:v>5.01</c:v>
                </c:pt>
                <c:pt idx="101">
                  <c:v>5.33</c:v>
                </c:pt>
                <c:pt idx="102">
                  <c:v>5.33</c:v>
                </c:pt>
                <c:pt idx="103">
                  <c:v>5.43</c:v>
                </c:pt>
                <c:pt idx="104">
                  <c:v>5.54</c:v>
                </c:pt>
                <c:pt idx="105">
                  <c:v>5.6</c:v>
                </c:pt>
                <c:pt idx="106">
                  <c:v>5.45</c:v>
                </c:pt>
                <c:pt idx="107">
                  <c:v>5.48</c:v>
                </c:pt>
                <c:pt idx="108">
                  <c:v>5.62</c:v>
                </c:pt>
                <c:pt idx="109">
                  <c:v>5.68</c:v>
                </c:pt>
                <c:pt idx="110">
                  <c:v>5.59</c:v>
                </c:pt>
                <c:pt idx="111">
                  <c:v>5.34</c:v>
                </c:pt>
                <c:pt idx="112">
                  <c:v>5.34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85">
                  <c:v>4.1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9">
                  <c:v>21.0</c:v>
                </c:pt>
                <c:pt idx="10">
                  <c:v>26.08</c:v>
                </c:pt>
                <c:pt idx="13">
                  <c:v>33.14</c:v>
                </c:pt>
                <c:pt idx="16">
                  <c:v>36.82</c:v>
                </c:pt>
                <c:pt idx="20">
                  <c:v>29.76</c:v>
                </c:pt>
                <c:pt idx="27">
                  <c:v>28.07</c:v>
                </c:pt>
                <c:pt idx="28">
                  <c:v>21.5</c:v>
                </c:pt>
                <c:pt idx="30">
                  <c:v>28.66</c:v>
                </c:pt>
                <c:pt idx="46">
                  <c:v>22.49</c:v>
                </c:pt>
                <c:pt idx="78">
                  <c:v>3.78</c:v>
                </c:pt>
                <c:pt idx="82">
                  <c:v>4.08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Generation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GBIO  ·  acquired by XOMA Royalty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$4.2913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15, 2025   ·   Closed Feb 09, 2026   ·   Status: completed   ·   Pre-ann. volume 0.64×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Generation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Generation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5483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4043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887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94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0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16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90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791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996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291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862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Generation Bio announces evaluation of strategic…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unsolicited proposal for $82 million…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proposal for $70 million upfront cash.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Generation Bio enters mutual nondisclosure agreement with…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delivers initial non-binding proposal at a $2.5…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Generation Bio enters exclusivity with XOMA based on the…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submits unsolicited updated proposal with $0 spread…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improves offer to a $1.25 million fee (spread) to net…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Merger Agreement; parties…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commences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70% of shares…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Generation Bio becomes a wholly-owned…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Generation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13 unexplained pre-announcement move weeks (of 13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2025-07-25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+1036%  ($0.41→$4.61)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2025-08-15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+53%  ($4.1→$6.29)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($2.62→$3.51)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-32%  ($2.26→$1.54)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($2.16→$2.73)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($3.7→$2.8)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($2.11→$2.62)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654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($2.82→$2.16)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Generation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 Announces Breakthrough in its Non-Viral Genetic Medicine Platform with Novel “Immune-Quiet”…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 Announces Breakthrough in its Non-Viral Genetic Medicine Platform with Novel “Immune-Quiet”…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 Reports Business Highlights and Third Quarter 2023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 Reports Business Highlights and Third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 Reports Business Highlights and Fourth Quarter and Full Year 2024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Bio’s SWOT analysis: ctLNP tech stock faces pivotal moment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Generation Bio and XOMA Royalty Announce Merger Agreement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Weekly Buzz: CYTK Scores First FDA Approval, INSM Ends Rhinosinusitis Study, XOMA Acquires GBIO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Weekly Buzz: ScinoPharm Gets FDA Nod; GNLX's Olvi-Vec Shows Promise; GLUE's MRT-8102 Advances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