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Sheet1!$A$2:$A$102</c:f>
              <c:strCache>
                <c:ptCount val="101"/>
                <c:pt idx="0">
                  <c:v>Dec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Feb '21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Apr '21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Jun '21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Aug '21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Oct '21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Dec '21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Mar '22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May '22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Jul '22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Nov '22</c:v>
                </c:pt>
                <c:pt idx="100">
                  <c:v/>
                </c:pt>
              </c:strCache>
            </c:strRef>
          </c:cat>
          <c:val>
            <c:numRef>
              <c:f>Sheet1!$B$2:$B$102</c:f>
              <c:numCache>
                <c:formatCode>General</c:formatCode>
                <c:ptCount val="101"/>
                <c:pt idx="0">
                  <c:v>23.55</c:v>
                </c:pt>
                <c:pt idx="1">
                  <c:v>20.09</c:v>
                </c:pt>
                <c:pt idx="2">
                  <c:v>18.24</c:v>
                </c:pt>
                <c:pt idx="3">
                  <c:v>20.36</c:v>
                </c:pt>
                <c:pt idx="4">
                  <c:v>24.84</c:v>
                </c:pt>
                <c:pt idx="5">
                  <c:v>24.75</c:v>
                </c:pt>
                <c:pt idx="6">
                  <c:v>30.07</c:v>
                </c:pt>
                <c:pt idx="7">
                  <c:v>28.6</c:v>
                </c:pt>
                <c:pt idx="8">
                  <c:v>27.45</c:v>
                </c:pt>
                <c:pt idx="9">
                  <c:v>22.26</c:v>
                </c:pt>
                <c:pt idx="10">
                  <c:v>19.61</c:v>
                </c:pt>
                <c:pt idx="11">
                  <c:v>17.77</c:v>
                </c:pt>
                <c:pt idx="12">
                  <c:v>18.64</c:v>
                </c:pt>
                <c:pt idx="13">
                  <c:v>17.86</c:v>
                </c:pt>
                <c:pt idx="14">
                  <c:v>16.21</c:v>
                </c:pt>
                <c:pt idx="15">
                  <c:v>15.65</c:v>
                </c:pt>
                <c:pt idx="16">
                  <c:v>13.65</c:v>
                </c:pt>
                <c:pt idx="17">
                  <c:v>12.44</c:v>
                </c:pt>
                <c:pt idx="18">
                  <c:v>13.54</c:v>
                </c:pt>
                <c:pt idx="19">
                  <c:v>13.87</c:v>
                </c:pt>
                <c:pt idx="20">
                  <c:v>12.61</c:v>
                </c:pt>
                <c:pt idx="21">
                  <c:v>9.79</c:v>
                </c:pt>
                <c:pt idx="22">
                  <c:v>9.32</c:v>
                </c:pt>
                <c:pt idx="23">
                  <c:v>7.94</c:v>
                </c:pt>
                <c:pt idx="24">
                  <c:v>8.29</c:v>
                </c:pt>
                <c:pt idx="25">
                  <c:v>10.0</c:v>
                </c:pt>
                <c:pt idx="26">
                  <c:v>11.4</c:v>
                </c:pt>
                <c:pt idx="27">
                  <c:v>14.04</c:v>
                </c:pt>
                <c:pt idx="28">
                  <c:v>11.65</c:v>
                </c:pt>
                <c:pt idx="29">
                  <c:v>11.14</c:v>
                </c:pt>
                <c:pt idx="30">
                  <c:v>9.27</c:v>
                </c:pt>
                <c:pt idx="31">
                  <c:v>9.18</c:v>
                </c:pt>
                <c:pt idx="32">
                  <c:v>9.94</c:v>
                </c:pt>
                <c:pt idx="33">
                  <c:v>9.83</c:v>
                </c:pt>
                <c:pt idx="34">
                  <c:v>7.55</c:v>
                </c:pt>
                <c:pt idx="35">
                  <c:v>6.63</c:v>
                </c:pt>
                <c:pt idx="36">
                  <c:v>6.94</c:v>
                </c:pt>
                <c:pt idx="37">
                  <c:v>7.24</c:v>
                </c:pt>
                <c:pt idx="38">
                  <c:v>6.8</c:v>
                </c:pt>
                <c:pt idx="39">
                  <c:v>6.54</c:v>
                </c:pt>
                <c:pt idx="40">
                  <c:v>6.02</c:v>
                </c:pt>
                <c:pt idx="41">
                  <c:v>5.35</c:v>
                </c:pt>
                <c:pt idx="42">
                  <c:v>5.01</c:v>
                </c:pt>
                <c:pt idx="43">
                  <c:v>5.04</c:v>
                </c:pt>
                <c:pt idx="44">
                  <c:v>5.2</c:v>
                </c:pt>
                <c:pt idx="45">
                  <c:v>5.1</c:v>
                </c:pt>
                <c:pt idx="46">
                  <c:v>4.93</c:v>
                </c:pt>
                <c:pt idx="47">
                  <c:v>5.41</c:v>
                </c:pt>
                <c:pt idx="48">
                  <c:v>4.25</c:v>
                </c:pt>
                <c:pt idx="49">
                  <c:v>3.92</c:v>
                </c:pt>
                <c:pt idx="50">
                  <c:v>3.28</c:v>
                </c:pt>
                <c:pt idx="51">
                  <c:v>3.58</c:v>
                </c:pt>
                <c:pt idx="52">
                  <c:v>3.23</c:v>
                </c:pt>
                <c:pt idx="53">
                  <c:v>3.58</c:v>
                </c:pt>
                <c:pt idx="54">
                  <c:v>3.11</c:v>
                </c:pt>
                <c:pt idx="55">
                  <c:v>2.76</c:v>
                </c:pt>
                <c:pt idx="56">
                  <c:v>2.53</c:v>
                </c:pt>
                <c:pt idx="57">
                  <c:v>2.47</c:v>
                </c:pt>
                <c:pt idx="58">
                  <c:v>2.31</c:v>
                </c:pt>
                <c:pt idx="59">
                  <c:v>2.35</c:v>
                </c:pt>
                <c:pt idx="60">
                  <c:v>2.26</c:v>
                </c:pt>
                <c:pt idx="61">
                  <c:v>2.17</c:v>
                </c:pt>
                <c:pt idx="62">
                  <c:v>2.27</c:v>
                </c:pt>
                <c:pt idx="63">
                  <c:v>1.9</c:v>
                </c:pt>
                <c:pt idx="64">
                  <c:v>1.88</c:v>
                </c:pt>
                <c:pt idx="65">
                  <c:v>2.18</c:v>
                </c:pt>
                <c:pt idx="66">
                  <c:v>2.32</c:v>
                </c:pt>
                <c:pt idx="67">
                  <c:v>2.28</c:v>
                </c:pt>
                <c:pt idx="68">
                  <c:v>2.1</c:v>
                </c:pt>
                <c:pt idx="69">
                  <c:v>2.02</c:v>
                </c:pt>
                <c:pt idx="70">
                  <c:v>1.73</c:v>
                </c:pt>
                <c:pt idx="71">
                  <c:v>1.7</c:v>
                </c:pt>
                <c:pt idx="72">
                  <c:v>1.61</c:v>
                </c:pt>
                <c:pt idx="73">
                  <c:v>1.54</c:v>
                </c:pt>
                <c:pt idx="74">
                  <c:v>1.64</c:v>
                </c:pt>
                <c:pt idx="75">
                  <c:v>1.8</c:v>
                </c:pt>
                <c:pt idx="76">
                  <c:v>1.79</c:v>
                </c:pt>
                <c:pt idx="77">
                  <c:v>1.8</c:v>
                </c:pt>
                <c:pt idx="78">
                  <c:v>1.87</c:v>
                </c:pt>
                <c:pt idx="79">
                  <c:v>1.95</c:v>
                </c:pt>
                <c:pt idx="80">
                  <c:v>1.63</c:v>
                </c:pt>
                <c:pt idx="81">
                  <c:v>1.63</c:v>
                </c:pt>
                <c:pt idx="82">
                  <c:v>1.49</c:v>
                </c:pt>
                <c:pt idx="83">
                  <c:v>1.57</c:v>
                </c:pt>
                <c:pt idx="84">
                  <c:v>1.5</c:v>
                </c:pt>
                <c:pt idx="85">
                  <c:v>1.79</c:v>
                </c:pt>
                <c:pt idx="86">
                  <c:v>1.69</c:v>
                </c:pt>
                <c:pt idx="87">
                  <c:v>1.45</c:v>
                </c:pt>
                <c:pt idx="88">
                  <c:v>1.27</c:v>
                </c:pt>
                <c:pt idx="89">
                  <c:v>1.21</c:v>
                </c:pt>
                <c:pt idx="90">
                  <c:v>1.29</c:v>
                </c:pt>
                <c:pt idx="91">
                  <c:v>0.99</c:v>
                </c:pt>
                <c:pt idx="92">
                  <c:v>0.83</c:v>
                </c:pt>
                <c:pt idx="93">
                  <c:v>0.73</c:v>
                </c:pt>
                <c:pt idx="94">
                  <c:v>0.76</c:v>
                </c:pt>
                <c:pt idx="95">
                  <c:v>0.69</c:v>
                </c:pt>
                <c:pt idx="96">
                  <c:v>0.77</c:v>
                </c:pt>
                <c:pt idx="97">
                  <c:v>0.72</c:v>
                </c:pt>
                <c:pt idx="98">
                  <c:v>0.69</c:v>
                </c:pt>
                <c:pt idx="99">
                  <c:v>0.83</c:v>
                </c:pt>
                <c:pt idx="100">
                  <c:v>0.75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Sheet1!$A$2:$A$102</c:f>
              <c:strCache>
                <c:ptCount val="101"/>
                <c:pt idx="0">
                  <c:v>Dec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Feb '21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Apr '21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Jun '21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Aug '21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Oct '21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Dec '21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Mar '22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May '22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Jul '22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Nov '22</c:v>
                </c:pt>
                <c:pt idx="100">
                  <c:v/>
                </c:pt>
              </c:strCache>
            </c:strRef>
          </c:cat>
          <c:val>
            <c:numRef>
              <c:f>Sheet1!$C$2:$C$102</c:f>
              <c:numCache>
                <c:formatCode>General</c:formatCode>
                <c:ptCount val="101"/>
                <c:pt idx="20">
                  <c:v>12.61</c:v>
                </c:pt>
                <c:pt idx="24">
                  <c:v>8.29</c:v>
                </c:pt>
                <c:pt idx="33">
                  <c:v>9.83</c:v>
                </c:pt>
                <c:pt idx="47">
                  <c:v>5.41</c:v>
                </c:pt>
                <c:pt idx="90">
                  <c:v>1.29</c:v>
                </c:pt>
                <c:pt idx="98">
                  <c:v>0.69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Sheet1!$A$2:$A$102</c:f>
              <c:strCache>
                <c:ptCount val="101"/>
                <c:pt idx="0">
                  <c:v>Dec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Feb '21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Apr '21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>Jun '21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Aug '21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Oct '21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Dec '21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>Mar '22</c:v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May '22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>Jul '22</c:v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Nov '22</c:v>
                </c:pt>
                <c:pt idx="100">
                  <c:v/>
                </c:pt>
              </c:strCache>
            </c:strRef>
          </c:cat>
          <c:val>
            <c:numRef>
              <c:f>Sheet1!$D$2:$D$102</c:f>
              <c:numCache>
                <c:formatCode>General</c:formatCode>
                <c:ptCount val="101"/>
                <c:pt idx="3">
                  <c:v>20.36</c:v>
                </c:pt>
                <c:pt idx="5">
                  <c:v>24.75</c:v>
                </c:pt>
                <c:pt idx="26">
                  <c:v>11.4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LogicBio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LOGC  ·  acquired by AstraZeneca PLC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$2.07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71%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-56%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Oct 03, 2022   ·   Closed Nov 16, 2022   ·   Status: completed   ·   Pre-ann. volume 1.96×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LogicBio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LogicBio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336341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421941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084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365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946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8721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221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075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731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310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6571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545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8147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8548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3964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Oct 2021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Nov 2022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08, 2021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(Alexion) contacts LogicBio to express interest in…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20, 2021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LogicBio and Parent enter into a mutual confidentiality…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02, 2022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LogicBio announces FDA clinical hold on Phase 1/2 SUNRISE…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17, 2022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LogicBio receives Nasdaq delisting notice for failing to…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08, 2022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a non-binding proposal at $1.56 per share…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09, 2022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FDA lifts clinical hold on SUNRISE trial with amended…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18, 2022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submits non-binding proposal to acquire LogicBio for…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08, 2022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increases offer to $1.72 per share.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25, 2022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increases offer to $2.07 per share and requests…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30, 2022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LogicBio and Parent enter into an exclusivity agreement.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02, 2022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LogicBio Board of Directors unanimously approves the Merger…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03, 2022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executed and publicly announced.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18, 2022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15, 2022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81.76% of shares validly tendered.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16, 2022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is completed; LogicBio becomes a wholly-owned…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LogicBio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8 unexplained pre-announcement move weeks (of 9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2022-09-16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-23%  ($1.29→$0.99)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17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2021-06-25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+23%  ($11.4→$14.04)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465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2021-08-13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-23%  ($9.83→$7.55)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416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2021-05-14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-22%  ($12.61→$9.79)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507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2021-01-15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($20.36→$24.84)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626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2021-01-29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($24.75→$30.07)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612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2021-11-19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-21%  ($5.41→$4.25)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318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2021-06-11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($8.29→$10)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479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LogicBio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2022-05-16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LogicBio Therapeutics Reports First Quarter 2022 Financial Results and Highlights Recent Business Updates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2022-08-15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LogicBio Therapeutics Reports Second Quarter 2022 Financial Results and Provides Corporate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2022-09-21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LogicBio® Therapeutics Announces Pre-Clinical Results for mLB-001 Published in Peer-reviewed Journal PLOS…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2022-10-03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LogicBio's stock skyrockets after buyout bid for a 667% premium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LogicBio Therapeutics Reports Third Quarter 2022 Financial Results and Provides Business Updates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2025-03-12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ContextLogic Inc. Reports Fourth-Quarter and Fiscal Year 2024 Financial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2025-05-09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ContextLogic Inc. Reports First-Quarter 2025 Financial Results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ContextLogic Holdings Inc. Reports Second-Quarter 2025 Financial Results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2025-10-28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ContextLogic Holdings Inc. Reports Third-Quarter 2025 Financial Results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