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Sheet1!$A$2:$A$85</c:f>
              <c:strCache>
                <c:ptCount val="84"/>
                <c:pt idx="0">
                  <c:v>Jun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Aug '19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Sep '19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Nov '19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Jan '20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Feb '20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Apr '20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May '20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Jul '20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'20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Dec '20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</c:strCache>
            </c:strRef>
          </c:cat>
          <c:val>
            <c:numRef>
              <c:f>Sheet1!$B$2:$B$85</c:f>
              <c:numCache>
                <c:formatCode>General</c:formatCode>
                <c:ptCount val="84"/>
                <c:pt idx="0">
                  <c:v>14.5</c:v>
                </c:pt>
                <c:pt idx="1">
                  <c:v>13.2</c:v>
                </c:pt>
                <c:pt idx="2">
                  <c:v>10.51</c:v>
                </c:pt>
                <c:pt idx="3">
                  <c:v>11.62</c:v>
                </c:pt>
                <c:pt idx="4">
                  <c:v>11.64</c:v>
                </c:pt>
                <c:pt idx="5">
                  <c:v>11.4</c:v>
                </c:pt>
                <c:pt idx="6">
                  <c:v>11.32</c:v>
                </c:pt>
                <c:pt idx="7">
                  <c:v>9.7</c:v>
                </c:pt>
                <c:pt idx="8">
                  <c:v>10.9</c:v>
                </c:pt>
                <c:pt idx="9">
                  <c:v>11.89</c:v>
                </c:pt>
                <c:pt idx="10">
                  <c:v>11.32</c:v>
                </c:pt>
                <c:pt idx="11">
                  <c:v>10.0</c:v>
                </c:pt>
                <c:pt idx="12">
                  <c:v>11.7</c:v>
                </c:pt>
                <c:pt idx="13">
                  <c:v>13.56</c:v>
                </c:pt>
                <c:pt idx="14">
                  <c:v>11.72</c:v>
                </c:pt>
                <c:pt idx="15">
                  <c:v>10.41</c:v>
                </c:pt>
                <c:pt idx="16">
                  <c:v>10.21</c:v>
                </c:pt>
                <c:pt idx="17">
                  <c:v>10.7</c:v>
                </c:pt>
                <c:pt idx="18">
                  <c:v>10.94</c:v>
                </c:pt>
                <c:pt idx="19">
                  <c:v>10.9</c:v>
                </c:pt>
                <c:pt idx="20">
                  <c:v>12.3</c:v>
                </c:pt>
                <c:pt idx="21">
                  <c:v>10.62</c:v>
                </c:pt>
                <c:pt idx="22">
                  <c:v>13.26</c:v>
                </c:pt>
                <c:pt idx="23">
                  <c:v>14.39</c:v>
                </c:pt>
                <c:pt idx="24">
                  <c:v>15.54</c:v>
                </c:pt>
                <c:pt idx="25">
                  <c:v>16.01</c:v>
                </c:pt>
                <c:pt idx="26">
                  <c:v>16.07</c:v>
                </c:pt>
                <c:pt idx="27">
                  <c:v>15.81</c:v>
                </c:pt>
                <c:pt idx="28">
                  <c:v>15.83</c:v>
                </c:pt>
                <c:pt idx="29">
                  <c:v>17.88</c:v>
                </c:pt>
                <c:pt idx="30">
                  <c:v>18.53</c:v>
                </c:pt>
                <c:pt idx="31">
                  <c:v>18.12</c:v>
                </c:pt>
                <c:pt idx="32">
                  <c:v>18.9</c:v>
                </c:pt>
                <c:pt idx="33">
                  <c:v>18.47</c:v>
                </c:pt>
                <c:pt idx="34">
                  <c:v>17.4</c:v>
                </c:pt>
                <c:pt idx="35">
                  <c:v>16.98</c:v>
                </c:pt>
                <c:pt idx="36">
                  <c:v>12.78</c:v>
                </c:pt>
                <c:pt idx="37">
                  <c:v>15.85</c:v>
                </c:pt>
                <c:pt idx="38">
                  <c:v>14.31</c:v>
                </c:pt>
                <c:pt idx="39">
                  <c:v>12.3</c:v>
                </c:pt>
                <c:pt idx="40">
                  <c:v>11.72</c:v>
                </c:pt>
                <c:pt idx="41">
                  <c:v>12.35</c:v>
                </c:pt>
                <c:pt idx="42">
                  <c:v>13.97</c:v>
                </c:pt>
                <c:pt idx="43">
                  <c:v>14.28</c:v>
                </c:pt>
                <c:pt idx="44">
                  <c:v>15.0</c:v>
                </c:pt>
                <c:pt idx="45">
                  <c:v>14.77</c:v>
                </c:pt>
                <c:pt idx="46">
                  <c:v>15.91</c:v>
                </c:pt>
                <c:pt idx="47">
                  <c:v>14.87</c:v>
                </c:pt>
                <c:pt idx="48">
                  <c:v>18.2</c:v>
                </c:pt>
                <c:pt idx="49">
                  <c:v>16.68</c:v>
                </c:pt>
                <c:pt idx="50">
                  <c:v>15.94</c:v>
                </c:pt>
                <c:pt idx="51">
                  <c:v>15.59</c:v>
                </c:pt>
                <c:pt idx="52">
                  <c:v>16.55</c:v>
                </c:pt>
                <c:pt idx="53">
                  <c:v>14.59</c:v>
                </c:pt>
                <c:pt idx="54">
                  <c:v>15.4</c:v>
                </c:pt>
                <c:pt idx="55">
                  <c:v>15.04</c:v>
                </c:pt>
                <c:pt idx="56">
                  <c:v>15.53</c:v>
                </c:pt>
                <c:pt idx="57">
                  <c:v>15.65</c:v>
                </c:pt>
                <c:pt idx="58">
                  <c:v>14.97</c:v>
                </c:pt>
                <c:pt idx="59">
                  <c:v>15.51</c:v>
                </c:pt>
                <c:pt idx="60">
                  <c:v>12.9</c:v>
                </c:pt>
                <c:pt idx="61">
                  <c:v>12.63</c:v>
                </c:pt>
                <c:pt idx="62">
                  <c:v>12.02</c:v>
                </c:pt>
                <c:pt idx="63">
                  <c:v>11.8</c:v>
                </c:pt>
                <c:pt idx="64">
                  <c:v>11.3</c:v>
                </c:pt>
                <c:pt idx="65">
                  <c:v>11.75</c:v>
                </c:pt>
                <c:pt idx="66">
                  <c:v>11.39</c:v>
                </c:pt>
                <c:pt idx="67">
                  <c:v>10.26</c:v>
                </c:pt>
                <c:pt idx="68">
                  <c:v>10.47</c:v>
                </c:pt>
                <c:pt idx="69">
                  <c:v>9.74</c:v>
                </c:pt>
                <c:pt idx="70">
                  <c:v>10.82</c:v>
                </c:pt>
                <c:pt idx="71">
                  <c:v>9.79</c:v>
                </c:pt>
                <c:pt idx="72">
                  <c:v>9.81</c:v>
                </c:pt>
                <c:pt idx="73">
                  <c:v>9.76</c:v>
                </c:pt>
                <c:pt idx="74">
                  <c:v>10.14</c:v>
                </c:pt>
                <c:pt idx="75">
                  <c:v>10.03</c:v>
                </c:pt>
                <c:pt idx="76">
                  <c:v>10.45</c:v>
                </c:pt>
                <c:pt idx="77">
                  <c:v>11.69</c:v>
                </c:pt>
                <c:pt idx="78">
                  <c:v>23.08</c:v>
                </c:pt>
                <c:pt idx="79">
                  <c:v>23.08</c:v>
                </c:pt>
                <c:pt idx="80">
                  <c:v>23.07</c:v>
                </c:pt>
                <c:pt idx="81">
                  <c:v>23.2</c:v>
                </c:pt>
                <c:pt idx="82">
                  <c:v>22.93</c:v>
                </c:pt>
                <c:pt idx="83">
                  <c:v>23.0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Sheet1!$A$2:$A$85</c:f>
              <c:strCache>
                <c:ptCount val="84"/>
                <c:pt idx="0">
                  <c:v>Jun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Aug '19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Sep '19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Nov '19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Jan '20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Feb '20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Apr '20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May '20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Jul '20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'20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Dec '20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</c:strCache>
            </c:strRef>
          </c:cat>
          <c:val>
            <c:numRef>
              <c:f>Sheet1!$C$2:$C$85</c:f>
              <c:numCache>
                <c:formatCode>General</c:formatCode>
                <c:ptCount val="84"/>
                <c:pt idx="1">
                  <c:v>13.2</c:v>
                </c:pt>
                <c:pt idx="21">
                  <c:v>10.62</c:v>
                </c:pt>
                <c:pt idx="47">
                  <c:v>14.87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Sheet1!$A$2:$A$85</c:f>
              <c:strCache>
                <c:ptCount val="84"/>
                <c:pt idx="0">
                  <c:v>Jun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Aug '19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Sep '19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Nov '19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Jan '20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Feb '20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Apr '20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May '20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Jul '20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'20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Dec '20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</c:strCache>
            </c:strRef>
          </c:cat>
          <c:val>
            <c:numRef>
              <c:f>Sheet1!$D$2:$D$85</c:f>
              <c:numCache>
                <c:formatCode>General</c:formatCode>
                <c:ptCount val="84"/>
                <c:pt idx="35">
                  <c:v>16.98</c:v>
                </c:pt>
                <c:pt idx="36">
                  <c:v>12.78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Sheet1!$A$2:$A$85</c:f>
              <c:strCache>
                <c:ptCount val="84"/>
                <c:pt idx="0">
                  <c:v>Jun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Aug '19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Sep '19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Nov '19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Jan '20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Feb '20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Apr '20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May '20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Jul '20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'20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Dec '20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</c:strCache>
            </c:strRef>
          </c:cat>
          <c:val>
            <c:numRef>
              <c:f>Sheet1!$E$2:$E$85</c:f>
              <c:numCache>
                <c:formatCode>General</c:formatCode>
                <c:ptCount val="84"/>
                <c:pt idx="78">
                  <c:v>23.08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Prevail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PRVL  ·  acquired by Eli Lilly and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15, 2020   ·   Closed Jan 22, 2021   ·   Status: completed   ·   Pre-ann. volume 0.74×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Prevail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Prevail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0107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8667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72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576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623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395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722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670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87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566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945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272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620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7890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4761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28, 2019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meeting between Prevail's Dr. Franz Hefti and…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13, 2019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Prevail and Lilly enter into a mutual confidentiality…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13, 2020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provides a non-binding proposal for a co-development…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Prevail opens a virtual data room for Lilly and Party A to…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shifts from partnership interest to an acquisition…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provides an oral indication of interest in an…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25, 2020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increases its cash offer to $23.50 per share.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03, 2020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withdraws from the acquisition process, citing a…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05, 2020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reduces its cash offer to $22.50 per share, citing…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proposes adding a $4.00 CVR to the $22.50 cash offer.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14, 2020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Prevail Board unanimously approves the Merger Agreement.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15, 2020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is publicly announced.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21, 2021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79.8% of shares…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22, 2021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Prevail becomes a wholly-owned subsidiary…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Prevail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2019-11-22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($10.62→$13.26)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2020-02-28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($16.98→$12.78)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2020-03-06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($12.78→$15.85)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284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2020-05-22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($14.87→$18.2)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207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2019-07-05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($13.2→$10.51)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529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Prevail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Daily Biotech Pulse: Aquestive's Positive FDA Meeting, Prevail Awarded Patent, Neuro-Oncology…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Prevail Therapeutics Receives European Commission Orphan Designation for PR006 for the Treatment of…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2020-12-11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Prevail Therapeutics Announces First Patient Dosed in Phase 1/2 PROCLAIM Clinical Trial Evaluating PR006…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2020-12-16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Daily Biotech Pulse: Novartis Gets Adcom Backing, Sio Gene Data, 2 IPOs, BioNTech Clinches China…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2020-12-16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Daily Biotech Pulse: Novartis Gets Adcom Backing, Sio Gene Data, 2 IPOs, BioNTech Clinches China…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2020-12-18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Daily Biotech Pulse: FDA Nod For Amgen's Biosimilar, Moderna's Vaccine Vote, Mesoblast Sinks On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2020-12-18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Daily Biotech Pulse: FDA Nod For Amgen's Biosimilar, Moderna's Vaccine Vote, Mesoblast Sinks On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2021-01-09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Monteverde &amp;amp; Associates Continues to Investigate the Following Merger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2021-01-09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Monteverde &amp;amp; Associates Continues to Investigate the Following Merger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