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Jun '21</c:v>
                </c:pt>
                <c:pt idx="1">
                  <c:v>Jun '21</c:v>
                </c:pt>
                <c:pt idx="2">
                  <c:v>Jul '21</c:v>
                </c:pt>
                <c:pt idx="3">
                  <c:v>Jul '21</c:v>
                </c:pt>
                <c:pt idx="4">
                  <c:v>Jul '21</c:v>
                </c:pt>
                <c:pt idx="5">
                  <c:v>Jul '21</c:v>
                </c:pt>
                <c:pt idx="6">
                  <c:v>Jul '21</c:v>
                </c:pt>
                <c:pt idx="7">
                  <c:v>Aug '21</c:v>
                </c:pt>
                <c:pt idx="8">
                  <c:v>Aug '21</c:v>
                </c:pt>
                <c:pt idx="9">
                  <c:v>Aug '21</c:v>
                </c:pt>
                <c:pt idx="10">
                  <c:v>Aug '21</c:v>
                </c:pt>
                <c:pt idx="11">
                  <c:v>Sep '21</c:v>
                </c:pt>
                <c:pt idx="12">
                  <c:v>Sep '21</c:v>
                </c:pt>
                <c:pt idx="13">
                  <c:v>Sep '21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18.36</c:v>
                </c:pt>
                <c:pt idx="1">
                  <c:v>22.9</c:v>
                </c:pt>
                <c:pt idx="2">
                  <c:v>29.18</c:v>
                </c:pt>
                <c:pt idx="3">
                  <c:v>29.0</c:v>
                </c:pt>
                <c:pt idx="4">
                  <c:v>29.5</c:v>
                </c:pt>
                <c:pt idx="5">
                  <c:v>30.0</c:v>
                </c:pt>
                <c:pt idx="6">
                  <c:v>27.64</c:v>
                </c:pt>
                <c:pt idx="7">
                  <c:v>37.74</c:v>
                </c:pt>
                <c:pt idx="8">
                  <c:v>37.74</c:v>
                </c:pt>
                <c:pt idx="9">
                  <c:v>37.77</c:v>
                </c:pt>
                <c:pt idx="10">
                  <c:v>37.23</c:v>
                </c:pt>
                <c:pt idx="11">
                  <c:v>37.38</c:v>
                </c:pt>
                <c:pt idx="12">
                  <c:v>37.41</c:v>
                </c:pt>
                <c:pt idx="13">
                  <c:v>37.36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Translate Bio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TBIO  ·  acquired by Sanofi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03, 2021   ·   Closed Sep 14, 2021   ·   Status: completed   ·   Pre-ann. volume 0.73×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Translate Bio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Translate Bio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3867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22427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746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732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87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278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372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463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0105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197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44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747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8381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228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5746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Sep 2021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08, 2018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Translate Bio and Sanofi Pasteur enter into an Original…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22, 2020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and Translate Bio expand collaboration and Sanofi…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28, 2021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CEO Paul Hudson calls Translate Bio CEO Ronald…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02, 2021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Translate Bio Board meets to discuss the $28.00 proposal…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03, 2021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Translate Bio rejects the $28.00 proposal; Company B, C…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15, 2021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submits a revised proposal of $32.00 per share.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16, 2021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Translate Bio Board reviews $32.00 offer and counters with…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22, 2021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CFO Jean-Baptiste Chasseloup de Chatillon indicates…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16, 2021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submits a revised proposal of $35.00 per share.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22, 2021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increases offer to $38.00 per share in cash.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02, 2021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Translate Bio Board unanimously approves the Merger…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03, 2021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Joint press release announcing the execution of the Merger…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16, 2021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commences the tender offer.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13, 2021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14, 2021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Translate Bio delisted from Nasdaq.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Translate 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Translate Bio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Telesis Bio Reports First Quarter 2023 Financial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Telesis Bio to Report Second Quarter Financial Results on Thursday, August 10, 2023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Telesis Bio to Report Second Quarter Financial Results on Thursday, August 10, 2023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Telesis Bio Reports Second Quarter 2023 Financial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Telesis Bio Reports Second Quarter 2023 Financial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Telesis Bio to Report Third Quarter Financial Results on Monday, November 13, 2023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Telesis Bio to Report Third Quarter Financial Results on Monday, November 13, 2023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Telesis Bio Reports Third Quarter 2023 Financial Results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Telesis Bio Reports Third Quarter 2023 Financial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