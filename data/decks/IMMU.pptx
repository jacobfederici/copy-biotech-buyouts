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22.27</c:v>
                </c:pt>
                <c:pt idx="1">
                  <c:v>21.52</c:v>
                </c:pt>
                <c:pt idx="2">
                  <c:v>20.83</c:v>
                </c:pt>
                <c:pt idx="3">
                  <c:v>19.94</c:v>
                </c:pt>
                <c:pt idx="4">
                  <c:v>21.35</c:v>
                </c:pt>
                <c:pt idx="5">
                  <c:v>23.95</c:v>
                </c:pt>
                <c:pt idx="6">
                  <c:v>22.49</c:v>
                </c:pt>
                <c:pt idx="7">
                  <c:v>24.52</c:v>
                </c:pt>
                <c:pt idx="8">
                  <c:v>21.46</c:v>
                </c:pt>
                <c:pt idx="9">
                  <c:v>19.43</c:v>
                </c:pt>
                <c:pt idx="10">
                  <c:v>18.46</c:v>
                </c:pt>
                <c:pt idx="11">
                  <c:v>20.09</c:v>
                </c:pt>
                <c:pt idx="12">
                  <c:v>17.57</c:v>
                </c:pt>
                <c:pt idx="13">
                  <c:v>18.73</c:v>
                </c:pt>
                <c:pt idx="14">
                  <c:v>15.04</c:v>
                </c:pt>
                <c:pt idx="15">
                  <c:v>15.0</c:v>
                </c:pt>
                <c:pt idx="16">
                  <c:v>15.64</c:v>
                </c:pt>
                <c:pt idx="17">
                  <c:v>17.91</c:v>
                </c:pt>
                <c:pt idx="18">
                  <c:v>13.31</c:v>
                </c:pt>
                <c:pt idx="19">
                  <c:v>14.53</c:v>
                </c:pt>
                <c:pt idx="20">
                  <c:v>14.99</c:v>
                </c:pt>
                <c:pt idx="21">
                  <c:v>14.04</c:v>
                </c:pt>
                <c:pt idx="22">
                  <c:v>14.23</c:v>
                </c:pt>
                <c:pt idx="23">
                  <c:v>14.89</c:v>
                </c:pt>
                <c:pt idx="24">
                  <c:v>16.55</c:v>
                </c:pt>
                <c:pt idx="25">
                  <c:v>16.35</c:v>
                </c:pt>
                <c:pt idx="26">
                  <c:v>18.56</c:v>
                </c:pt>
                <c:pt idx="27">
                  <c:v>17.5</c:v>
                </c:pt>
                <c:pt idx="28">
                  <c:v>19.21</c:v>
                </c:pt>
                <c:pt idx="29">
                  <c:v>18.0</c:v>
                </c:pt>
                <c:pt idx="30">
                  <c:v>18.51</c:v>
                </c:pt>
                <c:pt idx="31">
                  <c:v>16.99</c:v>
                </c:pt>
                <c:pt idx="32">
                  <c:v>16.5</c:v>
                </c:pt>
                <c:pt idx="33">
                  <c:v>14.74</c:v>
                </c:pt>
                <c:pt idx="34">
                  <c:v>15.24</c:v>
                </c:pt>
                <c:pt idx="35">
                  <c:v>15.61</c:v>
                </c:pt>
                <c:pt idx="36">
                  <c:v>14.8</c:v>
                </c:pt>
                <c:pt idx="37">
                  <c:v>13.07</c:v>
                </c:pt>
                <c:pt idx="38">
                  <c:v>12.93</c:v>
                </c:pt>
                <c:pt idx="39">
                  <c:v>12.36</c:v>
                </c:pt>
                <c:pt idx="40">
                  <c:v>13.12</c:v>
                </c:pt>
                <c:pt idx="41">
                  <c:v>13.87</c:v>
                </c:pt>
                <c:pt idx="42">
                  <c:v>14.15</c:v>
                </c:pt>
                <c:pt idx="43">
                  <c:v>14.67</c:v>
                </c:pt>
                <c:pt idx="44">
                  <c:v>14.93</c:v>
                </c:pt>
                <c:pt idx="45">
                  <c:v>15.28</c:v>
                </c:pt>
                <c:pt idx="46">
                  <c:v>13.82</c:v>
                </c:pt>
                <c:pt idx="47">
                  <c:v>15.07</c:v>
                </c:pt>
                <c:pt idx="48">
                  <c:v>14.94</c:v>
                </c:pt>
                <c:pt idx="49">
                  <c:v>13.16</c:v>
                </c:pt>
                <c:pt idx="50">
                  <c:v>12.8</c:v>
                </c:pt>
                <c:pt idx="51">
                  <c:v>13.19</c:v>
                </c:pt>
                <c:pt idx="52">
                  <c:v>16.72</c:v>
                </c:pt>
                <c:pt idx="53">
                  <c:v>16.59</c:v>
                </c:pt>
                <c:pt idx="54">
                  <c:v>14.32</c:v>
                </c:pt>
                <c:pt idx="55">
                  <c:v>14.37</c:v>
                </c:pt>
                <c:pt idx="56">
                  <c:v>14.17</c:v>
                </c:pt>
                <c:pt idx="57">
                  <c:v>15.44</c:v>
                </c:pt>
                <c:pt idx="58">
                  <c:v>16.2</c:v>
                </c:pt>
                <c:pt idx="59">
                  <c:v>17.17</c:v>
                </c:pt>
                <c:pt idx="60">
                  <c:v>17.46</c:v>
                </c:pt>
                <c:pt idx="61">
                  <c:v>17.54</c:v>
                </c:pt>
                <c:pt idx="62">
                  <c:v>18.56</c:v>
                </c:pt>
                <c:pt idx="63">
                  <c:v>18.78</c:v>
                </c:pt>
                <c:pt idx="64">
                  <c:v>20.59</c:v>
                </c:pt>
                <c:pt idx="65">
                  <c:v>20.67</c:v>
                </c:pt>
                <c:pt idx="66">
                  <c:v>20.01</c:v>
                </c:pt>
                <c:pt idx="67">
                  <c:v>21.77</c:v>
                </c:pt>
                <c:pt idx="68">
                  <c:v>19.79</c:v>
                </c:pt>
                <c:pt idx="69">
                  <c:v>19.59</c:v>
                </c:pt>
                <c:pt idx="70">
                  <c:v>19.0</c:v>
                </c:pt>
                <c:pt idx="71">
                  <c:v>18.28</c:v>
                </c:pt>
                <c:pt idx="72">
                  <c:v>18.57</c:v>
                </c:pt>
                <c:pt idx="73">
                  <c:v>18.95</c:v>
                </c:pt>
                <c:pt idx="74">
                  <c:v>18.36</c:v>
                </c:pt>
                <c:pt idx="75">
                  <c:v>18.06</c:v>
                </c:pt>
                <c:pt idx="76">
                  <c:v>16.0</c:v>
                </c:pt>
                <c:pt idx="77">
                  <c:v>16.4</c:v>
                </c:pt>
                <c:pt idx="78">
                  <c:v>12.7</c:v>
                </c:pt>
                <c:pt idx="79">
                  <c:v>10.75</c:v>
                </c:pt>
                <c:pt idx="80">
                  <c:v>12.84</c:v>
                </c:pt>
                <c:pt idx="81">
                  <c:v>9.4</c:v>
                </c:pt>
                <c:pt idx="82">
                  <c:v>19.64</c:v>
                </c:pt>
                <c:pt idx="83">
                  <c:v>20.13</c:v>
                </c:pt>
                <c:pt idx="84">
                  <c:v>28.44</c:v>
                </c:pt>
                <c:pt idx="85">
                  <c:v>30.38</c:v>
                </c:pt>
                <c:pt idx="86">
                  <c:v>32.61</c:v>
                </c:pt>
                <c:pt idx="87">
                  <c:v>33.96</c:v>
                </c:pt>
                <c:pt idx="88">
                  <c:v>34.47</c:v>
                </c:pt>
                <c:pt idx="89">
                  <c:v>33.59</c:v>
                </c:pt>
                <c:pt idx="90">
                  <c:v>30.68</c:v>
                </c:pt>
                <c:pt idx="91">
                  <c:v>30.93</c:v>
                </c:pt>
                <c:pt idx="92">
                  <c:v>36.21</c:v>
                </c:pt>
                <c:pt idx="93">
                  <c:v>35.37</c:v>
                </c:pt>
                <c:pt idx="94">
                  <c:v>37.54</c:v>
                </c:pt>
                <c:pt idx="95">
                  <c:v>41.32</c:v>
                </c:pt>
                <c:pt idx="96">
                  <c:v>42.38</c:v>
                </c:pt>
                <c:pt idx="97">
                  <c:v>41.21</c:v>
                </c:pt>
                <c:pt idx="98">
                  <c:v>42.23</c:v>
                </c:pt>
                <c:pt idx="99">
                  <c:v>42.95</c:v>
                </c:pt>
                <c:pt idx="100">
                  <c:v>40.0</c:v>
                </c:pt>
                <c:pt idx="101">
                  <c:v>41.33</c:v>
                </c:pt>
                <c:pt idx="102">
                  <c:v>41.89</c:v>
                </c:pt>
                <c:pt idx="103">
                  <c:v>41.93</c:v>
                </c:pt>
                <c:pt idx="104">
                  <c:v>42.25</c:v>
                </c:pt>
                <c:pt idx="105">
                  <c:v>85.53</c:v>
                </c:pt>
                <c:pt idx="106">
                  <c:v>85.36</c:v>
                </c:pt>
                <c:pt idx="107">
                  <c:v>85.08</c:v>
                </c:pt>
                <c:pt idx="108">
                  <c:v>86.0</c:v>
                </c:pt>
                <c:pt idx="109">
                  <c:v>87.56</c:v>
                </c:pt>
                <c:pt idx="110">
                  <c:v>87.86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7">
                  <c:v>17.91</c:v>
                </c:pt>
                <c:pt idx="80">
                  <c:v>12.84</c:v>
                </c:pt>
                <c:pt idx="81">
                  <c:v>9.4</c:v>
                </c:pt>
                <c:pt idx="83">
                  <c:v>20.13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51">
                  <c:v>13.19</c:v>
                </c:pt>
                <c:pt idx="77">
                  <c:v>16.4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5">
                  <c:v>85.53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IMMUNOMEDICS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IMMU  ·  acquired by Gilead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13, 2020   ·   Closed Oct 23, 2020   ·   Status: completed   ·   Pre-ann. volume 0.49×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IMMUNOMEDICS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IMMUNOMEDICS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6296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4856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69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83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773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76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157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741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7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40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734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734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722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660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83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130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09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09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257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257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422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422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587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587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587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751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91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91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91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91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080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080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068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068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8917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4501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and Immunomedics entered into a mutual confidential…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Andrew Dickinson, then Executive Vice President, Corporate…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Confidentiality Agreement between Gilead and…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 late 2019, the Immunomedics Board and management began…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 January 2020, Immunomedics management attended the J.P.…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Immunomedics Board held a regular meeting where…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announced that the ASCENT Study would be…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announced that the FDA had approved Trodelvy…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Gilead indicated to Immunomedics that…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 May and June 2020, Immunomedics management, at the…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and Immunomedics executed an amendment to their…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06, 2020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announced topline results for the ASCENT Study.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Immunomedics Board held a regular meeting to discuss…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Gilead, Party A, Party B, and Party C submitted preliminary…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informed Gilead, Party A, Party B, and Party C…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Party A informed Dr. Behzad Aghazadeh…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representative of Centerview informed a representative of…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O’Day contacted Dr. Aghazadeh to inform him that Gilead…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delivered draft transaction documents to Wachtell…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O’Day conveyed Gilead’s preliminary, non-binding…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Centerview informed Party A that its…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Aghazadeh contacted the CEO of Party B to inform him of…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Immunomedics Board held a special meeting. Centerview…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Aghazadeh called Mr. O’Day, proposing an exclusivity…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36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IMMUNOMEDICS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Wachtell Lipton delivered a revised draft of the merger…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Immunomedics Board held a special meeting with…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Later in the afternoon, financial media reported…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Immunomedics Board reconvened its special meeting.…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entered into letter agreements with its…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Shortly after midnight, Immunomedics, Gilead, and Purchaser…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and Gilead issued a press release announcing…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issued a press release titled 'Trodelvy(TM)…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Immunomedics issued a press release titled 'Immunomedics…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a tender offer to purchase all…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expired at one minute after 11:59 p.m.…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merged with and into Immunomedics pursuant to…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IMMUNOMEDICS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2020-04-10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+109%  ($9.4→$19.64)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2020-04-24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($20.13→$28.44)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2019-09-13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($13.19→$16.72)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2020-04-03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($12.84→$9.4)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2019-01-18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($17.91→$13.31)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($16.4→$12.7)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IMMUNOMEDICS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2020-07-06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Announces Positive Results from Phase 3 ASCENT Study of TRODELVY™ in Previously-Treated…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2020-07-27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to Report Second Quarter 2020 Results and Host Conference Call and Webcast on August 5, 2020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Reports Second Quarter 2020 Results and Provides Corporate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Announces FDA Approval of Samsung Biologics as Antibody Manufacturer for Trodelvy™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2020-09-18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Announces Encouraging Early-Stage Clinical Results with Trodelvy™ in Brain Cancers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2020-09-19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Announces Positive Results from Pivotal Phase 2 TROPHY U-01 Study of Trodelvy™ in Metastatic…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2020-09-19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Trodelvy™ Significantly Extends Survival in Phase 3 ASCENT Study of Metastatic Triple-Negative Breast Cancer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2020-10-12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Immunomedics Announces FDA Orphan Drug Designation of Trodelvy™ for Adult and Pediatric Glioblastoma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2020-10-20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Aptinyx Jumps On Positive Readout, Cara Executes Korsuva Licensing Deal, Cleveland…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