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Mar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'06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'06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'07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'07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'07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'08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13.31</c:v>
                </c:pt>
                <c:pt idx="1">
                  <c:v>13.62</c:v>
                </c:pt>
                <c:pt idx="2">
                  <c:v>13.53</c:v>
                </c:pt>
                <c:pt idx="3">
                  <c:v>14.51</c:v>
                </c:pt>
                <c:pt idx="4">
                  <c:v>14.8</c:v>
                </c:pt>
                <c:pt idx="5">
                  <c:v>14.12</c:v>
                </c:pt>
                <c:pt idx="6">
                  <c:v>12.77</c:v>
                </c:pt>
                <c:pt idx="7">
                  <c:v>13.0</c:v>
                </c:pt>
                <c:pt idx="8">
                  <c:v>12.24</c:v>
                </c:pt>
                <c:pt idx="9">
                  <c:v>12.95</c:v>
                </c:pt>
                <c:pt idx="10">
                  <c:v>12.6</c:v>
                </c:pt>
                <c:pt idx="11">
                  <c:v>11.29</c:v>
                </c:pt>
                <c:pt idx="12">
                  <c:v>11.68</c:v>
                </c:pt>
                <c:pt idx="13">
                  <c:v>12.96</c:v>
                </c:pt>
                <c:pt idx="14">
                  <c:v>12.89</c:v>
                </c:pt>
                <c:pt idx="15">
                  <c:v>12.87</c:v>
                </c:pt>
                <c:pt idx="16">
                  <c:v>11.81</c:v>
                </c:pt>
                <c:pt idx="17">
                  <c:v>11.98</c:v>
                </c:pt>
                <c:pt idx="18">
                  <c:v>11.57</c:v>
                </c:pt>
                <c:pt idx="19">
                  <c:v>11.35</c:v>
                </c:pt>
                <c:pt idx="20">
                  <c:v>9.48</c:v>
                </c:pt>
                <c:pt idx="21">
                  <c:v>9.0</c:v>
                </c:pt>
                <c:pt idx="22">
                  <c:v>8.98</c:v>
                </c:pt>
                <c:pt idx="23">
                  <c:v>9.55</c:v>
                </c:pt>
                <c:pt idx="24">
                  <c:v>10.17</c:v>
                </c:pt>
                <c:pt idx="25">
                  <c:v>11.83</c:v>
                </c:pt>
                <c:pt idx="26">
                  <c:v>12.69</c:v>
                </c:pt>
                <c:pt idx="27">
                  <c:v>12.74</c:v>
                </c:pt>
                <c:pt idx="28">
                  <c:v>12.98</c:v>
                </c:pt>
                <c:pt idx="29">
                  <c:v>13.03</c:v>
                </c:pt>
                <c:pt idx="30">
                  <c:v>12.99</c:v>
                </c:pt>
                <c:pt idx="31">
                  <c:v>12.5</c:v>
                </c:pt>
                <c:pt idx="32">
                  <c:v>12.51</c:v>
                </c:pt>
                <c:pt idx="33">
                  <c:v>11.94</c:v>
                </c:pt>
                <c:pt idx="34">
                  <c:v>12.09</c:v>
                </c:pt>
                <c:pt idx="35">
                  <c:v>13.68</c:v>
                </c:pt>
                <c:pt idx="36">
                  <c:v>13.98</c:v>
                </c:pt>
                <c:pt idx="37">
                  <c:v>13.72</c:v>
                </c:pt>
                <c:pt idx="38">
                  <c:v>13.08</c:v>
                </c:pt>
                <c:pt idx="39">
                  <c:v>13.33</c:v>
                </c:pt>
                <c:pt idx="40">
                  <c:v>13.36</c:v>
                </c:pt>
                <c:pt idx="41">
                  <c:v>12.8</c:v>
                </c:pt>
                <c:pt idx="42">
                  <c:v>13.94</c:v>
                </c:pt>
                <c:pt idx="43">
                  <c:v>13.97</c:v>
                </c:pt>
                <c:pt idx="44">
                  <c:v>14.68</c:v>
                </c:pt>
                <c:pt idx="45">
                  <c:v>14.8</c:v>
                </c:pt>
                <c:pt idx="46">
                  <c:v>14.51</c:v>
                </c:pt>
                <c:pt idx="47">
                  <c:v>14.47</c:v>
                </c:pt>
                <c:pt idx="48">
                  <c:v>15.32</c:v>
                </c:pt>
                <c:pt idx="49">
                  <c:v>14.89</c:v>
                </c:pt>
                <c:pt idx="50">
                  <c:v>14.75</c:v>
                </c:pt>
                <c:pt idx="51">
                  <c:v>14.65</c:v>
                </c:pt>
                <c:pt idx="52">
                  <c:v>13.8</c:v>
                </c:pt>
                <c:pt idx="53">
                  <c:v>13.3</c:v>
                </c:pt>
                <c:pt idx="54">
                  <c:v>12.99</c:v>
                </c:pt>
                <c:pt idx="55">
                  <c:v>13.11</c:v>
                </c:pt>
                <c:pt idx="56">
                  <c:v>13.51</c:v>
                </c:pt>
                <c:pt idx="57">
                  <c:v>13.75</c:v>
                </c:pt>
                <c:pt idx="58">
                  <c:v>14.08</c:v>
                </c:pt>
                <c:pt idx="59">
                  <c:v>14.38</c:v>
                </c:pt>
                <c:pt idx="60">
                  <c:v>14.0</c:v>
                </c:pt>
                <c:pt idx="61">
                  <c:v>11.16</c:v>
                </c:pt>
                <c:pt idx="62">
                  <c:v>10.27</c:v>
                </c:pt>
                <c:pt idx="63">
                  <c:v>10.37</c:v>
                </c:pt>
                <c:pt idx="64">
                  <c:v>11.52</c:v>
                </c:pt>
                <c:pt idx="65">
                  <c:v>10.87</c:v>
                </c:pt>
                <c:pt idx="66">
                  <c:v>12.04</c:v>
                </c:pt>
                <c:pt idx="67">
                  <c:v>12.28</c:v>
                </c:pt>
                <c:pt idx="68">
                  <c:v>12.4</c:v>
                </c:pt>
                <c:pt idx="69">
                  <c:v>12.4</c:v>
                </c:pt>
                <c:pt idx="70">
                  <c:v>13.06</c:v>
                </c:pt>
                <c:pt idx="71">
                  <c:v>12.8</c:v>
                </c:pt>
                <c:pt idx="72">
                  <c:v>12.51</c:v>
                </c:pt>
                <c:pt idx="73">
                  <c:v>12.19</c:v>
                </c:pt>
                <c:pt idx="74">
                  <c:v>11.28</c:v>
                </c:pt>
                <c:pt idx="75">
                  <c:v>12.75</c:v>
                </c:pt>
                <c:pt idx="76">
                  <c:v>12.74</c:v>
                </c:pt>
                <c:pt idx="77">
                  <c:v>12.14</c:v>
                </c:pt>
                <c:pt idx="78">
                  <c:v>12.82</c:v>
                </c:pt>
                <c:pt idx="79">
                  <c:v>12.71</c:v>
                </c:pt>
                <c:pt idx="80">
                  <c:v>11.76</c:v>
                </c:pt>
                <c:pt idx="81">
                  <c:v>11.24</c:v>
                </c:pt>
                <c:pt idx="82">
                  <c:v>8.98</c:v>
                </c:pt>
                <c:pt idx="83">
                  <c:v>9.87</c:v>
                </c:pt>
                <c:pt idx="84">
                  <c:v>9.9</c:v>
                </c:pt>
                <c:pt idx="85">
                  <c:v>10.01</c:v>
                </c:pt>
                <c:pt idx="86">
                  <c:v>10.35</c:v>
                </c:pt>
                <c:pt idx="87">
                  <c:v>10.21</c:v>
                </c:pt>
                <c:pt idx="88">
                  <c:v>8.58</c:v>
                </c:pt>
                <c:pt idx="89">
                  <c:v>8.01</c:v>
                </c:pt>
                <c:pt idx="90">
                  <c:v>7.74</c:v>
                </c:pt>
                <c:pt idx="91">
                  <c:v>7.96</c:v>
                </c:pt>
                <c:pt idx="92">
                  <c:v>8.1</c:v>
                </c:pt>
                <c:pt idx="93">
                  <c:v>8.41</c:v>
                </c:pt>
                <c:pt idx="94">
                  <c:v>9.05</c:v>
                </c:pt>
                <c:pt idx="95">
                  <c:v>9.41</c:v>
                </c:pt>
                <c:pt idx="96">
                  <c:v>9.95</c:v>
                </c:pt>
                <c:pt idx="97">
                  <c:v>10.2</c:v>
                </c:pt>
                <c:pt idx="98">
                  <c:v>10.67</c:v>
                </c:pt>
                <c:pt idx="99">
                  <c:v>11.75</c:v>
                </c:pt>
                <c:pt idx="100">
                  <c:v>12.45</c:v>
                </c:pt>
                <c:pt idx="101">
                  <c:v>12.15</c:v>
                </c:pt>
                <c:pt idx="102">
                  <c:v>12.63</c:v>
                </c:pt>
                <c:pt idx="103">
                  <c:v>12.63</c:v>
                </c:pt>
                <c:pt idx="104">
                  <c:v>16.32</c:v>
                </c:pt>
                <c:pt idx="105">
                  <c:v>16.37</c:v>
                </c:pt>
                <c:pt idx="106">
                  <c:v>16.43</c:v>
                </c:pt>
                <c:pt idx="107">
                  <c:v>16.55</c:v>
                </c:pt>
                <c:pt idx="108">
                  <c:v>16.55</c:v>
                </c:pt>
                <c:pt idx="109">
                  <c:v>16.6</c:v>
                </c:pt>
                <c:pt idx="110">
                  <c:v>16.58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Mar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'06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'06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'07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'07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'07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'08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60">
                  <c:v>14.0</c:v>
                </c:pt>
                <c:pt idx="81">
                  <c:v>11.24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Mar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'06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'06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'07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'07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'07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'08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04">
                  <c:v>16.32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COLLAGENEX PHARMACEUTICALS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CGPI  ·  acquired by Galderma Pharma S.A.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$16.6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Feb 26, 2008   ·   Closed Apr 10, 2008   ·   Status: completed   ·   Pre-ann. volume 1.13×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COLLAGENEX PHARMACEUTICALS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COLLAGENEX PHARMACEUTICALS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04927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3487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530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251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003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827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188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1539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549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763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836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9440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3391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0218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Jul 2005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meetings between Galderma CEO Humberto Antunes and…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24, 2007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Galderma President Albert Draaijer indicates interest in a…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07, 2007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Galderma submits a non-binding proposal to acquire…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14, 2007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CollaGenex Board determines the $12.50 offer is inadequate…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31, 2007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CollaGenex and Galderma enter into a confidentiality…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22, 2008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Galderma updates its proposal to $13.50 per share in cash.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31, 2008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CollaGenex receives non-binding indications of interest…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13, 2008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Galderma increases its bid to $14.00 per share.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15, 2008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Galderma increases its bid to $16.60 per share; Board…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25, 2008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CollaGenex Board unanimously approves the Merger Agreement…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26, 2008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execution of the Merger…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10, 2008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tender offer.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04, 2008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approximately 97.04% of shares…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10, 2008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CollaGenex becomes a wholly owned…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COLLAGENEX PHARMACEUTICALS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3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2007-05-04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-20%  ($14→$11.16)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298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2007-09-28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-20%  ($11.24→$8.98)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151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COLLAGENEX PHARMACEUTICALS INC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2008-02-26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CollaGenex Pharmaceuticals and Galderma Announce Definitive Merger Agreement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2008-03-12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CollaGenex Pharmaceuticals Announces Fourth Quarter and Full Year 2007 Financial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