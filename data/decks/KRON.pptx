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1.92</c:v>
                </c:pt>
                <c:pt idx="1">
                  <c:v>1.72</c:v>
                </c:pt>
                <c:pt idx="2">
                  <c:v>1.89</c:v>
                </c:pt>
                <c:pt idx="3">
                  <c:v>1.57</c:v>
                </c:pt>
                <c:pt idx="4">
                  <c:v>1.69</c:v>
                </c:pt>
                <c:pt idx="5">
                  <c:v>1.7</c:v>
                </c:pt>
                <c:pt idx="6">
                  <c:v>1.64</c:v>
                </c:pt>
                <c:pt idx="7">
                  <c:v>1.55</c:v>
                </c:pt>
                <c:pt idx="8">
                  <c:v>1.72</c:v>
                </c:pt>
                <c:pt idx="9">
                  <c:v>1.99</c:v>
                </c:pt>
                <c:pt idx="10">
                  <c:v>2.08</c:v>
                </c:pt>
                <c:pt idx="11">
                  <c:v>2.18</c:v>
                </c:pt>
                <c:pt idx="12">
                  <c:v>1.96</c:v>
                </c:pt>
                <c:pt idx="13">
                  <c:v>1.71</c:v>
                </c:pt>
                <c:pt idx="14">
                  <c:v>1.54</c:v>
                </c:pt>
                <c:pt idx="15">
                  <c:v>1.44</c:v>
                </c:pt>
                <c:pt idx="16">
                  <c:v>1.46</c:v>
                </c:pt>
                <c:pt idx="17">
                  <c:v>1.4</c:v>
                </c:pt>
                <c:pt idx="18">
                  <c:v>1.28</c:v>
                </c:pt>
                <c:pt idx="19">
                  <c:v>1.23</c:v>
                </c:pt>
                <c:pt idx="20">
                  <c:v>1.3</c:v>
                </c:pt>
                <c:pt idx="21">
                  <c:v>1.3</c:v>
                </c:pt>
                <c:pt idx="22">
                  <c:v>1.24</c:v>
                </c:pt>
                <c:pt idx="23">
                  <c:v>0.99</c:v>
                </c:pt>
                <c:pt idx="24">
                  <c:v>0.91</c:v>
                </c:pt>
                <c:pt idx="25">
                  <c:v>0.84</c:v>
                </c:pt>
                <c:pt idx="26">
                  <c:v>0.92</c:v>
                </c:pt>
                <c:pt idx="27">
                  <c:v>0.8</c:v>
                </c:pt>
                <c:pt idx="28">
                  <c:v>1.11</c:v>
                </c:pt>
                <c:pt idx="29">
                  <c:v>1.27</c:v>
                </c:pt>
                <c:pt idx="30">
                  <c:v>1.2</c:v>
                </c:pt>
                <c:pt idx="31">
                  <c:v>1.41</c:v>
                </c:pt>
                <c:pt idx="32">
                  <c:v>1.49</c:v>
                </c:pt>
                <c:pt idx="33">
                  <c:v>1.28</c:v>
                </c:pt>
                <c:pt idx="34">
                  <c:v>1.25</c:v>
                </c:pt>
                <c:pt idx="35">
                  <c:v>1.16</c:v>
                </c:pt>
                <c:pt idx="36">
                  <c:v>1.18</c:v>
                </c:pt>
                <c:pt idx="37">
                  <c:v>1.02</c:v>
                </c:pt>
                <c:pt idx="38">
                  <c:v>1.11</c:v>
                </c:pt>
                <c:pt idx="39">
                  <c:v>1.08</c:v>
                </c:pt>
                <c:pt idx="40">
                  <c:v>1.06</c:v>
                </c:pt>
                <c:pt idx="41">
                  <c:v>1.02</c:v>
                </c:pt>
                <c:pt idx="42">
                  <c:v>1.07</c:v>
                </c:pt>
                <c:pt idx="43">
                  <c:v>1.02</c:v>
                </c:pt>
                <c:pt idx="44">
                  <c:v>1.29</c:v>
                </c:pt>
                <c:pt idx="45">
                  <c:v>1.16</c:v>
                </c:pt>
                <c:pt idx="46">
                  <c:v>1.27</c:v>
                </c:pt>
                <c:pt idx="47">
                  <c:v>1.3</c:v>
                </c:pt>
                <c:pt idx="48">
                  <c:v>1.23</c:v>
                </c:pt>
                <c:pt idx="49">
                  <c:v>1.13</c:v>
                </c:pt>
                <c:pt idx="50">
                  <c:v>1.01</c:v>
                </c:pt>
                <c:pt idx="51">
                  <c:v>1.0</c:v>
                </c:pt>
                <c:pt idx="52">
                  <c:v>1.02</c:v>
                </c:pt>
                <c:pt idx="53">
                  <c:v>1.02</c:v>
                </c:pt>
                <c:pt idx="54">
                  <c:v>1.02</c:v>
                </c:pt>
                <c:pt idx="55">
                  <c:v>0.76</c:v>
                </c:pt>
                <c:pt idx="56">
                  <c:v>0.79</c:v>
                </c:pt>
                <c:pt idx="57">
                  <c:v>0.74</c:v>
                </c:pt>
                <c:pt idx="58">
                  <c:v>1.08</c:v>
                </c:pt>
                <c:pt idx="59">
                  <c:v>1.08</c:v>
                </c:pt>
                <c:pt idx="60">
                  <c:v>1.24</c:v>
                </c:pt>
                <c:pt idx="61">
                  <c:v>1.15</c:v>
                </c:pt>
                <c:pt idx="62">
                  <c:v>1.43</c:v>
                </c:pt>
                <c:pt idx="63">
                  <c:v>1.25</c:v>
                </c:pt>
                <c:pt idx="64">
                  <c:v>1.32</c:v>
                </c:pt>
                <c:pt idx="65">
                  <c:v>1.22</c:v>
                </c:pt>
                <c:pt idx="66">
                  <c:v>1.03</c:v>
                </c:pt>
                <c:pt idx="67">
                  <c:v>1.0</c:v>
                </c:pt>
                <c:pt idx="68">
                  <c:v>0.98</c:v>
                </c:pt>
                <c:pt idx="69">
                  <c:v>1.05</c:v>
                </c:pt>
                <c:pt idx="70">
                  <c:v>0.98</c:v>
                </c:pt>
                <c:pt idx="71">
                  <c:v>0.95</c:v>
                </c:pt>
                <c:pt idx="72">
                  <c:v>1.03</c:v>
                </c:pt>
                <c:pt idx="73">
                  <c:v>0.98</c:v>
                </c:pt>
                <c:pt idx="74">
                  <c:v>0.99</c:v>
                </c:pt>
                <c:pt idx="75">
                  <c:v>0.92</c:v>
                </c:pt>
                <c:pt idx="76">
                  <c:v>0.95</c:v>
                </c:pt>
                <c:pt idx="77">
                  <c:v>0.97</c:v>
                </c:pt>
                <c:pt idx="78">
                  <c:v>0.99</c:v>
                </c:pt>
                <c:pt idx="79">
                  <c:v>0.82</c:v>
                </c:pt>
                <c:pt idx="80">
                  <c:v>0.85</c:v>
                </c:pt>
                <c:pt idx="81">
                  <c:v>0.9</c:v>
                </c:pt>
                <c:pt idx="82">
                  <c:v>0.95</c:v>
                </c:pt>
                <c:pt idx="83">
                  <c:v>1.02</c:v>
                </c:pt>
                <c:pt idx="84">
                  <c:v>0.98</c:v>
                </c:pt>
                <c:pt idx="85">
                  <c:v>0.96</c:v>
                </c:pt>
                <c:pt idx="86">
                  <c:v>0.94</c:v>
                </c:pt>
                <c:pt idx="87">
                  <c:v>1.0</c:v>
                </c:pt>
                <c:pt idx="88">
                  <c:v>0.96</c:v>
                </c:pt>
                <c:pt idx="89">
                  <c:v>0.99</c:v>
                </c:pt>
                <c:pt idx="90">
                  <c:v>1.04</c:v>
                </c:pt>
                <c:pt idx="91">
                  <c:v>1.01</c:v>
                </c:pt>
                <c:pt idx="92">
                  <c:v>0.97</c:v>
                </c:pt>
                <c:pt idx="93">
                  <c:v>1.02</c:v>
                </c:pt>
                <c:pt idx="94">
                  <c:v>1.0</c:v>
                </c:pt>
                <c:pt idx="95">
                  <c:v>0.98</c:v>
                </c:pt>
                <c:pt idx="96">
                  <c:v>0.96</c:v>
                </c:pt>
                <c:pt idx="97">
                  <c:v>0.94</c:v>
                </c:pt>
                <c:pt idx="98">
                  <c:v>0.87</c:v>
                </c:pt>
                <c:pt idx="99">
                  <c:v>0.82</c:v>
                </c:pt>
                <c:pt idx="100">
                  <c:v>0.78</c:v>
                </c:pt>
                <c:pt idx="101">
                  <c:v>0.78</c:v>
                </c:pt>
                <c:pt idx="102">
                  <c:v>0.89</c:v>
                </c:pt>
                <c:pt idx="103">
                  <c:v>0.85</c:v>
                </c:pt>
                <c:pt idx="104">
                  <c:v>0.71</c:v>
                </c:pt>
                <c:pt idx="105">
                  <c:v>0.72</c:v>
                </c:pt>
                <c:pt idx="106">
                  <c:v>0.68</c:v>
                </c:pt>
                <c:pt idx="107">
                  <c:v>0.69</c:v>
                </c:pt>
                <c:pt idx="108">
                  <c:v>0.68</c:v>
                </c:pt>
                <c:pt idx="109">
                  <c:v>0.87</c:v>
                </c:pt>
                <c:pt idx="110">
                  <c:v>0.89</c:v>
                </c:pt>
                <c:pt idx="111">
                  <c:v>0.88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27">
                  <c:v>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43">
                  <c:v>1.02</c:v>
                </c:pt>
                <c:pt idx="54">
                  <c:v>1.02</c:v>
                </c:pt>
                <c:pt idx="57">
                  <c:v>0.74</c:v>
                </c:pt>
                <c:pt idx="61">
                  <c:v>1.15</c:v>
                </c:pt>
                <c:pt idx="108">
                  <c:v>0.68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Kronos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KRON  ·  acquired by Concentra Biosciences,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01, 2025   ·   Closed Jun 20, 2025   ·   Status: completed   ·   Pre-ann. volume 0.57×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Kronos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Kronos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826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6828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00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888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476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947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857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151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395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950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78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66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217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010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enters into a non-disclosure agreement with Party 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Board forms a Transaction Committee to evaluate…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announces discontinuation of Phase 1/2 trial for…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announces 83% workforce reduction and appointment of…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enters exclusivity with Party D for a reverse…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Board directs Leerink Partners to contact financial…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25,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initial proposal of $0.95 per share plus…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proposal of $0.57 per share plus…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Board approves the Merger Agreement; Leerink…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Kronos enters lease termination agreement for Cambridge…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~72.90%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Kronos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Kronos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2024-06-14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+46%  ($0.74→$1.08)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+39%  ($0.8→$1.11)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($1.02→$1.29)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($1.02→$0.76)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($1.15→$1.43)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Kronos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To Present Positive Preliminary Data from Phase 1 Dose Escalation Portion of Ongoing Phase 1/2…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Announces Plan to Optimize Resource Allocation, Restructure and Contain Costs Following Positive…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Announces Plan to Optimize Resource Allocation, Restructure and Contain Costs Following Positive…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Presents Positive Preliminary Data from the Phase 1 Dose Escalation Portion of the Ongoing Phase…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Presents Positive Preliminary Data from the Phase 1 Dose Escalation Portion of the Ongoing Phase…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Reports Recent Business Progress and Third-Quarter 2023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Reports Recent Business Progress and Third-Quarter 2023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Kronos Bio Reports Fourth Quarter and Full Year 2024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Continues To Investigate The Merger – PRA, KRON, AXL, SWTX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