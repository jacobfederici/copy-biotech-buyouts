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133.88</c:v>
                </c:pt>
                <c:pt idx="1">
                  <c:v>89.25</c:v>
                </c:pt>
                <c:pt idx="2">
                  <c:v>76.57</c:v>
                </c:pt>
                <c:pt idx="3">
                  <c:v>68.3</c:v>
                </c:pt>
                <c:pt idx="4">
                  <c:v>65.19</c:v>
                </c:pt>
                <c:pt idx="5">
                  <c:v>63.38</c:v>
                </c:pt>
                <c:pt idx="6">
                  <c:v>68.81</c:v>
                </c:pt>
                <c:pt idx="7">
                  <c:v>59.11</c:v>
                </c:pt>
                <c:pt idx="8">
                  <c:v>77.48</c:v>
                </c:pt>
                <c:pt idx="9">
                  <c:v>71.92</c:v>
                </c:pt>
                <c:pt idx="10">
                  <c:v>74.12</c:v>
                </c:pt>
                <c:pt idx="11">
                  <c:v>79.03</c:v>
                </c:pt>
                <c:pt idx="12">
                  <c:v>73.6</c:v>
                </c:pt>
                <c:pt idx="13">
                  <c:v>74.76</c:v>
                </c:pt>
                <c:pt idx="14">
                  <c:v>67.13</c:v>
                </c:pt>
                <c:pt idx="15">
                  <c:v>71.79</c:v>
                </c:pt>
                <c:pt idx="16">
                  <c:v>75.15</c:v>
                </c:pt>
                <c:pt idx="17">
                  <c:v>69.72</c:v>
                </c:pt>
                <c:pt idx="18">
                  <c:v>68.68</c:v>
                </c:pt>
                <c:pt idx="19">
                  <c:v>66.61</c:v>
                </c:pt>
                <c:pt idx="20">
                  <c:v>62.35</c:v>
                </c:pt>
                <c:pt idx="21">
                  <c:v>51.09</c:v>
                </c:pt>
                <c:pt idx="22">
                  <c:v>35.18</c:v>
                </c:pt>
                <c:pt idx="23">
                  <c:v>37.12</c:v>
                </c:pt>
                <c:pt idx="24">
                  <c:v>36.35</c:v>
                </c:pt>
                <c:pt idx="25">
                  <c:v>38.8</c:v>
                </c:pt>
                <c:pt idx="26">
                  <c:v>35.7</c:v>
                </c:pt>
                <c:pt idx="27">
                  <c:v>32.08</c:v>
                </c:pt>
                <c:pt idx="28">
                  <c:v>28.46</c:v>
                </c:pt>
                <c:pt idx="29">
                  <c:v>23.41</c:v>
                </c:pt>
                <c:pt idx="30">
                  <c:v>23.28</c:v>
                </c:pt>
                <c:pt idx="31">
                  <c:v>22.89</c:v>
                </c:pt>
                <c:pt idx="32">
                  <c:v>20.31</c:v>
                </c:pt>
                <c:pt idx="33">
                  <c:v>19.14</c:v>
                </c:pt>
                <c:pt idx="34">
                  <c:v>18.37</c:v>
                </c:pt>
                <c:pt idx="35">
                  <c:v>16.04</c:v>
                </c:pt>
                <c:pt idx="36">
                  <c:v>16.94</c:v>
                </c:pt>
                <c:pt idx="37">
                  <c:v>19.4</c:v>
                </c:pt>
                <c:pt idx="38">
                  <c:v>19.14</c:v>
                </c:pt>
                <c:pt idx="39">
                  <c:v>19.14</c:v>
                </c:pt>
                <c:pt idx="40">
                  <c:v>20.05</c:v>
                </c:pt>
                <c:pt idx="41">
                  <c:v>18.24</c:v>
                </c:pt>
                <c:pt idx="42">
                  <c:v>15.91</c:v>
                </c:pt>
                <c:pt idx="43">
                  <c:v>13.58</c:v>
                </c:pt>
                <c:pt idx="44">
                  <c:v>13.32</c:v>
                </c:pt>
                <c:pt idx="45">
                  <c:v>9.7</c:v>
                </c:pt>
                <c:pt idx="46">
                  <c:v>10.48</c:v>
                </c:pt>
                <c:pt idx="47">
                  <c:v>10.48</c:v>
                </c:pt>
                <c:pt idx="48">
                  <c:v>11.51</c:v>
                </c:pt>
                <c:pt idx="49">
                  <c:v>12.03</c:v>
                </c:pt>
                <c:pt idx="50">
                  <c:v>11.12</c:v>
                </c:pt>
                <c:pt idx="51">
                  <c:v>11.51</c:v>
                </c:pt>
                <c:pt idx="52">
                  <c:v>9.96</c:v>
                </c:pt>
                <c:pt idx="53">
                  <c:v>10.61</c:v>
                </c:pt>
                <c:pt idx="54">
                  <c:v>10.99</c:v>
                </c:pt>
                <c:pt idx="55">
                  <c:v>9.7</c:v>
                </c:pt>
                <c:pt idx="56">
                  <c:v>9.18</c:v>
                </c:pt>
                <c:pt idx="57">
                  <c:v>11.12</c:v>
                </c:pt>
                <c:pt idx="58">
                  <c:v>9.44</c:v>
                </c:pt>
                <c:pt idx="59">
                  <c:v>8.67</c:v>
                </c:pt>
                <c:pt idx="60">
                  <c:v>9.05</c:v>
                </c:pt>
                <c:pt idx="61">
                  <c:v>8.28</c:v>
                </c:pt>
                <c:pt idx="62">
                  <c:v>8.41</c:v>
                </c:pt>
                <c:pt idx="63">
                  <c:v>8.41</c:v>
                </c:pt>
                <c:pt idx="64">
                  <c:v>6.21</c:v>
                </c:pt>
                <c:pt idx="65">
                  <c:v>6.6</c:v>
                </c:pt>
                <c:pt idx="66">
                  <c:v>7.11</c:v>
                </c:pt>
                <c:pt idx="67">
                  <c:v>6.34</c:v>
                </c:pt>
                <c:pt idx="68">
                  <c:v>5.95</c:v>
                </c:pt>
                <c:pt idx="69">
                  <c:v>6.86</c:v>
                </c:pt>
                <c:pt idx="70">
                  <c:v>7.24</c:v>
                </c:pt>
                <c:pt idx="71">
                  <c:v>6.86</c:v>
                </c:pt>
                <c:pt idx="72">
                  <c:v>5.56</c:v>
                </c:pt>
                <c:pt idx="73">
                  <c:v>5.95</c:v>
                </c:pt>
                <c:pt idx="74">
                  <c:v>5.3</c:v>
                </c:pt>
                <c:pt idx="75">
                  <c:v>4.4</c:v>
                </c:pt>
                <c:pt idx="76">
                  <c:v>4.4</c:v>
                </c:pt>
                <c:pt idx="77">
                  <c:v>4.01</c:v>
                </c:pt>
                <c:pt idx="78">
                  <c:v>4.53</c:v>
                </c:pt>
                <c:pt idx="79">
                  <c:v>4.66</c:v>
                </c:pt>
                <c:pt idx="80">
                  <c:v>5.95</c:v>
                </c:pt>
                <c:pt idx="81">
                  <c:v>9.57</c:v>
                </c:pt>
                <c:pt idx="82">
                  <c:v>8.54</c:v>
                </c:pt>
                <c:pt idx="83">
                  <c:v>9.05</c:v>
                </c:pt>
                <c:pt idx="84">
                  <c:v>8.54</c:v>
                </c:pt>
                <c:pt idx="85">
                  <c:v>9.31</c:v>
                </c:pt>
                <c:pt idx="86">
                  <c:v>11.25</c:v>
                </c:pt>
                <c:pt idx="87">
                  <c:v>16.17</c:v>
                </c:pt>
                <c:pt idx="88">
                  <c:v>12.42</c:v>
                </c:pt>
                <c:pt idx="89">
                  <c:v>12.68</c:v>
                </c:pt>
                <c:pt idx="90">
                  <c:v>13.19</c:v>
                </c:pt>
                <c:pt idx="91">
                  <c:v>12.03</c:v>
                </c:pt>
                <c:pt idx="92">
                  <c:v>9.31</c:v>
                </c:pt>
                <c:pt idx="93">
                  <c:v>8.41</c:v>
                </c:pt>
                <c:pt idx="94">
                  <c:v>9.05</c:v>
                </c:pt>
                <c:pt idx="95">
                  <c:v>9.44</c:v>
                </c:pt>
                <c:pt idx="96">
                  <c:v>6.47</c:v>
                </c:pt>
                <c:pt idx="97">
                  <c:v>6.21</c:v>
                </c:pt>
                <c:pt idx="98">
                  <c:v>8.28</c:v>
                </c:pt>
                <c:pt idx="99">
                  <c:v>63.38</c:v>
                </c:pt>
                <c:pt idx="100">
                  <c:v>55.62</c:v>
                </c:pt>
                <c:pt idx="101">
                  <c:v>58.21</c:v>
                </c:pt>
                <c:pt idx="102">
                  <c:v>73.21</c:v>
                </c:pt>
                <c:pt idx="103">
                  <c:v>50.58</c:v>
                </c:pt>
                <c:pt idx="104">
                  <c:v>291.16</c:v>
                </c:pt>
                <c:pt idx="105">
                  <c:v>285.6</c:v>
                </c:pt>
                <c:pt idx="106">
                  <c:v>274.87</c:v>
                </c:pt>
                <c:pt idx="107">
                  <c:v>273.96</c:v>
                </c:pt>
                <c:pt idx="108">
                  <c:v>275.25</c:v>
                </c:pt>
                <c:pt idx="109">
                  <c:v>21.61</c:v>
                </c:pt>
                <c:pt idx="110">
                  <c:v>22.47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0">
                  <c:v>133.88</c:v>
                </c:pt>
                <c:pt idx="21">
                  <c:v>51.09</c:v>
                </c:pt>
                <c:pt idx="44">
                  <c:v>13.32</c:v>
                </c:pt>
                <c:pt idx="86">
                  <c:v>11.25</c:v>
                </c:pt>
                <c:pt idx="95">
                  <c:v>9.44</c:v>
                </c:pt>
                <c:pt idx="97">
                  <c:v>6.21</c:v>
                </c:pt>
                <c:pt idx="102">
                  <c:v>73.21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'23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7">
                  <c:v>59.11</c:v>
                </c:pt>
                <c:pt idx="79">
                  <c:v>4.66</c:v>
                </c:pt>
                <c:pt idx="80">
                  <c:v>5.95</c:v>
                </c:pt>
                <c:pt idx="98">
                  <c:v>8.28</c:v>
                </c:pt>
                <c:pt idx="101">
                  <c:v>58.21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'22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'23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'23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291.16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Sigilon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SGTX  ·  acquired by Eli Lilly and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$14.92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29, 2023   ·   Closed Aug 11, 2023   ·   Status: completed   ·   Pre-ann. volume 0.17×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Sigilon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Sigilon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28235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6795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241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97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43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205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096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210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382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161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327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606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2192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2274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53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54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02, 2018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and Lilly enter into a research collaboration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09, 2021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announces FDA clinical hold on SIG-001 for…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announces strategic reprioritization focusing on…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Board approves engagement of Lazard to explore…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13,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representative contacts Sigilon CEO to discuss the…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of the Board formally authorized to…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pursues a potential reverse merger with 'Party E'…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determines to stop pursuing Party 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expresses potential interest in a whole-company…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2023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initial indication of interest for ~$33M…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submits revised offer with higher CVR milestones…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Sigilon Board unanimously approves the Merger Agreement…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Lilly commences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09, 2023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68.23%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Sigilon becomes a wholly 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Sigilon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+670%  ($0.64→$4.9)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+61%  ($0.46→$0.74)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160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2023-03-03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+44%  ($0.87→$1.25)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2021-07-09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-33%  ($10.35→$6.9)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720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($0.48→$0.64)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($0.73→$0.5)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($4.57→$5.99)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671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2021-12-03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-31%  ($3.95→$2.72)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Sigilon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Sigilon Therapeutics Reports Fourth Quarter and Full Year 2022 Financial Results and Business Highlights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Sigilon Therapeutics Reports First Quarter 2023 Financial Results and Business Highlights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Sigilon Therapeutics Reports First Quarter 2023 Financial Results and Business Highlights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Sigilon Therapeutics Scores Eli Lilly Buyout And Skyrockets More Than 500%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Sigilon (SGTX) Skyrockets 441% on Buyout Offer From Eli Lilly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Biotech Stock Roundup: BMRN's Gene Therapy Gets Approval, SGTX Up on Buyout by 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AEL, AJX, IMNM, SGTX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PDCE, SGTX, CFMS, SYNH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The M&amp;amp;A Class Action Firm Continues Investigating the Merger – AJX, PDCE, CFMS, SGTX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