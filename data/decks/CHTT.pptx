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Sheet1!$A$2:$A$117</c:f>
              <c:strCache>
                <c:ptCount val="116"/>
                <c:pt idx="0">
                  <c:v>Dec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'08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'09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'09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'09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'09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'10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</c:strCache>
            </c:strRef>
          </c:cat>
          <c:val>
            <c:numRef>
              <c:f>Sheet1!$B$2:$B$117</c:f>
              <c:numCache>
                <c:formatCode>General</c:formatCode>
                <c:ptCount val="116"/>
                <c:pt idx="0">
                  <c:v>75.35</c:v>
                </c:pt>
                <c:pt idx="1">
                  <c:v>72.87</c:v>
                </c:pt>
                <c:pt idx="2">
                  <c:v>76.84</c:v>
                </c:pt>
                <c:pt idx="3">
                  <c:v>74.25</c:v>
                </c:pt>
                <c:pt idx="4">
                  <c:v>65.15</c:v>
                </c:pt>
                <c:pt idx="5">
                  <c:v>79.73</c:v>
                </c:pt>
                <c:pt idx="6">
                  <c:v>80.5</c:v>
                </c:pt>
                <c:pt idx="7">
                  <c:v>78.49</c:v>
                </c:pt>
                <c:pt idx="8">
                  <c:v>77.42</c:v>
                </c:pt>
                <c:pt idx="9">
                  <c:v>77.9</c:v>
                </c:pt>
                <c:pt idx="10">
                  <c:v>72.25</c:v>
                </c:pt>
                <c:pt idx="11">
                  <c:v>67.57</c:v>
                </c:pt>
                <c:pt idx="12">
                  <c:v>71.14</c:v>
                </c:pt>
                <c:pt idx="13">
                  <c:v>67.56</c:v>
                </c:pt>
                <c:pt idx="14">
                  <c:v>66.07</c:v>
                </c:pt>
                <c:pt idx="15">
                  <c:v>66.46</c:v>
                </c:pt>
                <c:pt idx="16">
                  <c:v>68.84</c:v>
                </c:pt>
                <c:pt idx="17">
                  <c:v>71.78</c:v>
                </c:pt>
                <c:pt idx="18">
                  <c:v>66.74</c:v>
                </c:pt>
                <c:pt idx="19">
                  <c:v>66.94</c:v>
                </c:pt>
                <c:pt idx="20">
                  <c:v>66.54</c:v>
                </c:pt>
                <c:pt idx="21">
                  <c:v>63.5</c:v>
                </c:pt>
                <c:pt idx="22">
                  <c:v>62.21</c:v>
                </c:pt>
                <c:pt idx="23">
                  <c:v>61.73</c:v>
                </c:pt>
                <c:pt idx="24">
                  <c:v>61.24</c:v>
                </c:pt>
                <c:pt idx="25">
                  <c:v>60.8</c:v>
                </c:pt>
                <c:pt idx="26">
                  <c:v>67.43</c:v>
                </c:pt>
                <c:pt idx="27">
                  <c:v>64.29</c:v>
                </c:pt>
                <c:pt idx="28">
                  <c:v>60.24</c:v>
                </c:pt>
                <c:pt idx="29">
                  <c:v>59.84</c:v>
                </c:pt>
                <c:pt idx="30">
                  <c:v>63.18</c:v>
                </c:pt>
                <c:pt idx="31">
                  <c:v>64.9</c:v>
                </c:pt>
                <c:pt idx="32">
                  <c:v>70.0</c:v>
                </c:pt>
                <c:pt idx="33">
                  <c:v>68.38</c:v>
                </c:pt>
                <c:pt idx="34">
                  <c:v>68.26</c:v>
                </c:pt>
                <c:pt idx="35">
                  <c:v>70.12</c:v>
                </c:pt>
                <c:pt idx="36">
                  <c:v>72.05</c:v>
                </c:pt>
                <c:pt idx="37">
                  <c:v>73.39</c:v>
                </c:pt>
                <c:pt idx="38">
                  <c:v>77.82</c:v>
                </c:pt>
                <c:pt idx="39">
                  <c:v>76.01</c:v>
                </c:pt>
                <c:pt idx="40">
                  <c:v>75.73</c:v>
                </c:pt>
                <c:pt idx="41">
                  <c:v>63.05</c:v>
                </c:pt>
                <c:pt idx="42">
                  <c:v>67.35</c:v>
                </c:pt>
                <c:pt idx="43">
                  <c:v>67.73</c:v>
                </c:pt>
                <c:pt idx="44">
                  <c:v>75.67</c:v>
                </c:pt>
                <c:pt idx="45">
                  <c:v>72.08</c:v>
                </c:pt>
                <c:pt idx="46">
                  <c:v>67.27</c:v>
                </c:pt>
                <c:pt idx="47">
                  <c:v>69.28</c:v>
                </c:pt>
                <c:pt idx="48">
                  <c:v>72.57</c:v>
                </c:pt>
                <c:pt idx="49">
                  <c:v>69.62</c:v>
                </c:pt>
                <c:pt idx="50">
                  <c:v>64.6</c:v>
                </c:pt>
                <c:pt idx="51">
                  <c:v>68.76</c:v>
                </c:pt>
                <c:pt idx="52">
                  <c:v>68.24</c:v>
                </c:pt>
                <c:pt idx="53">
                  <c:v>69.68</c:v>
                </c:pt>
                <c:pt idx="54">
                  <c:v>65.2</c:v>
                </c:pt>
                <c:pt idx="55">
                  <c:v>64.48</c:v>
                </c:pt>
                <c:pt idx="56">
                  <c:v>67.17</c:v>
                </c:pt>
                <c:pt idx="57">
                  <c:v>67.6</c:v>
                </c:pt>
                <c:pt idx="58">
                  <c:v>65.48</c:v>
                </c:pt>
                <c:pt idx="59">
                  <c:v>65.47</c:v>
                </c:pt>
                <c:pt idx="60">
                  <c:v>63.02</c:v>
                </c:pt>
                <c:pt idx="61">
                  <c:v>63.43</c:v>
                </c:pt>
                <c:pt idx="62">
                  <c:v>59.28</c:v>
                </c:pt>
                <c:pt idx="63">
                  <c:v>56.47</c:v>
                </c:pt>
                <c:pt idx="64">
                  <c:v>56.29</c:v>
                </c:pt>
                <c:pt idx="65">
                  <c:v>57.89</c:v>
                </c:pt>
                <c:pt idx="66">
                  <c:v>52.0</c:v>
                </c:pt>
                <c:pt idx="67">
                  <c:v>53.4</c:v>
                </c:pt>
                <c:pt idx="68">
                  <c:v>57.36</c:v>
                </c:pt>
                <c:pt idx="69">
                  <c:v>56.21</c:v>
                </c:pt>
                <c:pt idx="70">
                  <c:v>54.59</c:v>
                </c:pt>
                <c:pt idx="71">
                  <c:v>56.06</c:v>
                </c:pt>
                <c:pt idx="72">
                  <c:v>55.88</c:v>
                </c:pt>
                <c:pt idx="73">
                  <c:v>56.45</c:v>
                </c:pt>
                <c:pt idx="74">
                  <c:v>59.73</c:v>
                </c:pt>
                <c:pt idx="75">
                  <c:v>66.06</c:v>
                </c:pt>
                <c:pt idx="76">
                  <c:v>64.51</c:v>
                </c:pt>
                <c:pt idx="77">
                  <c:v>65.77</c:v>
                </c:pt>
                <c:pt idx="78">
                  <c:v>69.44</c:v>
                </c:pt>
                <c:pt idx="79">
                  <c:v>66.47</c:v>
                </c:pt>
                <c:pt idx="80">
                  <c:v>63.3</c:v>
                </c:pt>
                <c:pt idx="81">
                  <c:v>66.0</c:v>
                </c:pt>
                <c:pt idx="82">
                  <c:v>65.9</c:v>
                </c:pt>
                <c:pt idx="83">
                  <c:v>62.67</c:v>
                </c:pt>
                <c:pt idx="84">
                  <c:v>62.28</c:v>
                </c:pt>
                <c:pt idx="85">
                  <c:v>62.85</c:v>
                </c:pt>
                <c:pt idx="86">
                  <c:v>61.67</c:v>
                </c:pt>
                <c:pt idx="87">
                  <c:v>61.67</c:v>
                </c:pt>
                <c:pt idx="88">
                  <c:v>63.0</c:v>
                </c:pt>
                <c:pt idx="89">
                  <c:v>63.69</c:v>
                </c:pt>
                <c:pt idx="90">
                  <c:v>63.85</c:v>
                </c:pt>
                <c:pt idx="91">
                  <c:v>63.92</c:v>
                </c:pt>
                <c:pt idx="92">
                  <c:v>64.59</c:v>
                </c:pt>
                <c:pt idx="93">
                  <c:v>65.67</c:v>
                </c:pt>
                <c:pt idx="94">
                  <c:v>65.59</c:v>
                </c:pt>
                <c:pt idx="95">
                  <c:v>65.1</c:v>
                </c:pt>
                <c:pt idx="96">
                  <c:v>63.37</c:v>
                </c:pt>
                <c:pt idx="97">
                  <c:v>64.46</c:v>
                </c:pt>
                <c:pt idx="98">
                  <c:v>65.78</c:v>
                </c:pt>
                <c:pt idx="99">
                  <c:v>66.44</c:v>
                </c:pt>
                <c:pt idx="100">
                  <c:v>66.32</c:v>
                </c:pt>
                <c:pt idx="101">
                  <c:v>68.22</c:v>
                </c:pt>
                <c:pt idx="102">
                  <c:v>68.67</c:v>
                </c:pt>
                <c:pt idx="103">
                  <c:v>69.98</c:v>
                </c:pt>
                <c:pt idx="104">
                  <c:v>93.25</c:v>
                </c:pt>
                <c:pt idx="105">
                  <c:v>93.3</c:v>
                </c:pt>
                <c:pt idx="106">
                  <c:v>93.27</c:v>
                </c:pt>
                <c:pt idx="107">
                  <c:v>93.28</c:v>
                </c:pt>
                <c:pt idx="108">
                  <c:v>93.26</c:v>
                </c:pt>
                <c:pt idx="109">
                  <c:v>93.46</c:v>
                </c:pt>
                <c:pt idx="110">
                  <c:v>93.42</c:v>
                </c:pt>
                <c:pt idx="111">
                  <c:v>93.49</c:v>
                </c:pt>
                <c:pt idx="112">
                  <c:v>93.48</c:v>
                </c:pt>
                <c:pt idx="113">
                  <c:v>93.48</c:v>
                </c:pt>
                <c:pt idx="114">
                  <c:v>93.49</c:v>
                </c:pt>
                <c:pt idx="115">
                  <c:v>93.49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Sheet1!$A$2:$A$117</c:f>
              <c:strCache>
                <c:ptCount val="116"/>
                <c:pt idx="0">
                  <c:v>Dec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'08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'09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'09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'09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'09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'10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</c:strCache>
            </c:strRef>
          </c:cat>
          <c:val>
            <c:numRef>
              <c:f>Sheet1!$C$2:$C$117</c:f>
              <c:numCache>
                <c:formatCode>General</c:formatCode>
                <c:ptCount val="116"/>
                <c:pt idx="4">
                  <c:v>65.15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Sheet1!$A$2:$A$117</c:f>
              <c:strCache>
                <c:ptCount val="116"/>
                <c:pt idx="0">
                  <c:v>Dec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'08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'09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'09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'09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'09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'10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</c:strCache>
            </c:strRef>
          </c:cat>
          <c:val>
            <c:numRef>
              <c:f>Sheet1!$D$2:$D$117</c:f>
              <c:numCache>
                <c:formatCode>General</c:formatCode>
                <c:ptCount val="116"/>
                <c:pt idx="104">
                  <c:v>93.25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CHATTEM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CHTT  ·  acquired by sanofi-aventis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$93.5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21, 2009   ·   Closed Mar 10, 2010   ·   Status: completed   ·   Pre-ann. volume 0.64×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CHATTEM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CHATTEM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09037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7597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143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553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284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967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650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989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794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3550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1338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8389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3998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Aug 2009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Mar 2010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28, 2009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Goldman Sachs, on behalf of sanofi-aventis, contacts…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10, 2009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Chattem management meets with sanofi-aventis CEO…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05, 2009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Sanofi-aventis submits a non-binding proposal to acquire…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17, 2009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Chattem Board determines the initial offer is insufficient…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20, 2009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Sanofi-aventis increases its offer to $90.00 per share.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23, 2009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Parties execute a Confidentiality Agreement; due diligence…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15, 2009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Sanofi-aventis increases the offer price to $93.50 per…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20, 2009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Chattem Board unanimously approves the Merger Agreement and…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21, 2009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11, 2010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08, 2010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09, 2010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Sanofi-aventis announces successful completion of the…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10, 2010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Short-form merger completed; Chattem becomes an indirect…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CHATTEM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2008-02-01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($65.15→$79.73)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689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CHATTEM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2009-12-21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Chattem and sanofi-aventis announce execution of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2010-03-10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Completion of short-form merger and delisting from NASDAQ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