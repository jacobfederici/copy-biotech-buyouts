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10.0</c:v>
                </c:pt>
                <c:pt idx="1">
                  <c:v>9.24</c:v>
                </c:pt>
                <c:pt idx="2">
                  <c:v>10.2</c:v>
                </c:pt>
                <c:pt idx="3">
                  <c:v>10.02</c:v>
                </c:pt>
                <c:pt idx="4">
                  <c:v>9.32</c:v>
                </c:pt>
                <c:pt idx="5">
                  <c:v>8.56</c:v>
                </c:pt>
                <c:pt idx="6">
                  <c:v>9.51</c:v>
                </c:pt>
                <c:pt idx="7">
                  <c:v>11.43</c:v>
                </c:pt>
                <c:pt idx="8">
                  <c:v>11.42</c:v>
                </c:pt>
                <c:pt idx="9">
                  <c:v>11.42</c:v>
                </c:pt>
                <c:pt idx="10">
                  <c:v>11.98</c:v>
                </c:pt>
                <c:pt idx="11">
                  <c:v>12.15</c:v>
                </c:pt>
                <c:pt idx="12">
                  <c:v>12.39</c:v>
                </c:pt>
                <c:pt idx="13">
                  <c:v>10.21</c:v>
                </c:pt>
                <c:pt idx="14">
                  <c:v>10.0</c:v>
                </c:pt>
                <c:pt idx="15">
                  <c:v>10.12</c:v>
                </c:pt>
                <c:pt idx="16">
                  <c:v>10.7</c:v>
                </c:pt>
                <c:pt idx="17">
                  <c:v>10.28</c:v>
                </c:pt>
                <c:pt idx="18">
                  <c:v>10.44</c:v>
                </c:pt>
                <c:pt idx="19">
                  <c:v>7.82</c:v>
                </c:pt>
                <c:pt idx="20">
                  <c:v>6.08</c:v>
                </c:pt>
                <c:pt idx="21">
                  <c:v>5.95</c:v>
                </c:pt>
                <c:pt idx="22">
                  <c:v>5.56</c:v>
                </c:pt>
                <c:pt idx="23">
                  <c:v>5.5</c:v>
                </c:pt>
                <c:pt idx="24">
                  <c:v>5.17</c:v>
                </c:pt>
                <c:pt idx="25">
                  <c:v>4.7</c:v>
                </c:pt>
                <c:pt idx="26">
                  <c:v>4.05</c:v>
                </c:pt>
                <c:pt idx="27">
                  <c:v>3.15</c:v>
                </c:pt>
                <c:pt idx="28">
                  <c:v>3.92</c:v>
                </c:pt>
                <c:pt idx="29">
                  <c:v>4.0</c:v>
                </c:pt>
                <c:pt idx="30">
                  <c:v>4.42</c:v>
                </c:pt>
                <c:pt idx="31">
                  <c:v>3.76</c:v>
                </c:pt>
                <c:pt idx="32">
                  <c:v>2.15</c:v>
                </c:pt>
                <c:pt idx="33">
                  <c:v>2.5</c:v>
                </c:pt>
                <c:pt idx="34">
                  <c:v>2.18</c:v>
                </c:pt>
                <c:pt idx="35">
                  <c:v>2.13</c:v>
                </c:pt>
                <c:pt idx="36">
                  <c:v>1.77</c:v>
                </c:pt>
                <c:pt idx="37">
                  <c:v>1.94</c:v>
                </c:pt>
                <c:pt idx="38">
                  <c:v>3.1</c:v>
                </c:pt>
                <c:pt idx="39">
                  <c:v>3.74</c:v>
                </c:pt>
                <c:pt idx="40">
                  <c:v>3.94</c:v>
                </c:pt>
                <c:pt idx="41">
                  <c:v>4.27</c:v>
                </c:pt>
                <c:pt idx="42">
                  <c:v>3.79</c:v>
                </c:pt>
                <c:pt idx="43">
                  <c:v>3.74</c:v>
                </c:pt>
                <c:pt idx="44">
                  <c:v>3.09</c:v>
                </c:pt>
                <c:pt idx="45">
                  <c:v>3.22</c:v>
                </c:pt>
                <c:pt idx="46">
                  <c:v>5.25</c:v>
                </c:pt>
                <c:pt idx="47">
                  <c:v>5.99</c:v>
                </c:pt>
                <c:pt idx="48">
                  <c:v>6.0</c:v>
                </c:pt>
                <c:pt idx="49">
                  <c:v>5.39</c:v>
                </c:pt>
                <c:pt idx="50">
                  <c:v>5.64</c:v>
                </c:pt>
                <c:pt idx="51">
                  <c:v>4.72</c:v>
                </c:pt>
                <c:pt idx="52">
                  <c:v>4.01</c:v>
                </c:pt>
                <c:pt idx="53">
                  <c:v>5.13</c:v>
                </c:pt>
                <c:pt idx="54">
                  <c:v>5.35</c:v>
                </c:pt>
                <c:pt idx="55">
                  <c:v>4.92</c:v>
                </c:pt>
                <c:pt idx="56">
                  <c:v>5.04</c:v>
                </c:pt>
                <c:pt idx="57">
                  <c:v>4.52</c:v>
                </c:pt>
                <c:pt idx="58">
                  <c:v>4.25</c:v>
                </c:pt>
                <c:pt idx="59">
                  <c:v>4.76</c:v>
                </c:pt>
                <c:pt idx="60">
                  <c:v>4.38</c:v>
                </c:pt>
                <c:pt idx="61">
                  <c:v>4.8</c:v>
                </c:pt>
                <c:pt idx="62">
                  <c:v>4.51</c:v>
                </c:pt>
                <c:pt idx="63">
                  <c:v>4.23</c:v>
                </c:pt>
                <c:pt idx="64">
                  <c:v>3.92</c:v>
                </c:pt>
                <c:pt idx="65">
                  <c:v>3.95</c:v>
                </c:pt>
                <c:pt idx="66">
                  <c:v>3.72</c:v>
                </c:pt>
                <c:pt idx="67">
                  <c:v>3.85</c:v>
                </c:pt>
                <c:pt idx="68">
                  <c:v>4.03</c:v>
                </c:pt>
                <c:pt idx="69">
                  <c:v>4.44</c:v>
                </c:pt>
                <c:pt idx="70">
                  <c:v>4.47</c:v>
                </c:pt>
                <c:pt idx="71">
                  <c:v>4.79</c:v>
                </c:pt>
                <c:pt idx="72">
                  <c:v>4.1</c:v>
                </c:pt>
                <c:pt idx="73">
                  <c:v>4.18</c:v>
                </c:pt>
                <c:pt idx="74">
                  <c:v>4.77</c:v>
                </c:pt>
                <c:pt idx="75">
                  <c:v>4.75</c:v>
                </c:pt>
                <c:pt idx="76">
                  <c:v>4.87</c:v>
                </c:pt>
                <c:pt idx="77">
                  <c:v>4.4</c:v>
                </c:pt>
                <c:pt idx="78">
                  <c:v>4.71</c:v>
                </c:pt>
                <c:pt idx="79">
                  <c:v>5.05</c:v>
                </c:pt>
                <c:pt idx="80">
                  <c:v>4.93</c:v>
                </c:pt>
                <c:pt idx="81">
                  <c:v>4.81</c:v>
                </c:pt>
                <c:pt idx="82">
                  <c:v>5.01</c:v>
                </c:pt>
                <c:pt idx="83">
                  <c:v>4.99</c:v>
                </c:pt>
                <c:pt idx="84">
                  <c:v>4.85</c:v>
                </c:pt>
                <c:pt idx="85">
                  <c:v>4.4</c:v>
                </c:pt>
                <c:pt idx="86">
                  <c:v>4.73</c:v>
                </c:pt>
                <c:pt idx="87">
                  <c:v>3.52</c:v>
                </c:pt>
                <c:pt idx="88">
                  <c:v>3.61</c:v>
                </c:pt>
                <c:pt idx="89">
                  <c:v>3.99</c:v>
                </c:pt>
                <c:pt idx="90">
                  <c:v>3.53</c:v>
                </c:pt>
                <c:pt idx="91">
                  <c:v>3.27</c:v>
                </c:pt>
                <c:pt idx="92">
                  <c:v>3.14</c:v>
                </c:pt>
                <c:pt idx="93">
                  <c:v>3.05</c:v>
                </c:pt>
                <c:pt idx="94">
                  <c:v>2.91</c:v>
                </c:pt>
                <c:pt idx="95">
                  <c:v>2.49</c:v>
                </c:pt>
                <c:pt idx="96">
                  <c:v>2.61</c:v>
                </c:pt>
                <c:pt idx="97">
                  <c:v>2.6</c:v>
                </c:pt>
                <c:pt idx="98">
                  <c:v>2.66</c:v>
                </c:pt>
                <c:pt idx="99">
                  <c:v>2.3</c:v>
                </c:pt>
                <c:pt idx="100">
                  <c:v>2.54</c:v>
                </c:pt>
                <c:pt idx="101">
                  <c:v>2.61</c:v>
                </c:pt>
                <c:pt idx="102">
                  <c:v>2.64</c:v>
                </c:pt>
                <c:pt idx="103">
                  <c:v>2.66</c:v>
                </c:pt>
                <c:pt idx="104">
                  <c:v>4.95</c:v>
                </c:pt>
                <c:pt idx="105">
                  <c:v>4.95</c:v>
                </c:pt>
                <c:pt idx="106">
                  <c:v>4.95</c:v>
                </c:pt>
                <c:pt idx="107">
                  <c:v>4.95</c:v>
                </c:pt>
                <c:pt idx="108">
                  <c:v>4.96</c:v>
                </c:pt>
                <c:pt idx="109">
                  <c:v>4.98</c:v>
                </c:pt>
                <c:pt idx="110">
                  <c:v>4.98</c:v>
                </c:pt>
                <c:pt idx="111">
                  <c:v>5.0</c:v>
                </c:pt>
                <c:pt idx="112">
                  <c:v>4.99</c:v>
                </c:pt>
                <c:pt idx="113">
                  <c:v>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6">
                  <c:v>9.51</c:v>
                </c:pt>
                <c:pt idx="37">
                  <c:v>1.94</c:v>
                </c:pt>
                <c:pt idx="45">
                  <c:v>3.22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Sheet1!$D$2:$D$115</c:f>
              <c:numCache>
                <c:formatCode>General</c:formatCode>
                <c:ptCount val="114"/>
                <c:pt idx="18">
                  <c:v>10.44</c:v>
                </c:pt>
                <c:pt idx="19">
                  <c:v>7.82</c:v>
                </c:pt>
                <c:pt idx="26">
                  <c:v>4.05</c:v>
                </c:pt>
                <c:pt idx="27">
                  <c:v>3.15</c:v>
                </c:pt>
                <c:pt idx="31">
                  <c:v>3.76</c:v>
                </c:pt>
                <c:pt idx="38">
                  <c:v>3.1</c:v>
                </c:pt>
                <c:pt idx="52">
                  <c:v>4.01</c:v>
                </c:pt>
                <c:pt idx="86">
                  <c:v>4.73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Sheet1!$E$2:$E$115</c:f>
              <c:numCache>
                <c:formatCode>General</c:formatCode>
                <c:ptCount val="114"/>
                <c:pt idx="104">
                  <c:v>4.95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2seventy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TSVT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10, 2025   ·   Closed May 13, 2025   ·   Status: completed   ·   Pre-ann. volume 0.76×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2seventy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2seventy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844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7001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339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8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888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38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039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410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987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41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772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3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295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872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534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contacts BMS to discuss a potential strategic…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non-binding indication of interest to acquire…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rescinds indication of interest due to near-term…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2seventy bio Board determines to focus on Abecma and divest…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authorizes management to evaluate strategic options…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establishes a Transaction Committee to evaluate…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term sheet for a 'merger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Chip Baird contacts BMS to gauge interest in 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makes a verbal offer of $4.75 per share; 2seventy bio…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increases offer to $5.25 per share, characterized as…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reduces offer to $5.00 per share citing due diligence…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the Merger Agreement at $5.00…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81.8% of shares validly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2seventy bio delisted from Nasdaq.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2seventy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11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+63%  ($3.22→$5.25)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+60%  ($1.94→$3.1)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-43%  ($3.76→$2.15)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($4.01→$5.13)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($4.73→$3.52)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($10.44→$7.82)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($3.15→$3.92)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($7.82→$6.08)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2seventy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Medigene AG Reports Full-Year 2022 Financial Results and Provides Corporate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 Squibb Reports First Quarter Financial Results for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biotech pulse: X4 Pharma data on deck, AbbVie set for FDA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 Squibb and 2seventy bio Provide Update on U.S. FDA Review of sBLA for Abecma (idecabtagene…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 Squibb slumps as FDA convenes advisory panel for drug application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Eyes On Novartis, Gilead, Bristol Myers As FDA Weighs Risks Vs. Benefits Of Approved CAR T-Cell Therapies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 Squibb and 2seventy bio Share Update on U.S. FDA Oncologic Drugs Advisory Committee Meeting…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U.S. FDA Approves Bristol Myers Squibb and 2seventy bio’s Abecma for Triple-Class Exposed Relapsed or…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2024-09-25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Myers-2seventy Bio Halt Phase 3 Trial For Abecma In Newly Diagnosed Myeloma Patients, Speeds Path…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