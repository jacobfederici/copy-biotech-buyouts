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3.17</c:v>
                </c:pt>
                <c:pt idx="1">
                  <c:v>3.08</c:v>
                </c:pt>
                <c:pt idx="2">
                  <c:v>3.2</c:v>
                </c:pt>
                <c:pt idx="3">
                  <c:v>3.12</c:v>
                </c:pt>
                <c:pt idx="4">
                  <c:v>3.07</c:v>
                </c:pt>
                <c:pt idx="5">
                  <c:v>2.9</c:v>
                </c:pt>
                <c:pt idx="6">
                  <c:v>2.7</c:v>
                </c:pt>
                <c:pt idx="7">
                  <c:v>2.65</c:v>
                </c:pt>
                <c:pt idx="8">
                  <c:v>2.85</c:v>
                </c:pt>
                <c:pt idx="9">
                  <c:v>2.95</c:v>
                </c:pt>
                <c:pt idx="10">
                  <c:v>2.77</c:v>
                </c:pt>
                <c:pt idx="11">
                  <c:v>2.96</c:v>
                </c:pt>
                <c:pt idx="12">
                  <c:v>2.94</c:v>
                </c:pt>
                <c:pt idx="13">
                  <c:v>3.26</c:v>
                </c:pt>
                <c:pt idx="14">
                  <c:v>3.6</c:v>
                </c:pt>
                <c:pt idx="15">
                  <c:v>3.53</c:v>
                </c:pt>
                <c:pt idx="16">
                  <c:v>3.47</c:v>
                </c:pt>
                <c:pt idx="17">
                  <c:v>3.51</c:v>
                </c:pt>
                <c:pt idx="18">
                  <c:v>3.68</c:v>
                </c:pt>
                <c:pt idx="19">
                  <c:v>3.55</c:v>
                </c:pt>
                <c:pt idx="20">
                  <c:v>3.38</c:v>
                </c:pt>
                <c:pt idx="21">
                  <c:v>3.21</c:v>
                </c:pt>
                <c:pt idx="22">
                  <c:v>2.92</c:v>
                </c:pt>
                <c:pt idx="23">
                  <c:v>2.85</c:v>
                </c:pt>
                <c:pt idx="24">
                  <c:v>3.0</c:v>
                </c:pt>
                <c:pt idx="25">
                  <c:v>2.84</c:v>
                </c:pt>
                <c:pt idx="26">
                  <c:v>3.1</c:v>
                </c:pt>
                <c:pt idx="27">
                  <c:v>2.91</c:v>
                </c:pt>
                <c:pt idx="28">
                  <c:v>3.18</c:v>
                </c:pt>
                <c:pt idx="29">
                  <c:v>2.91</c:v>
                </c:pt>
                <c:pt idx="30">
                  <c:v>3.0</c:v>
                </c:pt>
                <c:pt idx="31">
                  <c:v>2.98</c:v>
                </c:pt>
                <c:pt idx="32">
                  <c:v>2.97</c:v>
                </c:pt>
                <c:pt idx="33">
                  <c:v>2.9</c:v>
                </c:pt>
                <c:pt idx="34">
                  <c:v>3.16</c:v>
                </c:pt>
                <c:pt idx="35">
                  <c:v>2.91</c:v>
                </c:pt>
                <c:pt idx="36">
                  <c:v>2.85</c:v>
                </c:pt>
                <c:pt idx="37">
                  <c:v>2.88</c:v>
                </c:pt>
                <c:pt idx="38">
                  <c:v>2.76</c:v>
                </c:pt>
                <c:pt idx="39">
                  <c:v>2.71</c:v>
                </c:pt>
                <c:pt idx="40">
                  <c:v>2.58</c:v>
                </c:pt>
                <c:pt idx="41">
                  <c:v>2.71</c:v>
                </c:pt>
                <c:pt idx="42">
                  <c:v>3.02</c:v>
                </c:pt>
                <c:pt idx="43">
                  <c:v>3.85</c:v>
                </c:pt>
                <c:pt idx="44">
                  <c:v>3.73</c:v>
                </c:pt>
                <c:pt idx="45">
                  <c:v>3.71</c:v>
                </c:pt>
                <c:pt idx="46">
                  <c:v>2.68</c:v>
                </c:pt>
                <c:pt idx="47">
                  <c:v>2.5</c:v>
                </c:pt>
                <c:pt idx="48">
                  <c:v>2.6</c:v>
                </c:pt>
                <c:pt idx="49">
                  <c:v>2.51</c:v>
                </c:pt>
                <c:pt idx="50">
                  <c:v>2.55</c:v>
                </c:pt>
                <c:pt idx="51">
                  <c:v>2.38</c:v>
                </c:pt>
                <c:pt idx="52">
                  <c:v>2.36</c:v>
                </c:pt>
                <c:pt idx="53">
                  <c:v>2.39</c:v>
                </c:pt>
                <c:pt idx="54">
                  <c:v>2.38</c:v>
                </c:pt>
                <c:pt idx="55">
                  <c:v>2.35</c:v>
                </c:pt>
                <c:pt idx="56">
                  <c:v>1.99</c:v>
                </c:pt>
                <c:pt idx="57">
                  <c:v>1.95</c:v>
                </c:pt>
                <c:pt idx="58">
                  <c:v>2.26</c:v>
                </c:pt>
                <c:pt idx="59">
                  <c:v>2.53</c:v>
                </c:pt>
                <c:pt idx="60">
                  <c:v>2.41</c:v>
                </c:pt>
                <c:pt idx="61">
                  <c:v>2.1</c:v>
                </c:pt>
                <c:pt idx="62">
                  <c:v>2.63</c:v>
                </c:pt>
                <c:pt idx="63">
                  <c:v>2.7</c:v>
                </c:pt>
                <c:pt idx="64">
                  <c:v>2.61</c:v>
                </c:pt>
                <c:pt idx="65">
                  <c:v>2.69</c:v>
                </c:pt>
                <c:pt idx="66">
                  <c:v>2.5</c:v>
                </c:pt>
                <c:pt idx="67">
                  <c:v>2.48</c:v>
                </c:pt>
                <c:pt idx="68">
                  <c:v>2.8</c:v>
                </c:pt>
                <c:pt idx="69">
                  <c:v>2.62</c:v>
                </c:pt>
                <c:pt idx="70">
                  <c:v>2.71</c:v>
                </c:pt>
                <c:pt idx="71">
                  <c:v>2.53</c:v>
                </c:pt>
                <c:pt idx="72">
                  <c:v>2.69</c:v>
                </c:pt>
                <c:pt idx="73">
                  <c:v>2.49</c:v>
                </c:pt>
                <c:pt idx="74">
                  <c:v>2.6</c:v>
                </c:pt>
                <c:pt idx="75">
                  <c:v>2.53</c:v>
                </c:pt>
                <c:pt idx="76">
                  <c:v>2.59</c:v>
                </c:pt>
                <c:pt idx="77">
                  <c:v>2.32</c:v>
                </c:pt>
                <c:pt idx="78">
                  <c:v>2.17</c:v>
                </c:pt>
                <c:pt idx="79">
                  <c:v>2.19</c:v>
                </c:pt>
                <c:pt idx="80">
                  <c:v>2.33</c:v>
                </c:pt>
                <c:pt idx="81">
                  <c:v>2.47</c:v>
                </c:pt>
                <c:pt idx="82">
                  <c:v>2.52</c:v>
                </c:pt>
                <c:pt idx="83">
                  <c:v>2.37</c:v>
                </c:pt>
                <c:pt idx="84">
                  <c:v>2.44</c:v>
                </c:pt>
                <c:pt idx="85">
                  <c:v>2.35</c:v>
                </c:pt>
                <c:pt idx="86">
                  <c:v>2.79</c:v>
                </c:pt>
                <c:pt idx="87">
                  <c:v>2.06</c:v>
                </c:pt>
                <c:pt idx="88">
                  <c:v>2.12</c:v>
                </c:pt>
                <c:pt idx="89">
                  <c:v>1.96</c:v>
                </c:pt>
                <c:pt idx="90">
                  <c:v>2.06</c:v>
                </c:pt>
                <c:pt idx="91">
                  <c:v>1.97</c:v>
                </c:pt>
                <c:pt idx="92">
                  <c:v>2.0</c:v>
                </c:pt>
                <c:pt idx="93">
                  <c:v>2.06</c:v>
                </c:pt>
                <c:pt idx="94">
                  <c:v>1.97</c:v>
                </c:pt>
                <c:pt idx="95">
                  <c:v>1.96</c:v>
                </c:pt>
                <c:pt idx="96">
                  <c:v>1.97</c:v>
                </c:pt>
                <c:pt idx="97">
                  <c:v>2.16</c:v>
                </c:pt>
                <c:pt idx="98">
                  <c:v>4.11</c:v>
                </c:pt>
                <c:pt idx="99">
                  <c:v>4.63</c:v>
                </c:pt>
                <c:pt idx="100">
                  <c:v>4.54</c:v>
                </c:pt>
                <c:pt idx="101">
                  <c:v>4.57</c:v>
                </c:pt>
                <c:pt idx="102">
                  <c:v>4.48</c:v>
                </c:pt>
                <c:pt idx="103">
                  <c:v>4.1</c:v>
                </c:pt>
                <c:pt idx="104">
                  <c:v>4.18</c:v>
                </c:pt>
                <c:pt idx="105">
                  <c:v>5.03</c:v>
                </c:pt>
                <c:pt idx="106">
                  <c:v>5.01</c:v>
                </c:pt>
                <c:pt idx="107">
                  <c:v>5.02</c:v>
                </c:pt>
                <c:pt idx="108">
                  <c:v>5.02</c:v>
                </c:pt>
                <c:pt idx="109">
                  <c:v>5.01</c:v>
                </c:pt>
                <c:pt idx="110">
                  <c:v>3.23</c:v>
                </c:pt>
                <c:pt idx="111">
                  <c:v>3.2</c:v>
                </c:pt>
                <c:pt idx="112">
                  <c:v>3.13</c:v>
                </c:pt>
                <c:pt idx="113">
                  <c:v>3.15</c:v>
                </c:pt>
                <c:pt idx="114">
                  <c:v>3.17</c:v>
                </c:pt>
                <c:pt idx="115">
                  <c:v>3.14</c:v>
                </c:pt>
                <c:pt idx="116">
                  <c:v>3.25</c:v>
                </c:pt>
                <c:pt idx="117">
                  <c:v>3.37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42">
                  <c:v>3.02</c:v>
                </c:pt>
                <c:pt idx="45">
                  <c:v>3.71</c:v>
                </c:pt>
                <c:pt idx="61">
                  <c:v>2.1</c:v>
                </c:pt>
                <c:pt idx="86">
                  <c:v>2.79</c:v>
                </c:pt>
                <c:pt idx="97">
                  <c:v>2.16</c:v>
                </c:pt>
                <c:pt idx="109">
                  <c:v>5.01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'26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Sheet1!$D$2:$D$119</c:f>
              <c:numCache>
                <c:formatCode>General</c:formatCode>
                <c:ptCount val="118"/>
                <c:pt idx="105">
                  <c:v>5.03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Lisata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LSTA  ·  acquired by Kuva Labs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06, 2026   ·   Closed n/a   ·   Status: pending   ·   Pre-ann. volume 0.39×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Lisata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Lisata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4601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3161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2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374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120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9115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35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242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321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275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Lisata and Kuva enter into an exclusive license and…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Kuva submits an unsolicited non-binding term sheet for a…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25,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execute a non-binding term sheet at $6.00 per share…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Lisata Board approves a binding term sheet at $4.00 per…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Original Merger Agreement executed at $5.00 per share plus…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Kuva fails to commence the tender offer by the agreed…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First Merger Agreement Amendment executed to extend…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Second Merger Agreement Amendment executed, reducing…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Third Merger Agreement Amendment executed, extending…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Kuva Acquisition Corp. commences the tender offer.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Lisata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2026-01-23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+90%  ($2.16→$4.11)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($3.71→$2.68)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($3.02→$3.85)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2025-11-07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($2.79→$2.06)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119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($2.1→$2.63)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Lisata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Lisata Therapeutics to Host Third Quarter 2023 Financial Results Conference Call on Thursday, November 2nd…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Lisata Therapeutics Reports Third Quarter 2023 Financial Results and Provides Business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2025-02-20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Lisata Therapeutics to Report Full Year 2024 Financial Results and Provide a Business Update on Thursday…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Lisata Therapeutics and WARPNINE Announce iLSTA Trial Enrollment Completion and Provide Preliminary Data…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Lisata Therapeutics Announces Execution of Merger Agreement with Kuva Labs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Lisata Therapeutics Enters into Definitive Agreement to be Acquired by Kuva Labs, Inc.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URGENT: The M&amp;amp;A Class Action Firm Launches Legal Inquiry for the Merger—LSTA, IBCP, HCBN, and SILA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Lisata and Kuva Amend Merger Agreement to Revise Offer Price and CVR Terms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2026-06-10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Lisata Therapeutics agrees to Kuva Labs buyout at $4 per share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