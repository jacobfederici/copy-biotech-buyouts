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Oct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9.5</c:v>
                </c:pt>
                <c:pt idx="1">
                  <c:v>9.3</c:v>
                </c:pt>
                <c:pt idx="2">
                  <c:v>9.4</c:v>
                </c:pt>
                <c:pt idx="3">
                  <c:v>9.0</c:v>
                </c:pt>
                <c:pt idx="4">
                  <c:v>8.8</c:v>
                </c:pt>
                <c:pt idx="5">
                  <c:v>8.3</c:v>
                </c:pt>
                <c:pt idx="6">
                  <c:v>9.0</c:v>
                </c:pt>
                <c:pt idx="7">
                  <c:v>8.1</c:v>
                </c:pt>
                <c:pt idx="8">
                  <c:v>7.9</c:v>
                </c:pt>
                <c:pt idx="9">
                  <c:v>7.5</c:v>
                </c:pt>
                <c:pt idx="10">
                  <c:v>8.3</c:v>
                </c:pt>
                <c:pt idx="11">
                  <c:v>8.5</c:v>
                </c:pt>
                <c:pt idx="12">
                  <c:v>8.5</c:v>
                </c:pt>
                <c:pt idx="13">
                  <c:v>9.4</c:v>
                </c:pt>
                <c:pt idx="14">
                  <c:v>14.2</c:v>
                </c:pt>
                <c:pt idx="15">
                  <c:v>17.3</c:v>
                </c:pt>
                <c:pt idx="16">
                  <c:v>20.3</c:v>
                </c:pt>
                <c:pt idx="17">
                  <c:v>20.0</c:v>
                </c:pt>
                <c:pt idx="18">
                  <c:v>19.7</c:v>
                </c:pt>
                <c:pt idx="19">
                  <c:v>18.8</c:v>
                </c:pt>
                <c:pt idx="20">
                  <c:v>17.0</c:v>
                </c:pt>
                <c:pt idx="21">
                  <c:v>160.59</c:v>
                </c:pt>
                <c:pt idx="22">
                  <c:v>141.39</c:v>
                </c:pt>
                <c:pt idx="23">
                  <c:v>126.19</c:v>
                </c:pt>
                <c:pt idx="24">
                  <c:v>117.29</c:v>
                </c:pt>
                <c:pt idx="25">
                  <c:v>113.39</c:v>
                </c:pt>
                <c:pt idx="26">
                  <c:v>91.89</c:v>
                </c:pt>
                <c:pt idx="27">
                  <c:v>10.43</c:v>
                </c:pt>
                <c:pt idx="28">
                  <c:v>9.3</c:v>
                </c:pt>
                <c:pt idx="29">
                  <c:v>8.04</c:v>
                </c:pt>
                <c:pt idx="30">
                  <c:v>7.6</c:v>
                </c:pt>
                <c:pt idx="31">
                  <c:v>7.92</c:v>
                </c:pt>
                <c:pt idx="32">
                  <c:v>7.35</c:v>
                </c:pt>
                <c:pt idx="33">
                  <c:v>7.62</c:v>
                </c:pt>
                <c:pt idx="34">
                  <c:v>6.73</c:v>
                </c:pt>
                <c:pt idx="35">
                  <c:v>6.86</c:v>
                </c:pt>
                <c:pt idx="36">
                  <c:v>6.89</c:v>
                </c:pt>
                <c:pt idx="37">
                  <c:v>7.91</c:v>
                </c:pt>
                <c:pt idx="38">
                  <c:v>8.17</c:v>
                </c:pt>
                <c:pt idx="39">
                  <c:v>8.17</c:v>
                </c:pt>
                <c:pt idx="40">
                  <c:v>7.15</c:v>
                </c:pt>
                <c:pt idx="41">
                  <c:v>6.56</c:v>
                </c:pt>
                <c:pt idx="42">
                  <c:v>6.82</c:v>
                </c:pt>
                <c:pt idx="43">
                  <c:v>7.32</c:v>
                </c:pt>
                <c:pt idx="44">
                  <c:v>6.94</c:v>
                </c:pt>
                <c:pt idx="45">
                  <c:v>6.76</c:v>
                </c:pt>
                <c:pt idx="46">
                  <c:v>7.23</c:v>
                </c:pt>
                <c:pt idx="47">
                  <c:v>7.49</c:v>
                </c:pt>
                <c:pt idx="48">
                  <c:v>6.94</c:v>
                </c:pt>
                <c:pt idx="49">
                  <c:v>7.53</c:v>
                </c:pt>
                <c:pt idx="50">
                  <c:v>7.65</c:v>
                </c:pt>
                <c:pt idx="51">
                  <c:v>8.48</c:v>
                </c:pt>
                <c:pt idx="52">
                  <c:v>7.98</c:v>
                </c:pt>
                <c:pt idx="53">
                  <c:v>7.41</c:v>
                </c:pt>
                <c:pt idx="54">
                  <c:v>8.0</c:v>
                </c:pt>
                <c:pt idx="55">
                  <c:v>6.86</c:v>
                </c:pt>
                <c:pt idx="56">
                  <c:v>6.04</c:v>
                </c:pt>
                <c:pt idx="57">
                  <c:v>6.64</c:v>
                </c:pt>
                <c:pt idx="58">
                  <c:v>5.91</c:v>
                </c:pt>
                <c:pt idx="59">
                  <c:v>5.37</c:v>
                </c:pt>
                <c:pt idx="60">
                  <c:v>4.74</c:v>
                </c:pt>
                <c:pt idx="61">
                  <c:v>4.8</c:v>
                </c:pt>
                <c:pt idx="62">
                  <c:v>5.01</c:v>
                </c:pt>
                <c:pt idx="63">
                  <c:v>4.27</c:v>
                </c:pt>
                <c:pt idx="64">
                  <c:v>4.33</c:v>
                </c:pt>
                <c:pt idx="65">
                  <c:v>4.49</c:v>
                </c:pt>
                <c:pt idx="66">
                  <c:v>4.22</c:v>
                </c:pt>
                <c:pt idx="67">
                  <c:v>4.3</c:v>
                </c:pt>
                <c:pt idx="68">
                  <c:v>4.46</c:v>
                </c:pt>
                <c:pt idx="69">
                  <c:v>3.94</c:v>
                </c:pt>
                <c:pt idx="70">
                  <c:v>4.71</c:v>
                </c:pt>
                <c:pt idx="71">
                  <c:v>4.58</c:v>
                </c:pt>
                <c:pt idx="72">
                  <c:v>4.61</c:v>
                </c:pt>
                <c:pt idx="73">
                  <c:v>5.1</c:v>
                </c:pt>
                <c:pt idx="74">
                  <c:v>4.61</c:v>
                </c:pt>
                <c:pt idx="75">
                  <c:v>3.86</c:v>
                </c:pt>
                <c:pt idx="76">
                  <c:v>3.43</c:v>
                </c:pt>
                <c:pt idx="77">
                  <c:v>2.93</c:v>
                </c:pt>
                <c:pt idx="78">
                  <c:v>2.91</c:v>
                </c:pt>
                <c:pt idx="79">
                  <c:v>3.49</c:v>
                </c:pt>
                <c:pt idx="80">
                  <c:v>2.81</c:v>
                </c:pt>
                <c:pt idx="81">
                  <c:v>2.12</c:v>
                </c:pt>
                <c:pt idx="82">
                  <c:v>2.21</c:v>
                </c:pt>
                <c:pt idx="83">
                  <c:v>2.22</c:v>
                </c:pt>
                <c:pt idx="84">
                  <c:v>2.83</c:v>
                </c:pt>
                <c:pt idx="85">
                  <c:v>2.46</c:v>
                </c:pt>
                <c:pt idx="86">
                  <c:v>2.25</c:v>
                </c:pt>
                <c:pt idx="87">
                  <c:v>2.32</c:v>
                </c:pt>
                <c:pt idx="88">
                  <c:v>2.28</c:v>
                </c:pt>
                <c:pt idx="89">
                  <c:v>2.54</c:v>
                </c:pt>
                <c:pt idx="90">
                  <c:v>2.77</c:v>
                </c:pt>
                <c:pt idx="91">
                  <c:v>2.7</c:v>
                </c:pt>
                <c:pt idx="92">
                  <c:v>2.32</c:v>
                </c:pt>
                <c:pt idx="93">
                  <c:v>2.29</c:v>
                </c:pt>
                <c:pt idx="94">
                  <c:v>2.86</c:v>
                </c:pt>
                <c:pt idx="95">
                  <c:v>2.97</c:v>
                </c:pt>
                <c:pt idx="96">
                  <c:v>3.08</c:v>
                </c:pt>
                <c:pt idx="97">
                  <c:v>3.52</c:v>
                </c:pt>
                <c:pt idx="98">
                  <c:v>3.02</c:v>
                </c:pt>
                <c:pt idx="99">
                  <c:v>3.76</c:v>
                </c:pt>
                <c:pt idx="100">
                  <c:v>4.51</c:v>
                </c:pt>
                <c:pt idx="101">
                  <c:v>5.39</c:v>
                </c:pt>
                <c:pt idx="102">
                  <c:v>4.81</c:v>
                </c:pt>
                <c:pt idx="103">
                  <c:v>4.29</c:v>
                </c:pt>
                <c:pt idx="104">
                  <c:v>4.07</c:v>
                </c:pt>
                <c:pt idx="105">
                  <c:v>4.3</c:v>
                </c:pt>
                <c:pt idx="106">
                  <c:v>4.32</c:v>
                </c:pt>
                <c:pt idx="107">
                  <c:v>4.29</c:v>
                </c:pt>
                <c:pt idx="108">
                  <c:v>4.14</c:v>
                </c:pt>
                <c:pt idx="109">
                  <c:v>4.12</c:v>
                </c:pt>
                <c:pt idx="110">
                  <c:v>4.26</c:v>
                </c:pt>
                <c:pt idx="111">
                  <c:v>4.36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83">
                  <c:v>2.22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3">
                  <c:v>9.4</c:v>
                </c:pt>
                <c:pt idx="14">
                  <c:v>14.2</c:v>
                </c:pt>
                <c:pt idx="20">
                  <c:v>17.0</c:v>
                </c:pt>
                <c:pt idx="80">
                  <c:v>2.81</c:v>
                </c:pt>
                <c:pt idx="93">
                  <c:v>2.29</c:v>
                </c:pt>
                <c:pt idx="98">
                  <c:v>3.02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Adverum Biotechnologies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ADVM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$3.56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24, 2025   ·   Closed Dec 09, 2025   ·   Status: completed   ·   Pre-ann. volume 8.08×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Adverum Biotechnologies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Adverum Biotechnologies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9621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8181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349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48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863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993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816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227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81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078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275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960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302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01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299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4134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0119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5515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Adverum begins soliciting interest for ex-U.S. partnerships…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Introductory discussion between Adverum management and…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Adverum engages Aquilo Partners to assist in strategic…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non-binding proposal for a worldwide…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Adverum and Lilly enter into a confidentiality agreement.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25,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revised licensing term sheet including…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13,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withdraws from partnership discussions.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15,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a short-form licensing proposal with $25M…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12,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Adverum completes a $10M private placement with Frazier…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09,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inquires if Adverum would be open to a whole-company…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initial acquisition proposal: $91M upfront…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Adverum counters with $175M upfront and $375M in CVRs.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revised proposal: $100M upfront cash plus…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Adverum Board unanimously approves the Merger Agreement at…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and Secured Promissory Note are executed…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Adverum becomes a wholly owned subsidiary…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Adverum Biotechnologies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7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+845%  ($1.7→$16.06)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+51%  ($0.94→$1.42)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630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2025-06-06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($2.22→$2.83)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2025-08-15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($2.29→$2.86)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($2.81→$2.12)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2025-09-19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($3.02→$3.76)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($1.42→$1.73)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623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Adverum Biotechnologies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Adverum Biotechnologies Announces 3-Year Efficacy and Safety Results from the OPTIC Extension Study in…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Adverum Biotechnologies Announces 3-Year Efficacy and Safety Results from the OPTIC Extension Study in…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Adverum Biotechnologies Reports Third Quarter 2023 Financial Results and Pipeline Highlights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Adverum Biotechnologies Reports Third Quarter 2023 Financial Results and Pipeline Highlights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Adverum Biotechnologies to Present LUNA Preliminary Efficacy and Safety Data at the 47th Annual Meeting of…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Adverum Biotechnologies Initiates ARTEMIS Phase 3 Study Evaluating Ixo-vec for Wet AMD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Adverum Biotechnologies Reports Fourth Quarter and Full Year 2024 Financial Results and Provides Pipeline…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Adverum Biotechnologies' SWOT analysis: gene therapy stock faces pivotal year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Adverum Biotechnologies Buyout by Eli Lilly Represents 'Best Possible Outcome' for Company, Mizuho Says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