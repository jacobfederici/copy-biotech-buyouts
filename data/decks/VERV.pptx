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18.55</c:v>
                </c:pt>
                <c:pt idx="1">
                  <c:v>18.75</c:v>
                </c:pt>
                <c:pt idx="2">
                  <c:v>18.68</c:v>
                </c:pt>
                <c:pt idx="3">
                  <c:v>19.94</c:v>
                </c:pt>
                <c:pt idx="4">
                  <c:v>20.82</c:v>
                </c:pt>
                <c:pt idx="5">
                  <c:v>19.9</c:v>
                </c:pt>
                <c:pt idx="6">
                  <c:v>18.95</c:v>
                </c:pt>
                <c:pt idx="7">
                  <c:v>17.98</c:v>
                </c:pt>
                <c:pt idx="8">
                  <c:v>14.04</c:v>
                </c:pt>
                <c:pt idx="9">
                  <c:v>13.04</c:v>
                </c:pt>
                <c:pt idx="10">
                  <c:v>13.45</c:v>
                </c:pt>
                <c:pt idx="11">
                  <c:v>12.61</c:v>
                </c:pt>
                <c:pt idx="12">
                  <c:v>12.68</c:v>
                </c:pt>
                <c:pt idx="13">
                  <c:v>12.09</c:v>
                </c:pt>
                <c:pt idx="14">
                  <c:v>13.26</c:v>
                </c:pt>
                <c:pt idx="15">
                  <c:v>12.44</c:v>
                </c:pt>
                <c:pt idx="16">
                  <c:v>11.7</c:v>
                </c:pt>
                <c:pt idx="17">
                  <c:v>9.28</c:v>
                </c:pt>
                <c:pt idx="18">
                  <c:v>8.84</c:v>
                </c:pt>
                <c:pt idx="19">
                  <c:v>15.58</c:v>
                </c:pt>
                <c:pt idx="20">
                  <c:v>15.7</c:v>
                </c:pt>
                <c:pt idx="21">
                  <c:v>11.73</c:v>
                </c:pt>
                <c:pt idx="22">
                  <c:v>12.12</c:v>
                </c:pt>
                <c:pt idx="23">
                  <c:v>11.79</c:v>
                </c:pt>
                <c:pt idx="24">
                  <c:v>12.79</c:v>
                </c:pt>
                <c:pt idx="25">
                  <c:v>13.86</c:v>
                </c:pt>
                <c:pt idx="26">
                  <c:v>14.29</c:v>
                </c:pt>
                <c:pt idx="27">
                  <c:v>13.94</c:v>
                </c:pt>
                <c:pt idx="28">
                  <c:v>13.32</c:v>
                </c:pt>
                <c:pt idx="29">
                  <c:v>12.77</c:v>
                </c:pt>
                <c:pt idx="30">
                  <c:v>11.94</c:v>
                </c:pt>
                <c:pt idx="31">
                  <c:v>11.54</c:v>
                </c:pt>
                <c:pt idx="32">
                  <c:v>11.01</c:v>
                </c:pt>
                <c:pt idx="33">
                  <c:v>12.4</c:v>
                </c:pt>
                <c:pt idx="34">
                  <c:v>13.09</c:v>
                </c:pt>
                <c:pt idx="35">
                  <c:v>13.45</c:v>
                </c:pt>
                <c:pt idx="36">
                  <c:v>16.29</c:v>
                </c:pt>
                <c:pt idx="37">
                  <c:v>14.96</c:v>
                </c:pt>
                <c:pt idx="38">
                  <c:v>13.81</c:v>
                </c:pt>
                <c:pt idx="39">
                  <c:v>12.97</c:v>
                </c:pt>
                <c:pt idx="40">
                  <c:v>13.28</c:v>
                </c:pt>
                <c:pt idx="41">
                  <c:v>8.52</c:v>
                </c:pt>
                <c:pt idx="42">
                  <c:v>7.6</c:v>
                </c:pt>
                <c:pt idx="43">
                  <c:v>6.64</c:v>
                </c:pt>
                <c:pt idx="44">
                  <c:v>6.16</c:v>
                </c:pt>
                <c:pt idx="45">
                  <c:v>6.41</c:v>
                </c:pt>
                <c:pt idx="46">
                  <c:v>6.01</c:v>
                </c:pt>
                <c:pt idx="47">
                  <c:v>5.98</c:v>
                </c:pt>
                <c:pt idx="48">
                  <c:v>5.28</c:v>
                </c:pt>
                <c:pt idx="49">
                  <c:v>5.19</c:v>
                </c:pt>
                <c:pt idx="50">
                  <c:v>5.21</c:v>
                </c:pt>
                <c:pt idx="51">
                  <c:v>5.42</c:v>
                </c:pt>
                <c:pt idx="52">
                  <c:v>5.29</c:v>
                </c:pt>
                <c:pt idx="53">
                  <c:v>4.88</c:v>
                </c:pt>
                <c:pt idx="54">
                  <c:v>5.25</c:v>
                </c:pt>
                <c:pt idx="55">
                  <c:v>6.73</c:v>
                </c:pt>
                <c:pt idx="56">
                  <c:v>6.89</c:v>
                </c:pt>
                <c:pt idx="57">
                  <c:v>7.4</c:v>
                </c:pt>
                <c:pt idx="58">
                  <c:v>6.31</c:v>
                </c:pt>
                <c:pt idx="59">
                  <c:v>4.99</c:v>
                </c:pt>
                <c:pt idx="60">
                  <c:v>4.47</c:v>
                </c:pt>
                <c:pt idx="61">
                  <c:v>4.94</c:v>
                </c:pt>
                <c:pt idx="62">
                  <c:v>6.7</c:v>
                </c:pt>
                <c:pt idx="63">
                  <c:v>5.59</c:v>
                </c:pt>
                <c:pt idx="64">
                  <c:v>5.5</c:v>
                </c:pt>
                <c:pt idx="65">
                  <c:v>5.19</c:v>
                </c:pt>
                <c:pt idx="66">
                  <c:v>4.98</c:v>
                </c:pt>
                <c:pt idx="67">
                  <c:v>5.0</c:v>
                </c:pt>
                <c:pt idx="68">
                  <c:v>4.67</c:v>
                </c:pt>
                <c:pt idx="69">
                  <c:v>5.65</c:v>
                </c:pt>
                <c:pt idx="70">
                  <c:v>5.97</c:v>
                </c:pt>
                <c:pt idx="71">
                  <c:v>5.93</c:v>
                </c:pt>
                <c:pt idx="72">
                  <c:v>6.31</c:v>
                </c:pt>
                <c:pt idx="73">
                  <c:v>4.79</c:v>
                </c:pt>
                <c:pt idx="74">
                  <c:v>4.85</c:v>
                </c:pt>
                <c:pt idx="75">
                  <c:v>5.61</c:v>
                </c:pt>
                <c:pt idx="76">
                  <c:v>6.47</c:v>
                </c:pt>
                <c:pt idx="77">
                  <c:v>5.71</c:v>
                </c:pt>
                <c:pt idx="78">
                  <c:v>5.74</c:v>
                </c:pt>
                <c:pt idx="79">
                  <c:v>6.02</c:v>
                </c:pt>
                <c:pt idx="80">
                  <c:v>6.24</c:v>
                </c:pt>
                <c:pt idx="81">
                  <c:v>5.53</c:v>
                </c:pt>
                <c:pt idx="82">
                  <c:v>6.14</c:v>
                </c:pt>
                <c:pt idx="83">
                  <c:v>7.91</c:v>
                </c:pt>
                <c:pt idx="84">
                  <c:v>7.61</c:v>
                </c:pt>
                <c:pt idx="85">
                  <c:v>8.16</c:v>
                </c:pt>
                <c:pt idx="86">
                  <c:v>8.58</c:v>
                </c:pt>
                <c:pt idx="87">
                  <c:v>7.28</c:v>
                </c:pt>
                <c:pt idx="88">
                  <c:v>6.33</c:v>
                </c:pt>
                <c:pt idx="89">
                  <c:v>6.71</c:v>
                </c:pt>
                <c:pt idx="90">
                  <c:v>5.97</c:v>
                </c:pt>
                <c:pt idx="91">
                  <c:v>5.55</c:v>
                </c:pt>
                <c:pt idx="92">
                  <c:v>5.22</c:v>
                </c:pt>
                <c:pt idx="93">
                  <c:v>3.62</c:v>
                </c:pt>
                <c:pt idx="94">
                  <c:v>3.26</c:v>
                </c:pt>
                <c:pt idx="95">
                  <c:v>4.59</c:v>
                </c:pt>
                <c:pt idx="96">
                  <c:v>5.76</c:v>
                </c:pt>
                <c:pt idx="97">
                  <c:v>5.19</c:v>
                </c:pt>
                <c:pt idx="98">
                  <c:v>4.23</c:v>
                </c:pt>
                <c:pt idx="99">
                  <c:v>4.63</c:v>
                </c:pt>
                <c:pt idx="100">
                  <c:v>4.36</c:v>
                </c:pt>
                <c:pt idx="101">
                  <c:v>4.45</c:v>
                </c:pt>
                <c:pt idx="102">
                  <c:v>6.2</c:v>
                </c:pt>
                <c:pt idx="103">
                  <c:v>6.16</c:v>
                </c:pt>
                <c:pt idx="104">
                  <c:v>11.06</c:v>
                </c:pt>
                <c:pt idx="105">
                  <c:v>11.3</c:v>
                </c:pt>
                <c:pt idx="106">
                  <c:v>11.28</c:v>
                </c:pt>
                <c:pt idx="107">
                  <c:v>11.03</c:v>
                </c:pt>
                <c:pt idx="108">
                  <c:v>10.91</c:v>
                </c:pt>
                <c:pt idx="109">
                  <c:v>11.13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7">
                  <c:v>17.98</c:v>
                </c:pt>
                <c:pt idx="18">
                  <c:v>8.84</c:v>
                </c:pt>
                <c:pt idx="20">
                  <c:v>15.7</c:v>
                </c:pt>
                <c:pt idx="92">
                  <c:v>5.22</c:v>
                </c:pt>
                <c:pt idx="94">
                  <c:v>3.26</c:v>
                </c:pt>
                <c:pt idx="95">
                  <c:v>4.59</c:v>
                </c:pt>
                <c:pt idx="101">
                  <c:v>4.45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40">
                  <c:v>13.28</c:v>
                </c:pt>
                <c:pt idx="54">
                  <c:v>5.25</c:v>
                </c:pt>
                <c:pt idx="61">
                  <c:v>4.94</c:v>
                </c:pt>
                <c:pt idx="72">
                  <c:v>6.31</c:v>
                </c:pt>
                <c:pt idx="82">
                  <c:v>6.14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11.06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Verve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VERV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17, 2025   ·   Closed Jul 25, 2025   ·   Status: completed   ·   Pre-ann. volume 0.72×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Verve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Verve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406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5966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996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10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452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053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353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7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758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1919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660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7987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representative meets with Verve CEO Dr. Sekar…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Verve and Lilly enter into a confidentiality agreement.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 non-binding proposal of $10.00 per share…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 revised proposal of $10.00 per share plus a…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Verve Board directs financial advisors to counter with…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accepts the counterproposal subject to exclusivity.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24,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Verve and Lilly enter into an exclusivity agreement through…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16,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Verve Board unanimously approves the Merger Agreement.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17,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55.7%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25,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Verve becomes an indirect wholly-owned…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Verve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16 unexplained pre-announcement move weeks (of 17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+76%  ($8.84→$15.58)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($3.26→$4.59)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2025-06-06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+39%  ($4.45→$6.2)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2024-04-05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-36%  ($13.28→$8.52)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2024-08-30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+36%  ($4.94→$6.7)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-31%  ($5.22→$3.62)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($6.14→$7.91)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144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($5.25→$6.73)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340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Verve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2E7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Partnership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Lilly to buy gene-editing partner Verve for up to $1.3 billion in cardiac care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S&amp;amp;P Futures Slip as Hopes for Israel-Iran Ceasefire Fade, U.S. Retail Sales Data and FOMC Meeting on Tap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Verve Therapeutics Stock Soars 76% on $1.3B Buyout Offer From Lilly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Class Action Attorney Juan Monteverde Investigates the Merger of Verve Therapeutics…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Key deals this week: Couchbase, Eli Lilly, NTT Data, QXO, US Steel and more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BMO downgrades Verve Therapeutics saying Lilly buyout deal caps upside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BMO downgrades Verve Therapeutics saying Lilly buyout deal caps upside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Lilly reports second-quarter 2025 financial results and raises guidance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Lilly reports third-quarter 2025 financial results, highlights R&amp;amp;D pipeline momentum and raises 2025…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