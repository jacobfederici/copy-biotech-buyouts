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Jun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2.77</c:v>
                </c:pt>
                <c:pt idx="1">
                  <c:v>3.08</c:v>
                </c:pt>
                <c:pt idx="2">
                  <c:v>2.98</c:v>
                </c:pt>
                <c:pt idx="3">
                  <c:v>2.85</c:v>
                </c:pt>
                <c:pt idx="4">
                  <c:v>2.41</c:v>
                </c:pt>
                <c:pt idx="5">
                  <c:v>2.36</c:v>
                </c:pt>
                <c:pt idx="6">
                  <c:v>2.55</c:v>
                </c:pt>
                <c:pt idx="7">
                  <c:v>2.96</c:v>
                </c:pt>
                <c:pt idx="8">
                  <c:v>3.53</c:v>
                </c:pt>
                <c:pt idx="9">
                  <c:v>4.24</c:v>
                </c:pt>
                <c:pt idx="10">
                  <c:v>3.95</c:v>
                </c:pt>
                <c:pt idx="11">
                  <c:v>4.1</c:v>
                </c:pt>
                <c:pt idx="12">
                  <c:v>4.48</c:v>
                </c:pt>
                <c:pt idx="13">
                  <c:v>4.59</c:v>
                </c:pt>
                <c:pt idx="14">
                  <c:v>4.99</c:v>
                </c:pt>
                <c:pt idx="15">
                  <c:v>4.48</c:v>
                </c:pt>
                <c:pt idx="16">
                  <c:v>4.35</c:v>
                </c:pt>
                <c:pt idx="17">
                  <c:v>4.35</c:v>
                </c:pt>
                <c:pt idx="18">
                  <c:v>4.07</c:v>
                </c:pt>
                <c:pt idx="19">
                  <c:v>4.21</c:v>
                </c:pt>
                <c:pt idx="20">
                  <c:v>4.42</c:v>
                </c:pt>
                <c:pt idx="21">
                  <c:v>4.4</c:v>
                </c:pt>
                <c:pt idx="22">
                  <c:v>4.95</c:v>
                </c:pt>
                <c:pt idx="23">
                  <c:v>5.06</c:v>
                </c:pt>
                <c:pt idx="24">
                  <c:v>5.05</c:v>
                </c:pt>
                <c:pt idx="25">
                  <c:v>5.25</c:v>
                </c:pt>
                <c:pt idx="26">
                  <c:v>5.2</c:v>
                </c:pt>
                <c:pt idx="27">
                  <c:v>4.88</c:v>
                </c:pt>
                <c:pt idx="28">
                  <c:v>4.81</c:v>
                </c:pt>
                <c:pt idx="29">
                  <c:v>4.67</c:v>
                </c:pt>
                <c:pt idx="30">
                  <c:v>5.0</c:v>
                </c:pt>
                <c:pt idx="31">
                  <c:v>5.02</c:v>
                </c:pt>
                <c:pt idx="32">
                  <c:v>5.02</c:v>
                </c:pt>
                <c:pt idx="33">
                  <c:v>5.12</c:v>
                </c:pt>
                <c:pt idx="34">
                  <c:v>5.3</c:v>
                </c:pt>
                <c:pt idx="35">
                  <c:v>5.9</c:v>
                </c:pt>
                <c:pt idx="36">
                  <c:v>5.99</c:v>
                </c:pt>
                <c:pt idx="37">
                  <c:v>4.89</c:v>
                </c:pt>
                <c:pt idx="38">
                  <c:v>5.22</c:v>
                </c:pt>
                <c:pt idx="39">
                  <c:v>5.21</c:v>
                </c:pt>
                <c:pt idx="40">
                  <c:v>5.33</c:v>
                </c:pt>
                <c:pt idx="41">
                  <c:v>5.1</c:v>
                </c:pt>
                <c:pt idx="42">
                  <c:v>5.48</c:v>
                </c:pt>
                <c:pt idx="43">
                  <c:v>5.95</c:v>
                </c:pt>
                <c:pt idx="44">
                  <c:v>5.7</c:v>
                </c:pt>
                <c:pt idx="45">
                  <c:v>5.71</c:v>
                </c:pt>
                <c:pt idx="46">
                  <c:v>5.16</c:v>
                </c:pt>
                <c:pt idx="47">
                  <c:v>5.14</c:v>
                </c:pt>
                <c:pt idx="48">
                  <c:v>5.3</c:v>
                </c:pt>
                <c:pt idx="49">
                  <c:v>6.02</c:v>
                </c:pt>
                <c:pt idx="50">
                  <c:v>5.77</c:v>
                </c:pt>
                <c:pt idx="51">
                  <c:v>5.6</c:v>
                </c:pt>
                <c:pt idx="52">
                  <c:v>5.49</c:v>
                </c:pt>
                <c:pt idx="53">
                  <c:v>5.36</c:v>
                </c:pt>
                <c:pt idx="54">
                  <c:v>5.85</c:v>
                </c:pt>
                <c:pt idx="55">
                  <c:v>5.95</c:v>
                </c:pt>
                <c:pt idx="56">
                  <c:v>5.88</c:v>
                </c:pt>
                <c:pt idx="57">
                  <c:v>5.81</c:v>
                </c:pt>
                <c:pt idx="58">
                  <c:v>7.5</c:v>
                </c:pt>
                <c:pt idx="59">
                  <c:v>7.33</c:v>
                </c:pt>
                <c:pt idx="60">
                  <c:v>7.14</c:v>
                </c:pt>
                <c:pt idx="61">
                  <c:v>7.07</c:v>
                </c:pt>
                <c:pt idx="62">
                  <c:v>7.47</c:v>
                </c:pt>
                <c:pt idx="63">
                  <c:v>7.65</c:v>
                </c:pt>
                <c:pt idx="64">
                  <c:v>7.89</c:v>
                </c:pt>
                <c:pt idx="65">
                  <c:v>8.42</c:v>
                </c:pt>
                <c:pt idx="66">
                  <c:v>8.36</c:v>
                </c:pt>
                <c:pt idx="67">
                  <c:v>8.63</c:v>
                </c:pt>
                <c:pt idx="68">
                  <c:v>9.11</c:v>
                </c:pt>
                <c:pt idx="69">
                  <c:v>9.33</c:v>
                </c:pt>
                <c:pt idx="70">
                  <c:v>9.45</c:v>
                </c:pt>
                <c:pt idx="71">
                  <c:v>9.8</c:v>
                </c:pt>
                <c:pt idx="72">
                  <c:v>8.9</c:v>
                </c:pt>
                <c:pt idx="73">
                  <c:v>8.97</c:v>
                </c:pt>
                <c:pt idx="74">
                  <c:v>8.17</c:v>
                </c:pt>
                <c:pt idx="75">
                  <c:v>7.74</c:v>
                </c:pt>
                <c:pt idx="76">
                  <c:v>8.07</c:v>
                </c:pt>
                <c:pt idx="77">
                  <c:v>9.13</c:v>
                </c:pt>
                <c:pt idx="78">
                  <c:v>9.09</c:v>
                </c:pt>
                <c:pt idx="79">
                  <c:v>9.5</c:v>
                </c:pt>
                <c:pt idx="80">
                  <c:v>9.33</c:v>
                </c:pt>
                <c:pt idx="81">
                  <c:v>8.96</c:v>
                </c:pt>
                <c:pt idx="82">
                  <c:v>9.12</c:v>
                </c:pt>
                <c:pt idx="83">
                  <c:v>9.38</c:v>
                </c:pt>
                <c:pt idx="84">
                  <c:v>8.45</c:v>
                </c:pt>
                <c:pt idx="85">
                  <c:v>8.6</c:v>
                </c:pt>
                <c:pt idx="86">
                  <c:v>8.02</c:v>
                </c:pt>
                <c:pt idx="87">
                  <c:v>7.89</c:v>
                </c:pt>
                <c:pt idx="88">
                  <c:v>7.7</c:v>
                </c:pt>
                <c:pt idx="89">
                  <c:v>7.97</c:v>
                </c:pt>
                <c:pt idx="90">
                  <c:v>7.12</c:v>
                </c:pt>
                <c:pt idx="91">
                  <c:v>8.97</c:v>
                </c:pt>
                <c:pt idx="92">
                  <c:v>8.81</c:v>
                </c:pt>
                <c:pt idx="93">
                  <c:v>9.0</c:v>
                </c:pt>
                <c:pt idx="94">
                  <c:v>9.55</c:v>
                </c:pt>
                <c:pt idx="95">
                  <c:v>8.83</c:v>
                </c:pt>
                <c:pt idx="96">
                  <c:v>9.07</c:v>
                </c:pt>
                <c:pt idx="97">
                  <c:v>9.05</c:v>
                </c:pt>
                <c:pt idx="98">
                  <c:v>8.94</c:v>
                </c:pt>
                <c:pt idx="99">
                  <c:v>8.48</c:v>
                </c:pt>
                <c:pt idx="100">
                  <c:v>8.94</c:v>
                </c:pt>
                <c:pt idx="101">
                  <c:v>10.21</c:v>
                </c:pt>
                <c:pt idx="102">
                  <c:v>10.61</c:v>
                </c:pt>
                <c:pt idx="103">
                  <c:v>10.5</c:v>
                </c:pt>
                <c:pt idx="104">
                  <c:v>11.13</c:v>
                </c:pt>
                <c:pt idx="105">
                  <c:v>11.15</c:v>
                </c:pt>
                <c:pt idx="106">
                  <c:v>11.18</c:v>
                </c:pt>
                <c:pt idx="107">
                  <c:v>11.19</c:v>
                </c:pt>
                <c:pt idx="108">
                  <c:v>11.24</c:v>
                </c:pt>
                <c:pt idx="109">
                  <c:v>11.23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Jun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8">
                  <c:v>3.53</c:v>
                </c:pt>
                <c:pt idx="57">
                  <c:v>5.81</c:v>
                </c:pt>
                <c:pt idx="90">
                  <c:v>7.12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Third Wave Technologies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TWTI  ·  acquired by Hologic,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09, 2008   ·   Closed Jul 17, 2008   ·   Status: completed   ·   Pre-ann. volume 1.69×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Third Wave Technologies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Third Wave Technologies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2801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1361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72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42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16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930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045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252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68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043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2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082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601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314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900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35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received non-binding proposal from Party A at…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CEO made verbal proposal to Kevin Conroy to acquire…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raised $20 million via private placement of…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submitted written indication of interest at $11-$12…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secured $25 million line of credit with Deerfield…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announced achievement of clinical endpoints in HPV…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entered into a confidentiality agreement with Third…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submitted non-binding expression of interest at…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financial advisor Goldman Sachs indicated offer…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submitted final non-binding offer of $11.25 per…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confirmed it was unwilling to raise price back to…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approved the Merger Agreement at $11.25…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expired with ~92% of shares…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Hologic accepted shares for payment and commenced a…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Third Wave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2007-07-27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($5.81→$7.5)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2008-03-14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($7.12→$8.97)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2006-08-18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($3.53→$4.24)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Third Wave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2008-06-09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Third Wave Technologies, Inc. and Hologic, Inc. announce execution of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2008-06-20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Third Wave Technologies postpones Annual Meeting of Stockholders due to pending merger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