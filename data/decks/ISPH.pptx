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Apr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'11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4.5</c:v>
                </c:pt>
                <c:pt idx="1">
                  <c:v>4.4</c:v>
                </c:pt>
                <c:pt idx="2">
                  <c:v>4.49</c:v>
                </c:pt>
                <c:pt idx="3">
                  <c:v>4.55</c:v>
                </c:pt>
                <c:pt idx="4">
                  <c:v>4.01</c:v>
                </c:pt>
                <c:pt idx="5">
                  <c:v>3.96</c:v>
                </c:pt>
                <c:pt idx="6">
                  <c:v>3.58</c:v>
                </c:pt>
                <c:pt idx="7">
                  <c:v>4.1</c:v>
                </c:pt>
                <c:pt idx="8">
                  <c:v>5.05</c:v>
                </c:pt>
                <c:pt idx="9">
                  <c:v>5.33</c:v>
                </c:pt>
                <c:pt idx="10">
                  <c:v>5.32</c:v>
                </c:pt>
                <c:pt idx="11">
                  <c:v>5.36</c:v>
                </c:pt>
                <c:pt idx="12">
                  <c:v>5.34</c:v>
                </c:pt>
                <c:pt idx="13">
                  <c:v>4.95</c:v>
                </c:pt>
                <c:pt idx="14">
                  <c:v>5.08</c:v>
                </c:pt>
                <c:pt idx="15">
                  <c:v>5.07</c:v>
                </c:pt>
                <c:pt idx="16">
                  <c:v>4.86</c:v>
                </c:pt>
                <c:pt idx="17">
                  <c:v>4.57</c:v>
                </c:pt>
                <c:pt idx="18">
                  <c:v>4.64</c:v>
                </c:pt>
                <c:pt idx="19">
                  <c:v>5.93</c:v>
                </c:pt>
                <c:pt idx="20">
                  <c:v>6.13</c:v>
                </c:pt>
                <c:pt idx="21">
                  <c:v>6.07</c:v>
                </c:pt>
                <c:pt idx="22">
                  <c:v>6.32</c:v>
                </c:pt>
                <c:pt idx="23">
                  <c:v>6.4</c:v>
                </c:pt>
                <c:pt idx="24">
                  <c:v>5.23</c:v>
                </c:pt>
                <c:pt idx="25">
                  <c:v>4.75</c:v>
                </c:pt>
                <c:pt idx="26">
                  <c:v>5.0</c:v>
                </c:pt>
                <c:pt idx="27">
                  <c:v>5.51</c:v>
                </c:pt>
                <c:pt idx="28">
                  <c:v>5.42</c:v>
                </c:pt>
                <c:pt idx="29">
                  <c:v>4.47</c:v>
                </c:pt>
                <c:pt idx="30">
                  <c:v>5.48</c:v>
                </c:pt>
                <c:pt idx="31">
                  <c:v>4.98</c:v>
                </c:pt>
                <c:pt idx="32">
                  <c:v>5.04</c:v>
                </c:pt>
                <c:pt idx="33">
                  <c:v>4.98</c:v>
                </c:pt>
                <c:pt idx="34">
                  <c:v>5.94</c:v>
                </c:pt>
                <c:pt idx="35">
                  <c:v>5.59</c:v>
                </c:pt>
                <c:pt idx="36">
                  <c:v>5.53</c:v>
                </c:pt>
                <c:pt idx="37">
                  <c:v>5.89</c:v>
                </c:pt>
                <c:pt idx="38">
                  <c:v>5.52</c:v>
                </c:pt>
                <c:pt idx="39">
                  <c:v>6.5</c:v>
                </c:pt>
                <c:pt idx="40">
                  <c:v>6.77</c:v>
                </c:pt>
                <c:pt idx="41">
                  <c:v>5.5</c:v>
                </c:pt>
                <c:pt idx="42">
                  <c:v>5.51</c:v>
                </c:pt>
                <c:pt idx="43">
                  <c:v>5.27</c:v>
                </c:pt>
                <c:pt idx="44">
                  <c:v>5.72</c:v>
                </c:pt>
                <c:pt idx="45">
                  <c:v>6.32</c:v>
                </c:pt>
                <c:pt idx="46">
                  <c:v>6.18</c:v>
                </c:pt>
                <c:pt idx="47">
                  <c:v>6.21</c:v>
                </c:pt>
                <c:pt idx="48">
                  <c:v>7.06</c:v>
                </c:pt>
                <c:pt idx="49">
                  <c:v>6.12</c:v>
                </c:pt>
                <c:pt idx="50">
                  <c:v>6.12</c:v>
                </c:pt>
                <c:pt idx="51">
                  <c:v>6.23</c:v>
                </c:pt>
                <c:pt idx="52">
                  <c:v>5.9</c:v>
                </c:pt>
                <c:pt idx="53">
                  <c:v>6.93</c:v>
                </c:pt>
                <c:pt idx="54">
                  <c:v>6.93</c:v>
                </c:pt>
                <c:pt idx="55">
                  <c:v>6.83</c:v>
                </c:pt>
                <c:pt idx="56">
                  <c:v>6.09</c:v>
                </c:pt>
                <c:pt idx="57">
                  <c:v>6.36</c:v>
                </c:pt>
                <c:pt idx="58">
                  <c:v>5.8</c:v>
                </c:pt>
                <c:pt idx="59">
                  <c:v>5.68</c:v>
                </c:pt>
                <c:pt idx="60">
                  <c:v>5.35</c:v>
                </c:pt>
                <c:pt idx="61">
                  <c:v>5.3</c:v>
                </c:pt>
                <c:pt idx="62">
                  <c:v>5.15</c:v>
                </c:pt>
                <c:pt idx="63">
                  <c:v>5.46</c:v>
                </c:pt>
                <c:pt idx="64">
                  <c:v>4.79</c:v>
                </c:pt>
                <c:pt idx="65">
                  <c:v>5.03</c:v>
                </c:pt>
                <c:pt idx="66">
                  <c:v>4.67</c:v>
                </c:pt>
                <c:pt idx="67">
                  <c:v>5.12</c:v>
                </c:pt>
                <c:pt idx="68">
                  <c:v>5.05</c:v>
                </c:pt>
                <c:pt idx="69">
                  <c:v>5.13</c:v>
                </c:pt>
                <c:pt idx="70">
                  <c:v>4.78</c:v>
                </c:pt>
                <c:pt idx="71">
                  <c:v>4.6</c:v>
                </c:pt>
                <c:pt idx="72">
                  <c:v>5.17</c:v>
                </c:pt>
                <c:pt idx="73">
                  <c:v>4.96</c:v>
                </c:pt>
                <c:pt idx="74">
                  <c:v>5.01</c:v>
                </c:pt>
                <c:pt idx="75">
                  <c:v>5.07</c:v>
                </c:pt>
                <c:pt idx="76">
                  <c:v>5.66</c:v>
                </c:pt>
                <c:pt idx="77">
                  <c:v>6.11</c:v>
                </c:pt>
                <c:pt idx="78">
                  <c:v>6.37</c:v>
                </c:pt>
                <c:pt idx="79">
                  <c:v>6.7</c:v>
                </c:pt>
                <c:pt idx="80">
                  <c:v>7.27</c:v>
                </c:pt>
                <c:pt idx="81">
                  <c:v>7.0</c:v>
                </c:pt>
                <c:pt idx="82">
                  <c:v>7.0</c:v>
                </c:pt>
                <c:pt idx="83">
                  <c:v>7.15</c:v>
                </c:pt>
                <c:pt idx="84">
                  <c:v>6.9</c:v>
                </c:pt>
                <c:pt idx="85">
                  <c:v>7.05</c:v>
                </c:pt>
                <c:pt idx="86">
                  <c:v>6.99</c:v>
                </c:pt>
                <c:pt idx="87">
                  <c:v>7.1</c:v>
                </c:pt>
                <c:pt idx="88">
                  <c:v>8.08</c:v>
                </c:pt>
                <c:pt idx="89">
                  <c:v>8.65</c:v>
                </c:pt>
                <c:pt idx="90">
                  <c:v>8.4</c:v>
                </c:pt>
                <c:pt idx="91">
                  <c:v>3.84</c:v>
                </c:pt>
                <c:pt idx="92">
                  <c:v>4.19</c:v>
                </c:pt>
                <c:pt idx="93">
                  <c:v>4.05</c:v>
                </c:pt>
                <c:pt idx="94">
                  <c:v>3.88</c:v>
                </c:pt>
                <c:pt idx="95">
                  <c:v>3.86</c:v>
                </c:pt>
                <c:pt idx="96">
                  <c:v>3.93</c:v>
                </c:pt>
                <c:pt idx="97">
                  <c:v>4.21</c:v>
                </c:pt>
                <c:pt idx="98">
                  <c:v>4.07</c:v>
                </c:pt>
                <c:pt idx="99">
                  <c:v>4.0</c:v>
                </c:pt>
                <c:pt idx="100">
                  <c:v>3.78</c:v>
                </c:pt>
                <c:pt idx="101">
                  <c:v>3.62</c:v>
                </c:pt>
                <c:pt idx="102">
                  <c:v>3.86</c:v>
                </c:pt>
                <c:pt idx="103">
                  <c:v>3.94</c:v>
                </c:pt>
                <c:pt idx="104">
                  <c:v>4.98</c:v>
                </c:pt>
                <c:pt idx="105">
                  <c:v>4.99</c:v>
                </c:pt>
                <c:pt idx="106">
                  <c:v>4.97</c:v>
                </c:pt>
                <c:pt idx="107">
                  <c:v>4.99</c:v>
                </c:pt>
                <c:pt idx="108">
                  <c:v>4.97</c:v>
                </c:pt>
                <c:pt idx="109">
                  <c:v>5.01</c:v>
                </c:pt>
                <c:pt idx="110">
                  <c:v>5.01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'11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7">
                  <c:v>4.1</c:v>
                </c:pt>
                <c:pt idx="18">
                  <c:v>4.64</c:v>
                </c:pt>
                <c:pt idx="29">
                  <c:v>4.47</c:v>
                </c:pt>
                <c:pt idx="90">
                  <c:v>8.4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Apr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'11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4.98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Inspire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ISPH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05, 2011   ·   Closed May 16, 2011   ·   Status: completed   ·   Pre-ann. volume 0.57×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Inspire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Inspire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4290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850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660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64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914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16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04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027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9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626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7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8804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925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2476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852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Inspire Board discusses takeover preparedness and creates 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meets to discuss top-line results of the second Phase…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Inspire publicly announces Denufosol trial failure; stock…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Finance Committee approves engagement of Goldman Sachs 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4 submits a non-binding written proposal to acquire…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4 withdraws its acquisition proposal.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3 submits a non-binding proposal at $5.00-$5.25 per…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Inspire and Merck (MS&amp;D) enter into a confidentiality…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24, 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non-binding proposal at $4.85 per share…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proposals received: Merck at $5.00 per share and…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publicly announced.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commences the tender offer.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accepts tendered shares and exercises Top-Up Option.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Inspire becomes a wholly-owned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Inspire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2011-01-07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-54%  ($8.4→$3.84)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2009-08-21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($4.64→$5.93)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2009-06-05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($4.1→$5.05)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2009-11-06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($4.47→$5.48)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Inspire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2011-04-05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Inspire Pharmaceuticals and Merck &amp; Co., Inc. Announce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2011-04-22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Inspire Indefinitely Postpones Annual Meeting of Stockholders Due to Pending Merger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2011-05-16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Completed; Inspire Delisted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