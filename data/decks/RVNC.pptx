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Sheet1!$A$2:$A$133</c:f>
              <c:strCache>
                <c:ptCount val="132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Oct '22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Apr '23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'23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Mar '24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Jun '24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'24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Nov '24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</c:strCache>
            </c:strRef>
          </c:cat>
          <c:val>
            <c:numRef>
              <c:f>Sheet1!$B$2:$B$133</c:f>
              <c:numCache>
                <c:formatCode>General</c:formatCode>
                <c:ptCount val="132"/>
                <c:pt idx="0">
                  <c:v>19.65</c:v>
                </c:pt>
                <c:pt idx="1">
                  <c:v>22.49</c:v>
                </c:pt>
                <c:pt idx="2">
                  <c:v>21.74</c:v>
                </c:pt>
                <c:pt idx="3">
                  <c:v>19.44</c:v>
                </c:pt>
                <c:pt idx="4">
                  <c:v>21.73</c:v>
                </c:pt>
                <c:pt idx="5">
                  <c:v>28.47</c:v>
                </c:pt>
                <c:pt idx="6">
                  <c:v>25.94</c:v>
                </c:pt>
                <c:pt idx="7">
                  <c:v>25.02</c:v>
                </c:pt>
                <c:pt idx="8">
                  <c:v>27.0</c:v>
                </c:pt>
                <c:pt idx="9">
                  <c:v>29.37</c:v>
                </c:pt>
                <c:pt idx="10">
                  <c:v>25.1</c:v>
                </c:pt>
                <c:pt idx="11">
                  <c:v>23.37</c:v>
                </c:pt>
                <c:pt idx="12">
                  <c:v>22.44</c:v>
                </c:pt>
                <c:pt idx="13">
                  <c:v>21.18</c:v>
                </c:pt>
                <c:pt idx="14">
                  <c:v>22.49</c:v>
                </c:pt>
                <c:pt idx="15">
                  <c:v>22.62</c:v>
                </c:pt>
                <c:pt idx="16">
                  <c:v>23.01</c:v>
                </c:pt>
                <c:pt idx="17">
                  <c:v>22.15</c:v>
                </c:pt>
                <c:pt idx="18">
                  <c:v>21.55</c:v>
                </c:pt>
                <c:pt idx="19">
                  <c:v>20.72</c:v>
                </c:pt>
                <c:pt idx="20">
                  <c:v>19.61</c:v>
                </c:pt>
                <c:pt idx="21">
                  <c:v>18.46</c:v>
                </c:pt>
                <c:pt idx="22">
                  <c:v>19.71</c:v>
                </c:pt>
                <c:pt idx="23">
                  <c:v>27.92</c:v>
                </c:pt>
                <c:pt idx="24">
                  <c:v>31.7</c:v>
                </c:pt>
                <c:pt idx="25">
                  <c:v>33.13</c:v>
                </c:pt>
                <c:pt idx="26">
                  <c:v>34.92</c:v>
                </c:pt>
                <c:pt idx="27">
                  <c:v>32.24</c:v>
                </c:pt>
                <c:pt idx="28">
                  <c:v>33.78</c:v>
                </c:pt>
                <c:pt idx="29">
                  <c:v>34.12</c:v>
                </c:pt>
                <c:pt idx="30">
                  <c:v>33.11</c:v>
                </c:pt>
                <c:pt idx="31">
                  <c:v>28.63</c:v>
                </c:pt>
                <c:pt idx="32">
                  <c:v>32.13</c:v>
                </c:pt>
                <c:pt idx="33">
                  <c:v>31.7</c:v>
                </c:pt>
                <c:pt idx="34">
                  <c:v>32.21</c:v>
                </c:pt>
                <c:pt idx="35">
                  <c:v>34.03</c:v>
                </c:pt>
                <c:pt idx="36">
                  <c:v>30.41</c:v>
                </c:pt>
                <c:pt idx="37">
                  <c:v>32.11</c:v>
                </c:pt>
                <c:pt idx="38">
                  <c:v>31.83</c:v>
                </c:pt>
                <c:pt idx="39">
                  <c:v>34.61</c:v>
                </c:pt>
                <c:pt idx="40">
                  <c:v>35.18</c:v>
                </c:pt>
                <c:pt idx="41">
                  <c:v>31.82</c:v>
                </c:pt>
                <c:pt idx="42">
                  <c:v>30.46</c:v>
                </c:pt>
                <c:pt idx="43">
                  <c:v>31.06</c:v>
                </c:pt>
                <c:pt idx="44">
                  <c:v>29.87</c:v>
                </c:pt>
                <c:pt idx="45">
                  <c:v>29.36</c:v>
                </c:pt>
                <c:pt idx="46">
                  <c:v>26.74</c:v>
                </c:pt>
                <c:pt idx="47">
                  <c:v>25.31</c:v>
                </c:pt>
                <c:pt idx="48">
                  <c:v>24.17</c:v>
                </c:pt>
                <c:pt idx="49">
                  <c:v>22.51</c:v>
                </c:pt>
                <c:pt idx="50">
                  <c:v>22.98</c:v>
                </c:pt>
                <c:pt idx="51">
                  <c:v>22.53</c:v>
                </c:pt>
                <c:pt idx="52">
                  <c:v>22.75</c:v>
                </c:pt>
                <c:pt idx="53">
                  <c:v>18.91</c:v>
                </c:pt>
                <c:pt idx="54">
                  <c:v>17.31</c:v>
                </c:pt>
                <c:pt idx="55">
                  <c:v>18.5</c:v>
                </c:pt>
                <c:pt idx="56">
                  <c:v>18.16</c:v>
                </c:pt>
                <c:pt idx="57">
                  <c:v>15.49</c:v>
                </c:pt>
                <c:pt idx="58">
                  <c:v>16.8</c:v>
                </c:pt>
                <c:pt idx="59">
                  <c:v>13.01</c:v>
                </c:pt>
                <c:pt idx="60">
                  <c:v>11.47</c:v>
                </c:pt>
                <c:pt idx="61">
                  <c:v>10.76</c:v>
                </c:pt>
                <c:pt idx="62">
                  <c:v>8.64</c:v>
                </c:pt>
                <c:pt idx="63">
                  <c:v>8.46</c:v>
                </c:pt>
                <c:pt idx="64">
                  <c:v>7.98</c:v>
                </c:pt>
                <c:pt idx="65">
                  <c:v>9.23</c:v>
                </c:pt>
                <c:pt idx="66">
                  <c:v>5.97</c:v>
                </c:pt>
                <c:pt idx="67">
                  <c:v>7.27</c:v>
                </c:pt>
                <c:pt idx="68">
                  <c:v>7.2</c:v>
                </c:pt>
                <c:pt idx="69">
                  <c:v>7.24</c:v>
                </c:pt>
                <c:pt idx="70">
                  <c:v>7.37</c:v>
                </c:pt>
                <c:pt idx="71">
                  <c:v>8.08</c:v>
                </c:pt>
                <c:pt idx="72">
                  <c:v>8.57</c:v>
                </c:pt>
                <c:pt idx="73">
                  <c:v>8.79</c:v>
                </c:pt>
                <c:pt idx="74">
                  <c:v>8.35</c:v>
                </c:pt>
                <c:pt idx="75">
                  <c:v>5.94</c:v>
                </c:pt>
                <c:pt idx="76">
                  <c:v>5.66</c:v>
                </c:pt>
                <c:pt idx="77">
                  <c:v>5.96</c:v>
                </c:pt>
                <c:pt idx="78">
                  <c:v>5.37</c:v>
                </c:pt>
                <c:pt idx="79">
                  <c:v>5.91</c:v>
                </c:pt>
                <c:pt idx="80">
                  <c:v>5.56</c:v>
                </c:pt>
                <c:pt idx="81">
                  <c:v>5.49</c:v>
                </c:pt>
                <c:pt idx="82">
                  <c:v>6.98</c:v>
                </c:pt>
                <c:pt idx="83">
                  <c:v>6.01</c:v>
                </c:pt>
                <c:pt idx="84">
                  <c:v>5.3</c:v>
                </c:pt>
                <c:pt idx="85">
                  <c:v>4.87</c:v>
                </c:pt>
                <c:pt idx="86">
                  <c:v>4.92</c:v>
                </c:pt>
                <c:pt idx="87">
                  <c:v>4.41</c:v>
                </c:pt>
                <c:pt idx="88">
                  <c:v>4.13</c:v>
                </c:pt>
                <c:pt idx="89">
                  <c:v>3.78</c:v>
                </c:pt>
                <c:pt idx="90">
                  <c:v>3.4</c:v>
                </c:pt>
                <c:pt idx="91">
                  <c:v>3.95</c:v>
                </c:pt>
                <c:pt idx="92">
                  <c:v>3.32</c:v>
                </c:pt>
                <c:pt idx="93">
                  <c:v>3.02</c:v>
                </c:pt>
                <c:pt idx="94">
                  <c:v>2.71</c:v>
                </c:pt>
                <c:pt idx="95">
                  <c:v>2.84</c:v>
                </c:pt>
                <c:pt idx="96">
                  <c:v>2.7</c:v>
                </c:pt>
                <c:pt idx="97">
                  <c:v>2.82</c:v>
                </c:pt>
                <c:pt idx="98">
                  <c:v>2.66</c:v>
                </c:pt>
                <c:pt idx="99">
                  <c:v>2.57</c:v>
                </c:pt>
                <c:pt idx="100">
                  <c:v>2.67</c:v>
                </c:pt>
                <c:pt idx="101">
                  <c:v>3.58</c:v>
                </c:pt>
                <c:pt idx="102">
                  <c:v>3.63</c:v>
                </c:pt>
                <c:pt idx="103">
                  <c:v>3.92</c:v>
                </c:pt>
                <c:pt idx="104">
                  <c:v>3.2</c:v>
                </c:pt>
                <c:pt idx="105">
                  <c:v>3.53</c:v>
                </c:pt>
                <c:pt idx="106">
                  <c:v>6.62</c:v>
                </c:pt>
                <c:pt idx="107">
                  <c:v>6.6</c:v>
                </c:pt>
                <c:pt idx="108">
                  <c:v>6.57</c:v>
                </c:pt>
                <c:pt idx="109">
                  <c:v>6.58</c:v>
                </c:pt>
                <c:pt idx="110">
                  <c:v>6.55</c:v>
                </c:pt>
                <c:pt idx="111">
                  <c:v>5.81</c:v>
                </c:pt>
                <c:pt idx="112">
                  <c:v>5.36</c:v>
                </c:pt>
                <c:pt idx="113">
                  <c:v>5.22</c:v>
                </c:pt>
                <c:pt idx="114">
                  <c:v>5.28</c:v>
                </c:pt>
                <c:pt idx="115">
                  <c:v>5.29</c:v>
                </c:pt>
                <c:pt idx="116">
                  <c:v>4.7</c:v>
                </c:pt>
                <c:pt idx="117">
                  <c:v>5.8</c:v>
                </c:pt>
                <c:pt idx="118">
                  <c:v>3.7</c:v>
                </c:pt>
                <c:pt idx="119">
                  <c:v>4.17</c:v>
                </c:pt>
                <c:pt idx="120">
                  <c:v>3.73</c:v>
                </c:pt>
                <c:pt idx="121">
                  <c:v>3.61</c:v>
                </c:pt>
                <c:pt idx="122">
                  <c:v>3.82</c:v>
                </c:pt>
                <c:pt idx="123">
                  <c:v>3.08</c:v>
                </c:pt>
                <c:pt idx="124">
                  <c:v>3.09</c:v>
                </c:pt>
                <c:pt idx="125">
                  <c:v>3.06</c:v>
                </c:pt>
                <c:pt idx="126">
                  <c:v>3.09</c:v>
                </c:pt>
                <c:pt idx="127">
                  <c:v>3.25</c:v>
                </c:pt>
                <c:pt idx="128">
                  <c:v>3.68</c:v>
                </c:pt>
                <c:pt idx="129">
                  <c:v>3.65</c:v>
                </c:pt>
                <c:pt idx="130">
                  <c:v>3.63</c:v>
                </c:pt>
                <c:pt idx="131">
                  <c:v>3.65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Sheet1!$A$2:$A$133</c:f>
              <c:strCache>
                <c:ptCount val="132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Oct '22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Apr '23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'23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Mar '24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Jun '24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'24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Nov '24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</c:strCache>
            </c:strRef>
          </c:cat>
          <c:val>
            <c:numRef>
              <c:f>Sheet1!$C$2:$C$133</c:f>
              <c:numCache>
                <c:formatCode>General</c:formatCode>
                <c:ptCount val="132"/>
                <c:pt idx="81">
                  <c:v>5.49</c:v>
                </c:pt>
                <c:pt idx="116">
                  <c:v>4.7</c:v>
                </c:pt>
                <c:pt idx="117">
                  <c:v>5.8</c:v>
                </c:pt>
                <c:pt idx="122">
                  <c:v>3.82</c:v>
                </c:pt>
                <c:pt idx="127">
                  <c:v>3.25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Sheet1!$A$2:$A$133</c:f>
              <c:strCache>
                <c:ptCount val="132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Oct '22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Apr '23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'23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Mar '24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Jun '24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'24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Nov '24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</c:strCache>
            </c:strRef>
          </c:cat>
          <c:val>
            <c:numRef>
              <c:f>Sheet1!$D$2:$D$133</c:f>
              <c:numCache>
                <c:formatCode>General</c:formatCode>
                <c:ptCount val="132"/>
                <c:pt idx="4">
                  <c:v>21.73</c:v>
                </c:pt>
                <c:pt idx="22">
                  <c:v>19.71</c:v>
                </c:pt>
                <c:pt idx="58">
                  <c:v>16.8</c:v>
                </c:pt>
                <c:pt idx="65">
                  <c:v>9.23</c:v>
                </c:pt>
                <c:pt idx="66">
                  <c:v>5.97</c:v>
                </c:pt>
                <c:pt idx="74">
                  <c:v>8.35</c:v>
                </c:pt>
                <c:pt idx="100">
                  <c:v>2.67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Sheet1!$A$2:$A$133</c:f>
              <c:strCache>
                <c:ptCount val="132"/>
                <c:pt idx="0">
                  <c:v>Aug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Oct '22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Apr '23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'23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Mar '24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Jun '24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'24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Nov '24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</c:strCache>
            </c:strRef>
          </c:cat>
          <c:val>
            <c:numRef>
              <c:f>Sheet1!$E$2:$E$133</c:f>
              <c:numCache>
                <c:formatCode>General</c:formatCode>
                <c:ptCount val="132"/>
                <c:pt idx="106">
                  <c:v>6.62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Revance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RVNC  ·  acquired by Crown Holdings Interco LLC (sole stockholder of Crown); Crown Laboratories Holdings, Inc. (sole member of Crown Interco); Hildred Capital Management, LLC (majority shareholder of Crown)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$3.65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12, 2024   ·   Closed Feb 06, 2025   ·   Status: completed   ·   Pre-ann. volume 1.29×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Revance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Revance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4772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3332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19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854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14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285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931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38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89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644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36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79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25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32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591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627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273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41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533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79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632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60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6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28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74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350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964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063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23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583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552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714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875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682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844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9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489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812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974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0135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458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942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1044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265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588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750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1911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234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718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8803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848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171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43333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817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140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4634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624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1436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082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342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Foley met with Party A representative to discuss…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executed NDA with Revance.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Crown/Hildred representative contacted Mr. Foley following…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Foley met Hildred representative; Hildred expressed…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Hildred executed NDA with Revance (with standstill and…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executed NDA with Revance.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meeting; authorized management to continue…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Foley met Hildred representatives; Hildred expressed…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meeting; Centerview presented strategic…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announced 16,000,000-share public offering at…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April Proposal at $9.25/share cash (105%…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meeting; discussed April Proposal; authorized…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meeting; Centerview delivered relationship…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Q1 2024 earnings released; stock dropped 23% to $3.32 on…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June 3 Proposal at $6.25/share (120%…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communicated June 3 Proposal was insufficient.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executed formal engagement letter with Centerview.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June 21 Proposal at $6.50/share (126%…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agreed to proceed at the $6.50 fully diluted…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sent initial draft of Original Merger Agreement to…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PJT confirmed final per-share price of $6.66 based on…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unanimously approved Original Merger…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publicly announced.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Teoxane SA issued breach notice to Revance (Teoxane Notice)…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Revance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Revance, Crown, and Merger Sub agreed to first offer…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06,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held ten meetings to discuss Teoxane…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extension of offer commencement.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Additional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stated merger was dependent on resolution of Teoxane…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Teoxane threatened to terminate distribution agreement if…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entered Sixth Amendment to distribution agreement…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Extension to November 1; parties engaged on potential…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October 30 Proposal: $2.25/share cash plus…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rejected $2.25 as inadequate; instructed Mr.…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submitted November 4 Proposal: $5.50/share cash…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rejected November 4 Proposal.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reviewed stand-alone outlook scenario…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filed 10-Q with going concern disclosure.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November 8 Proposal: $3.00/share cash, no…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reviewed Updated Outlook projections for…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reviewed November Projections (2025–2040)…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submitted November 14 Proposal: $3.00/share plus…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November 15 Proposal: $3.10/share, no CVR…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established that reimbursement of expenses…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submitted November 18 Proposal: $3.25/share, no…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submitted November 19 Proposal: $3.10/share, no CVR…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Skadden sent initial draft of A&amp;R Merger Agreement to…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Overture: Party B stated interest in $250M…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Summary Judgment: U.S. District Court for District…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reviewed impact of Allergan Summary Judgment…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discussed remaining open items; 8-K disclosed…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reviewed stand-alone alternatives vs.…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Revance Board unanimously approved A&amp;R Merger Agreement at…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P contacted Revance via text message (Party 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and Revance executed Amendment to A&amp;R Merger…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commenced tender offer at $3.10/share; initial…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Amendment to A&amp;R Merger Agreement increased offer…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Crown announced second extension of Expiration Time to…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expired; approximately 82% of outstanding…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irrevocably accepted tendered shares; merger…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Revance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+42%  ($19.71→$27.92)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($9.23→$5.97)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($2.67→$3.58)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($21.73→$28.47)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($8.35→$5.94)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($16.8→$13.01)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($5.97→$7.27)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Revance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Revance Continues to Anticipate FDA Approval of DaxibotulinumtoxinA for Injection for Glabellar Lines in…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U.S. FDA declines to approve Revance's frown-line treatment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Revance Stock Loses 39-40% After FDA Rejects Its Frown Lines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