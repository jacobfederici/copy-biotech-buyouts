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14.24</c:v>
                </c:pt>
                <c:pt idx="1">
                  <c:v>15.36</c:v>
                </c:pt>
                <c:pt idx="2">
                  <c:v>17.4</c:v>
                </c:pt>
                <c:pt idx="3">
                  <c:v>16.43</c:v>
                </c:pt>
                <c:pt idx="4">
                  <c:v>16.09</c:v>
                </c:pt>
                <c:pt idx="5">
                  <c:v>16.81</c:v>
                </c:pt>
                <c:pt idx="6">
                  <c:v>17.73</c:v>
                </c:pt>
                <c:pt idx="7">
                  <c:v>19.53</c:v>
                </c:pt>
                <c:pt idx="8">
                  <c:v>19.8</c:v>
                </c:pt>
                <c:pt idx="9">
                  <c:v>19.09</c:v>
                </c:pt>
                <c:pt idx="10">
                  <c:v>20.94</c:v>
                </c:pt>
                <c:pt idx="11">
                  <c:v>19.66</c:v>
                </c:pt>
                <c:pt idx="12">
                  <c:v>18.91</c:v>
                </c:pt>
                <c:pt idx="13">
                  <c:v>17.51</c:v>
                </c:pt>
                <c:pt idx="14">
                  <c:v>17.59</c:v>
                </c:pt>
                <c:pt idx="15">
                  <c:v>17.52</c:v>
                </c:pt>
                <c:pt idx="16">
                  <c:v>17.06</c:v>
                </c:pt>
                <c:pt idx="17">
                  <c:v>16.53</c:v>
                </c:pt>
                <c:pt idx="18">
                  <c:v>17.31</c:v>
                </c:pt>
                <c:pt idx="19">
                  <c:v>15.79</c:v>
                </c:pt>
                <c:pt idx="20">
                  <c:v>14.48</c:v>
                </c:pt>
                <c:pt idx="21">
                  <c:v>9.74</c:v>
                </c:pt>
                <c:pt idx="22">
                  <c:v>6.0</c:v>
                </c:pt>
                <c:pt idx="23">
                  <c:v>8.21</c:v>
                </c:pt>
                <c:pt idx="24">
                  <c:v>6.65</c:v>
                </c:pt>
                <c:pt idx="25">
                  <c:v>8.84</c:v>
                </c:pt>
                <c:pt idx="26">
                  <c:v>8.75</c:v>
                </c:pt>
                <c:pt idx="27">
                  <c:v>9.61</c:v>
                </c:pt>
                <c:pt idx="28">
                  <c:v>9.6</c:v>
                </c:pt>
                <c:pt idx="29">
                  <c:v>9.5</c:v>
                </c:pt>
                <c:pt idx="30">
                  <c:v>8.54</c:v>
                </c:pt>
                <c:pt idx="31">
                  <c:v>9.77</c:v>
                </c:pt>
                <c:pt idx="32">
                  <c:v>11.43</c:v>
                </c:pt>
                <c:pt idx="33">
                  <c:v>12.3</c:v>
                </c:pt>
                <c:pt idx="34">
                  <c:v>11.25</c:v>
                </c:pt>
                <c:pt idx="35">
                  <c:v>12.7</c:v>
                </c:pt>
                <c:pt idx="36">
                  <c:v>12.54</c:v>
                </c:pt>
                <c:pt idx="37">
                  <c:v>13.26</c:v>
                </c:pt>
                <c:pt idx="38">
                  <c:v>11.99</c:v>
                </c:pt>
                <c:pt idx="39">
                  <c:v>13.17</c:v>
                </c:pt>
                <c:pt idx="40">
                  <c:v>12.39</c:v>
                </c:pt>
                <c:pt idx="41">
                  <c:v>13.57</c:v>
                </c:pt>
                <c:pt idx="42">
                  <c:v>12.34</c:v>
                </c:pt>
                <c:pt idx="43">
                  <c:v>12.2</c:v>
                </c:pt>
                <c:pt idx="44">
                  <c:v>11.61</c:v>
                </c:pt>
                <c:pt idx="45">
                  <c:v>11.49</c:v>
                </c:pt>
                <c:pt idx="46">
                  <c:v>12.32</c:v>
                </c:pt>
                <c:pt idx="47">
                  <c:v>11.82</c:v>
                </c:pt>
                <c:pt idx="48">
                  <c:v>11.98</c:v>
                </c:pt>
                <c:pt idx="49">
                  <c:v>11.02</c:v>
                </c:pt>
                <c:pt idx="50">
                  <c:v>10.13</c:v>
                </c:pt>
                <c:pt idx="51">
                  <c:v>11.36</c:v>
                </c:pt>
                <c:pt idx="52">
                  <c:v>13.42</c:v>
                </c:pt>
                <c:pt idx="53">
                  <c:v>12.19</c:v>
                </c:pt>
                <c:pt idx="54">
                  <c:v>11.99</c:v>
                </c:pt>
                <c:pt idx="55">
                  <c:v>10.9</c:v>
                </c:pt>
                <c:pt idx="56">
                  <c:v>11.38</c:v>
                </c:pt>
                <c:pt idx="57">
                  <c:v>11.36</c:v>
                </c:pt>
                <c:pt idx="58">
                  <c:v>10.82</c:v>
                </c:pt>
                <c:pt idx="59">
                  <c:v>11.46</c:v>
                </c:pt>
                <c:pt idx="60">
                  <c:v>11.11</c:v>
                </c:pt>
                <c:pt idx="61">
                  <c:v>11.34</c:v>
                </c:pt>
                <c:pt idx="62">
                  <c:v>12.25</c:v>
                </c:pt>
                <c:pt idx="63">
                  <c:v>11.54</c:v>
                </c:pt>
                <c:pt idx="64">
                  <c:v>12.32</c:v>
                </c:pt>
                <c:pt idx="65">
                  <c:v>13.06</c:v>
                </c:pt>
                <c:pt idx="66">
                  <c:v>11.54</c:v>
                </c:pt>
                <c:pt idx="67">
                  <c:v>12.17</c:v>
                </c:pt>
                <c:pt idx="68">
                  <c:v>13.03</c:v>
                </c:pt>
                <c:pt idx="69">
                  <c:v>11.68</c:v>
                </c:pt>
                <c:pt idx="70">
                  <c:v>11.29</c:v>
                </c:pt>
                <c:pt idx="71">
                  <c:v>11.02</c:v>
                </c:pt>
                <c:pt idx="72">
                  <c:v>11.44</c:v>
                </c:pt>
                <c:pt idx="73">
                  <c:v>11.84</c:v>
                </c:pt>
                <c:pt idx="74">
                  <c:v>10.18</c:v>
                </c:pt>
                <c:pt idx="75">
                  <c:v>9.05</c:v>
                </c:pt>
                <c:pt idx="76">
                  <c:v>8.92</c:v>
                </c:pt>
                <c:pt idx="77">
                  <c:v>8.12</c:v>
                </c:pt>
                <c:pt idx="78">
                  <c:v>9.41</c:v>
                </c:pt>
                <c:pt idx="79">
                  <c:v>8.16</c:v>
                </c:pt>
                <c:pt idx="80">
                  <c:v>7.76</c:v>
                </c:pt>
                <c:pt idx="81">
                  <c:v>7.32</c:v>
                </c:pt>
                <c:pt idx="82">
                  <c:v>8.23</c:v>
                </c:pt>
                <c:pt idx="83">
                  <c:v>8.46</c:v>
                </c:pt>
                <c:pt idx="84">
                  <c:v>8.37</c:v>
                </c:pt>
                <c:pt idx="85">
                  <c:v>8.49</c:v>
                </c:pt>
                <c:pt idx="86">
                  <c:v>9.3</c:v>
                </c:pt>
                <c:pt idx="87">
                  <c:v>9.16</c:v>
                </c:pt>
                <c:pt idx="88">
                  <c:v>9.22</c:v>
                </c:pt>
                <c:pt idx="89">
                  <c:v>7.98</c:v>
                </c:pt>
                <c:pt idx="90">
                  <c:v>7.82</c:v>
                </c:pt>
                <c:pt idx="91">
                  <c:v>6.71</c:v>
                </c:pt>
                <c:pt idx="92">
                  <c:v>6.38</c:v>
                </c:pt>
                <c:pt idx="93">
                  <c:v>5.93</c:v>
                </c:pt>
                <c:pt idx="94">
                  <c:v>5.7</c:v>
                </c:pt>
                <c:pt idx="95">
                  <c:v>5.05</c:v>
                </c:pt>
                <c:pt idx="96">
                  <c:v>4.68</c:v>
                </c:pt>
                <c:pt idx="97">
                  <c:v>6.0</c:v>
                </c:pt>
                <c:pt idx="98">
                  <c:v>6.46</c:v>
                </c:pt>
                <c:pt idx="99">
                  <c:v>6.05</c:v>
                </c:pt>
                <c:pt idx="100">
                  <c:v>6.23</c:v>
                </c:pt>
                <c:pt idx="101">
                  <c:v>6.13</c:v>
                </c:pt>
                <c:pt idx="102">
                  <c:v>6.23</c:v>
                </c:pt>
                <c:pt idx="103">
                  <c:v>5.78</c:v>
                </c:pt>
                <c:pt idx="104">
                  <c:v>9.44</c:v>
                </c:pt>
                <c:pt idx="105">
                  <c:v>9.4</c:v>
                </c:pt>
                <c:pt idx="106">
                  <c:v>9.25</c:v>
                </c:pt>
                <c:pt idx="107">
                  <c:v>9.3</c:v>
                </c:pt>
                <c:pt idx="108">
                  <c:v>9.17</c:v>
                </c:pt>
                <c:pt idx="109">
                  <c:v>9.12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20">
                  <c:v>14.48</c:v>
                </c:pt>
                <c:pt idx="21">
                  <c:v>9.74</c:v>
                </c:pt>
                <c:pt idx="22">
                  <c:v>6.0</c:v>
                </c:pt>
                <c:pt idx="24">
                  <c:v>6.65</c:v>
                </c:pt>
                <c:pt idx="96">
                  <c:v>4.68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9.44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Flexion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FLXN  ·  acquired by Pacira BioSciences,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11, 2021   ·   Closed Nov 19, 2021   ·   Status: completed   ·   Pre-ann. volume 1.12×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Flexion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Flexion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8971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7531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28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98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35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703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37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1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82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348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9252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067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Pacira CEO David Stack contacts Flexion Chairman Patrick…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Flexion and Pacira execute a mutual confidentiality…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an unsolicited proposal to acquire…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06, 2021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begins contacting 21 potential strategic…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revised proposal for the whole company at…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First round bids received from Party B, Party C, Party 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Updated bids received; Pacira offers $8.00 cash + $1.50 CVR.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Pacira submits best and final offer of $8.50 cash + $8.00…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transaction publicly…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51.7% of shares validly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Flexion becomes a wholly 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Flexion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($9.74→$6)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($6→$8.21)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2020-04-10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($6.65→$8.84)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($14.48→$9.74)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($4.68→$6)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Flexion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