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'24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9.0</c:v>
                </c:pt>
                <c:pt idx="1">
                  <c:v>8.22</c:v>
                </c:pt>
                <c:pt idx="2">
                  <c:v>7.73</c:v>
                </c:pt>
                <c:pt idx="3">
                  <c:v>8.73</c:v>
                </c:pt>
                <c:pt idx="4">
                  <c:v>10.8</c:v>
                </c:pt>
                <c:pt idx="5">
                  <c:v>10.54</c:v>
                </c:pt>
                <c:pt idx="6">
                  <c:v>11.43</c:v>
                </c:pt>
                <c:pt idx="7">
                  <c:v>10.03</c:v>
                </c:pt>
                <c:pt idx="8">
                  <c:v>9.37</c:v>
                </c:pt>
                <c:pt idx="9">
                  <c:v>8.26</c:v>
                </c:pt>
                <c:pt idx="10">
                  <c:v>7.47</c:v>
                </c:pt>
                <c:pt idx="11">
                  <c:v>7.88</c:v>
                </c:pt>
                <c:pt idx="12">
                  <c:v>9.25</c:v>
                </c:pt>
                <c:pt idx="13">
                  <c:v>10.33</c:v>
                </c:pt>
                <c:pt idx="14">
                  <c:v>8.27</c:v>
                </c:pt>
                <c:pt idx="15">
                  <c:v>7.64</c:v>
                </c:pt>
                <c:pt idx="16">
                  <c:v>8.55</c:v>
                </c:pt>
                <c:pt idx="17">
                  <c:v>9.36</c:v>
                </c:pt>
                <c:pt idx="18">
                  <c:v>12.04</c:v>
                </c:pt>
                <c:pt idx="19">
                  <c:v>12.75</c:v>
                </c:pt>
                <c:pt idx="20">
                  <c:v>13.06</c:v>
                </c:pt>
                <c:pt idx="21">
                  <c:v>12.81</c:v>
                </c:pt>
                <c:pt idx="22">
                  <c:v>11.64</c:v>
                </c:pt>
                <c:pt idx="23">
                  <c:v>10.7</c:v>
                </c:pt>
                <c:pt idx="24">
                  <c:v>13.18</c:v>
                </c:pt>
                <c:pt idx="25">
                  <c:v>15.76</c:v>
                </c:pt>
                <c:pt idx="26">
                  <c:v>14.81</c:v>
                </c:pt>
                <c:pt idx="27">
                  <c:v>13.66</c:v>
                </c:pt>
                <c:pt idx="28">
                  <c:v>14.52</c:v>
                </c:pt>
                <c:pt idx="29">
                  <c:v>14.26</c:v>
                </c:pt>
                <c:pt idx="30">
                  <c:v>12.17</c:v>
                </c:pt>
                <c:pt idx="31">
                  <c:v>11.6</c:v>
                </c:pt>
                <c:pt idx="32">
                  <c:v>11.95</c:v>
                </c:pt>
                <c:pt idx="33">
                  <c:v>10.99</c:v>
                </c:pt>
                <c:pt idx="34">
                  <c:v>8.69</c:v>
                </c:pt>
                <c:pt idx="35">
                  <c:v>8.3</c:v>
                </c:pt>
                <c:pt idx="36">
                  <c:v>8.71</c:v>
                </c:pt>
                <c:pt idx="37">
                  <c:v>8.23</c:v>
                </c:pt>
                <c:pt idx="38">
                  <c:v>9.56</c:v>
                </c:pt>
                <c:pt idx="39">
                  <c:v>8.87</c:v>
                </c:pt>
                <c:pt idx="40">
                  <c:v>7.86</c:v>
                </c:pt>
                <c:pt idx="41">
                  <c:v>7.54</c:v>
                </c:pt>
                <c:pt idx="42">
                  <c:v>5.98</c:v>
                </c:pt>
                <c:pt idx="43">
                  <c:v>6.45</c:v>
                </c:pt>
                <c:pt idx="44">
                  <c:v>5.79</c:v>
                </c:pt>
                <c:pt idx="45">
                  <c:v>6.1</c:v>
                </c:pt>
                <c:pt idx="46">
                  <c:v>6.39</c:v>
                </c:pt>
                <c:pt idx="47">
                  <c:v>6.4</c:v>
                </c:pt>
                <c:pt idx="48">
                  <c:v>5.92</c:v>
                </c:pt>
                <c:pt idx="49">
                  <c:v>7.32</c:v>
                </c:pt>
                <c:pt idx="50">
                  <c:v>7.52</c:v>
                </c:pt>
                <c:pt idx="51">
                  <c:v>6.78</c:v>
                </c:pt>
                <c:pt idx="52">
                  <c:v>7.36</c:v>
                </c:pt>
                <c:pt idx="53">
                  <c:v>5.18</c:v>
                </c:pt>
                <c:pt idx="54">
                  <c:v>5.0</c:v>
                </c:pt>
                <c:pt idx="55">
                  <c:v>3.46</c:v>
                </c:pt>
                <c:pt idx="56">
                  <c:v>5.42</c:v>
                </c:pt>
                <c:pt idx="57">
                  <c:v>5.56</c:v>
                </c:pt>
                <c:pt idx="58">
                  <c:v>6.25</c:v>
                </c:pt>
                <c:pt idx="59">
                  <c:v>6.11</c:v>
                </c:pt>
                <c:pt idx="60">
                  <c:v>5.46</c:v>
                </c:pt>
                <c:pt idx="61">
                  <c:v>2.88</c:v>
                </c:pt>
                <c:pt idx="62">
                  <c:v>2.53</c:v>
                </c:pt>
                <c:pt idx="63">
                  <c:v>2.87</c:v>
                </c:pt>
                <c:pt idx="64">
                  <c:v>3.77</c:v>
                </c:pt>
                <c:pt idx="65">
                  <c:v>4.0</c:v>
                </c:pt>
                <c:pt idx="66">
                  <c:v>3.73</c:v>
                </c:pt>
                <c:pt idx="67">
                  <c:v>4.24</c:v>
                </c:pt>
                <c:pt idx="68">
                  <c:v>3.41</c:v>
                </c:pt>
                <c:pt idx="69">
                  <c:v>3.4</c:v>
                </c:pt>
                <c:pt idx="70">
                  <c:v>3.17</c:v>
                </c:pt>
                <c:pt idx="71">
                  <c:v>3.03</c:v>
                </c:pt>
                <c:pt idx="72">
                  <c:v>2.99</c:v>
                </c:pt>
                <c:pt idx="73">
                  <c:v>3.07</c:v>
                </c:pt>
                <c:pt idx="74">
                  <c:v>3.21</c:v>
                </c:pt>
                <c:pt idx="75">
                  <c:v>2.91</c:v>
                </c:pt>
                <c:pt idx="76">
                  <c:v>2.89</c:v>
                </c:pt>
                <c:pt idx="77">
                  <c:v>2.81</c:v>
                </c:pt>
                <c:pt idx="78">
                  <c:v>2.07</c:v>
                </c:pt>
                <c:pt idx="79">
                  <c:v>2.05</c:v>
                </c:pt>
                <c:pt idx="80">
                  <c:v>2.35</c:v>
                </c:pt>
                <c:pt idx="81">
                  <c:v>1.93</c:v>
                </c:pt>
                <c:pt idx="82">
                  <c:v>1.7</c:v>
                </c:pt>
                <c:pt idx="83">
                  <c:v>1.4</c:v>
                </c:pt>
                <c:pt idx="84">
                  <c:v>1.4</c:v>
                </c:pt>
                <c:pt idx="85">
                  <c:v>1.42</c:v>
                </c:pt>
                <c:pt idx="86">
                  <c:v>1.38</c:v>
                </c:pt>
                <c:pt idx="87">
                  <c:v>1.14</c:v>
                </c:pt>
                <c:pt idx="88">
                  <c:v>1.07</c:v>
                </c:pt>
                <c:pt idx="89">
                  <c:v>1.25</c:v>
                </c:pt>
                <c:pt idx="90">
                  <c:v>1.23</c:v>
                </c:pt>
                <c:pt idx="91">
                  <c:v>2.25</c:v>
                </c:pt>
                <c:pt idx="92">
                  <c:v>2.32</c:v>
                </c:pt>
                <c:pt idx="93">
                  <c:v>2.25</c:v>
                </c:pt>
                <c:pt idx="94">
                  <c:v>2.29</c:v>
                </c:pt>
                <c:pt idx="95">
                  <c:v>2.29</c:v>
                </c:pt>
                <c:pt idx="96">
                  <c:v>2.45</c:v>
                </c:pt>
                <c:pt idx="97">
                  <c:v>2.37</c:v>
                </c:pt>
                <c:pt idx="98">
                  <c:v>2.41</c:v>
                </c:pt>
                <c:pt idx="99">
                  <c:v>2.47</c:v>
                </c:pt>
                <c:pt idx="100">
                  <c:v>2.39</c:v>
                </c:pt>
                <c:pt idx="101">
                  <c:v>2.36</c:v>
                </c:pt>
                <c:pt idx="102">
                  <c:v>2.41</c:v>
                </c:pt>
                <c:pt idx="103">
                  <c:v>2.29</c:v>
                </c:pt>
                <c:pt idx="104">
                  <c:v>2.55</c:v>
                </c:pt>
                <c:pt idx="105">
                  <c:v>2.51</c:v>
                </c:pt>
                <c:pt idx="106">
                  <c:v>2.59</c:v>
                </c:pt>
                <c:pt idx="107">
                  <c:v>2.58</c:v>
                </c:pt>
                <c:pt idx="108">
                  <c:v>2.56</c:v>
                </c:pt>
                <c:pt idx="109">
                  <c:v>2.65</c:v>
                </c:pt>
                <c:pt idx="110">
                  <c:v>2.66</c:v>
                </c:pt>
                <c:pt idx="111">
                  <c:v>2.65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'24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3">
                  <c:v>8.73</c:v>
                </c:pt>
                <c:pt idx="23">
                  <c:v>10.7</c:v>
                </c:pt>
                <c:pt idx="33">
                  <c:v>10.99</c:v>
                </c:pt>
                <c:pt idx="52">
                  <c:v>7.36</c:v>
                </c:pt>
                <c:pt idx="54">
                  <c:v>5.0</c:v>
                </c:pt>
                <c:pt idx="55">
                  <c:v>3.46</c:v>
                </c:pt>
                <c:pt idx="60">
                  <c:v>5.46</c:v>
                </c:pt>
                <c:pt idx="63">
                  <c:v>2.87</c:v>
                </c:pt>
                <c:pt idx="77">
                  <c:v>2.81</c:v>
                </c:pt>
                <c:pt idx="90">
                  <c:v>1.23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Feb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Feb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'24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7">
                  <c:v>9.36</c:v>
                </c:pt>
                <c:pt idx="48">
                  <c:v>5.92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Kinnate Biopharma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KNTE  ·  acquired by XOMA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$2.5879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16, 2024   ·   Closed Apr 03, 2024   ·   Status: completed   ·   Pre-ann. volume 0.36×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Kinnate Biopharma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Kinnate Biopharma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3040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1600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34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727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852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617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934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569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479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652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141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7554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2450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485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485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26,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Kinnate Board discusses strategic alternatives following…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24, 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Kinnate engages Lazard to explore licensing and partnership…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05, 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Kinnate engages Leerink Partners to act as financial…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Kinnate announces reprioritization plan and workforce…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Foresite and OrbiMed submit a joint non-binding expression…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14, 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XOMA (Parent) submits a non-binding indication of interest.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Kinnate Board forms a Special Committee of independent…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02,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approves non-binding term sheet for a…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notifies Kinnate it no longer intends to pursue the…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Foresite and OrbiMed withdraw their acquisition proposal to…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Kinnate, XOMA, and Purchaser execute the Merger Agreement.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Kinnate signs and closes the sale of Exarafenib assets to…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04, 2024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the tender offer.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02, 2024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81% of shares…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03, 2024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under Section 251(h) of the DGCL.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Kinnate Biopharma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13 unexplained pre-announcement move weeks (of 13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+83%  ($1.23→$2.25)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91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2023-03-17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+57%  ($3.46→$5.42)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336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2023-04-21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-47%  ($5.46→$2.88)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2023-05-12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($2.87→$3.77)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280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2023-03-10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-31%  ($5→$3.46)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343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2023-02-24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($7.36→$5.18)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357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($9.36→$12.04)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602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2023-08-18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($2.81→$2.07)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182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Kinnate Biopharma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Kinnate Biopharma Inc. Provides Full-Year 2022 Financial Results and Recent Corporate Updates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First Report of Positive Dose Escalation Data Supports Best-in-Class Profile for Investigational Exarafenib…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First Report of Positive Dose Escalation Data Supports Best-in-Class Profile for Investigational Exarafenib…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Kinnate Biopharma Inc. Reports First Quarter 2023 Financial Results and Recent Corporate Updates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Kinnate Biopharma Inc. Reports First Quarter 2023 Financial Results and Recent Corporate Updates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Kinnate Biopharma Inc. Reports Second Quarter 2023 Financial Results and Recent Corporate Updates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Kinnate Biopharma Inc. Reports Second Quarter 2023 Financial Results and Recent Corporate Updates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Kinnate Biopharma Inc. Reports Third Quarter 2023 Financial Results and Recent Corporate Updates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Kinnate Biopharma Inc. Reports Third Quarter 2023 Financial Results and Recent Corporate Updates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