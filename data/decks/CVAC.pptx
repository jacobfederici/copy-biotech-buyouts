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10.24</c:v>
                </c:pt>
                <c:pt idx="1">
                  <c:v>12.25</c:v>
                </c:pt>
                <c:pt idx="2">
                  <c:v>10.42</c:v>
                </c:pt>
                <c:pt idx="3">
                  <c:v>10.38</c:v>
                </c:pt>
                <c:pt idx="4">
                  <c:v>9.89</c:v>
                </c:pt>
                <c:pt idx="5">
                  <c:v>9.39</c:v>
                </c:pt>
                <c:pt idx="6">
                  <c:v>8.69</c:v>
                </c:pt>
                <c:pt idx="7">
                  <c:v>8.86</c:v>
                </c:pt>
                <c:pt idx="8">
                  <c:v>8.99</c:v>
                </c:pt>
                <c:pt idx="9">
                  <c:v>8.91</c:v>
                </c:pt>
                <c:pt idx="10">
                  <c:v>8.8</c:v>
                </c:pt>
                <c:pt idx="11">
                  <c:v>9.09</c:v>
                </c:pt>
                <c:pt idx="12">
                  <c:v>8.82</c:v>
                </c:pt>
                <c:pt idx="13">
                  <c:v>8.01</c:v>
                </c:pt>
                <c:pt idx="14">
                  <c:v>7.49</c:v>
                </c:pt>
                <c:pt idx="15">
                  <c:v>6.83</c:v>
                </c:pt>
                <c:pt idx="16">
                  <c:v>6.35</c:v>
                </c:pt>
                <c:pt idx="17">
                  <c:v>5.93</c:v>
                </c:pt>
                <c:pt idx="18">
                  <c:v>5.24</c:v>
                </c:pt>
                <c:pt idx="19">
                  <c:v>5.15</c:v>
                </c:pt>
                <c:pt idx="20">
                  <c:v>5.55</c:v>
                </c:pt>
                <c:pt idx="21">
                  <c:v>5.41</c:v>
                </c:pt>
                <c:pt idx="22">
                  <c:v>5.59</c:v>
                </c:pt>
                <c:pt idx="23">
                  <c:v>5.51</c:v>
                </c:pt>
                <c:pt idx="24">
                  <c:v>5.5</c:v>
                </c:pt>
                <c:pt idx="25">
                  <c:v>5.48</c:v>
                </c:pt>
                <c:pt idx="26">
                  <c:v>6.12</c:v>
                </c:pt>
                <c:pt idx="27">
                  <c:v>4.06</c:v>
                </c:pt>
                <c:pt idx="28">
                  <c:v>4.21</c:v>
                </c:pt>
                <c:pt idx="29">
                  <c:v>4.34</c:v>
                </c:pt>
                <c:pt idx="30">
                  <c:v>3.88</c:v>
                </c:pt>
                <c:pt idx="31">
                  <c:v>3.64</c:v>
                </c:pt>
                <c:pt idx="32">
                  <c:v>3.57</c:v>
                </c:pt>
                <c:pt idx="33">
                  <c:v>3.51</c:v>
                </c:pt>
                <c:pt idx="34">
                  <c:v>3.43</c:v>
                </c:pt>
                <c:pt idx="35">
                  <c:v>3.43</c:v>
                </c:pt>
                <c:pt idx="36">
                  <c:v>3.3</c:v>
                </c:pt>
                <c:pt idx="37">
                  <c:v>3.42</c:v>
                </c:pt>
                <c:pt idx="38">
                  <c:v>3.43</c:v>
                </c:pt>
                <c:pt idx="39">
                  <c:v>3.3</c:v>
                </c:pt>
                <c:pt idx="40">
                  <c:v>3.05</c:v>
                </c:pt>
                <c:pt idx="41">
                  <c:v>3.03</c:v>
                </c:pt>
                <c:pt idx="42">
                  <c:v>3.06</c:v>
                </c:pt>
                <c:pt idx="43">
                  <c:v>2.91</c:v>
                </c:pt>
                <c:pt idx="44">
                  <c:v>2.44</c:v>
                </c:pt>
                <c:pt idx="45">
                  <c:v>2.33</c:v>
                </c:pt>
                <c:pt idx="46">
                  <c:v>3.13</c:v>
                </c:pt>
                <c:pt idx="47">
                  <c:v>2.91</c:v>
                </c:pt>
                <c:pt idx="48">
                  <c:v>3.49</c:v>
                </c:pt>
                <c:pt idx="49">
                  <c:v>3.69</c:v>
                </c:pt>
                <c:pt idx="50">
                  <c:v>3.89</c:v>
                </c:pt>
                <c:pt idx="51">
                  <c:v>4.49</c:v>
                </c:pt>
                <c:pt idx="52">
                  <c:v>3.67</c:v>
                </c:pt>
                <c:pt idx="53">
                  <c:v>3.26</c:v>
                </c:pt>
                <c:pt idx="54">
                  <c:v>3.4</c:v>
                </c:pt>
                <c:pt idx="55">
                  <c:v>3.29</c:v>
                </c:pt>
                <c:pt idx="56">
                  <c:v>3.26</c:v>
                </c:pt>
                <c:pt idx="57">
                  <c:v>3.67</c:v>
                </c:pt>
                <c:pt idx="58">
                  <c:v>3.72</c:v>
                </c:pt>
                <c:pt idx="59">
                  <c:v>3.45</c:v>
                </c:pt>
                <c:pt idx="60">
                  <c:v>3.28</c:v>
                </c:pt>
                <c:pt idx="61">
                  <c:v>3.24</c:v>
                </c:pt>
                <c:pt idx="62">
                  <c:v>3.31</c:v>
                </c:pt>
                <c:pt idx="63">
                  <c:v>3.14</c:v>
                </c:pt>
                <c:pt idx="64">
                  <c:v>2.74</c:v>
                </c:pt>
                <c:pt idx="65">
                  <c:v>3.44</c:v>
                </c:pt>
                <c:pt idx="66">
                  <c:v>3.23</c:v>
                </c:pt>
                <c:pt idx="67">
                  <c:v>3.0</c:v>
                </c:pt>
                <c:pt idx="68">
                  <c:v>3.02</c:v>
                </c:pt>
                <c:pt idx="69">
                  <c:v>2.91</c:v>
                </c:pt>
                <c:pt idx="70">
                  <c:v>2.8</c:v>
                </c:pt>
                <c:pt idx="71">
                  <c:v>2.75</c:v>
                </c:pt>
                <c:pt idx="72">
                  <c:v>2.76</c:v>
                </c:pt>
                <c:pt idx="73">
                  <c:v>2.84</c:v>
                </c:pt>
                <c:pt idx="74">
                  <c:v>2.54</c:v>
                </c:pt>
                <c:pt idx="75">
                  <c:v>2.66</c:v>
                </c:pt>
                <c:pt idx="76">
                  <c:v>2.87</c:v>
                </c:pt>
                <c:pt idx="77">
                  <c:v>3.1</c:v>
                </c:pt>
                <c:pt idx="78">
                  <c:v>3.16</c:v>
                </c:pt>
                <c:pt idx="79">
                  <c:v>2.87</c:v>
                </c:pt>
                <c:pt idx="80">
                  <c:v>3.17</c:v>
                </c:pt>
                <c:pt idx="81">
                  <c:v>3.62</c:v>
                </c:pt>
                <c:pt idx="82">
                  <c:v>4.21</c:v>
                </c:pt>
                <c:pt idx="83">
                  <c:v>4.1</c:v>
                </c:pt>
                <c:pt idx="84">
                  <c:v>3.85</c:v>
                </c:pt>
                <c:pt idx="85">
                  <c:v>3.79</c:v>
                </c:pt>
                <c:pt idx="86">
                  <c:v>3.58</c:v>
                </c:pt>
                <c:pt idx="87">
                  <c:v>3.65</c:v>
                </c:pt>
                <c:pt idx="88">
                  <c:v>3.3</c:v>
                </c:pt>
                <c:pt idx="89">
                  <c:v>3.1</c:v>
                </c:pt>
                <c:pt idx="90">
                  <c:v>3.04</c:v>
                </c:pt>
                <c:pt idx="91">
                  <c:v>3.01</c:v>
                </c:pt>
                <c:pt idx="92">
                  <c:v>2.89</c:v>
                </c:pt>
                <c:pt idx="93">
                  <c:v>2.98</c:v>
                </c:pt>
                <c:pt idx="94">
                  <c:v>2.59</c:v>
                </c:pt>
                <c:pt idx="95">
                  <c:v>3.19</c:v>
                </c:pt>
                <c:pt idx="96">
                  <c:v>3.12</c:v>
                </c:pt>
                <c:pt idx="97">
                  <c:v>3.23</c:v>
                </c:pt>
                <c:pt idx="98">
                  <c:v>3.56</c:v>
                </c:pt>
                <c:pt idx="99">
                  <c:v>3.47</c:v>
                </c:pt>
                <c:pt idx="100">
                  <c:v>3.72</c:v>
                </c:pt>
                <c:pt idx="101">
                  <c:v>4.09</c:v>
                </c:pt>
                <c:pt idx="102">
                  <c:v>4.47</c:v>
                </c:pt>
                <c:pt idx="103">
                  <c:v>4.41</c:v>
                </c:pt>
                <c:pt idx="104">
                  <c:v>5.57</c:v>
                </c:pt>
                <c:pt idx="105">
                  <c:v>5.44</c:v>
                </c:pt>
                <c:pt idx="106">
                  <c:v>5.38</c:v>
                </c:pt>
                <c:pt idx="107">
                  <c:v>5.45</c:v>
                </c:pt>
                <c:pt idx="108">
                  <c:v>5.46</c:v>
                </c:pt>
                <c:pt idx="109">
                  <c:v>5.39</c:v>
                </c:pt>
                <c:pt idx="110">
                  <c:v>5.46</c:v>
                </c:pt>
                <c:pt idx="111">
                  <c:v>5.41</c:v>
                </c:pt>
                <c:pt idx="112">
                  <c:v>5.44</c:v>
                </c:pt>
                <c:pt idx="113">
                  <c:v>5.48</c:v>
                </c:pt>
                <c:pt idx="114">
                  <c:v>5.44</c:v>
                </c:pt>
                <c:pt idx="115">
                  <c:v>5.37</c:v>
                </c:pt>
                <c:pt idx="116">
                  <c:v>5.39</c:v>
                </c:pt>
                <c:pt idx="117">
                  <c:v>5.38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94">
                  <c:v>2.59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26">
                  <c:v>6.12</c:v>
                </c:pt>
                <c:pt idx="45">
                  <c:v>2.33</c:v>
                </c:pt>
                <c:pt idx="64">
                  <c:v>2.74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Sheet1!$E$2:$E$119</c:f>
              <c:numCache>
                <c:formatCode>General</c:formatCode>
                <c:ptCount val="118"/>
                <c:pt idx="104">
                  <c:v>5.57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CureVac N.V.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CVAC  ·  acquired by BioNTech 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$5.4641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12, 2025   ·   Closed n/a   ·   Status: pending   ·   Pre-ann. volume 1.25×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CureVac N.V.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CureVac N.V.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6486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5046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65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329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260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601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328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964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940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668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99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80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007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Feb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Oct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BioNTech and CureVac meet to discuss…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CureVac Supervisory Board approves initiation of settlement…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26,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CEOs of BioNTech and CureVac meet in Mainz, Germany…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BioNTech delivers a preliminary non-binding indication of…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BioNTech submits a revised non-binding indication of…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CureVac and BioNTech enter into a Confidentiality Agreement.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CureVac and Skadden provide the initial draft of the…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BioNTech proposes a fixed-value collar structure setting…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11,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CureVac Boards unanimously approve the Purchase Agreement…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Execution of the Purchase Agreement and public announcement…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07,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Litigation Parties enter into settlement arrangements to…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11,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BioNTech files the initial Registration Statement on Form…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BioNTech formally commences the exchange offer and CureVac…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CureVac N.V.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4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2024-05-03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($2.33→$3.13)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-34%  ($6.12→$4.06)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538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($2.74→$3.44)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($2.59→$3.19)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CureVac N.V.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Prada to acquire Versace, CarMax reports mixed Q4 results: Morning Buzz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Top Midday Stories: Boeing Shares Fall After Air India Plane Crash; Oracle Q4 Results Top Expectations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Class Action Attorney Juan Monteverde Investigates the Merger of CureVac N.V.…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CureVac Soars 41% in a Month on a $1.25B Buyout Offer From BioNTech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BioNTech Announces Second Quarter 2025 Financial Results and Corporate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CureVac Announces Financial Results for the Second Quarter and First Half of 2025 and Provides Business…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CureVac BV reports Q2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CureVac Announces Financial Results for the Third Quarter and First Nine Months of 2025 and Provides…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CureVac Announces Voting Results of Extraordinary General Meeting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