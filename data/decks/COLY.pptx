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15.54</c:v>
                </c:pt>
                <c:pt idx="1">
                  <c:v>17.09</c:v>
                </c:pt>
                <c:pt idx="2">
                  <c:v>16.2</c:v>
                </c:pt>
                <c:pt idx="3">
                  <c:v>15.84</c:v>
                </c:pt>
                <c:pt idx="4">
                  <c:v>15.7</c:v>
                </c:pt>
                <c:pt idx="5">
                  <c:v>15.54</c:v>
                </c:pt>
                <c:pt idx="6">
                  <c:v>15.16</c:v>
                </c:pt>
                <c:pt idx="7">
                  <c:v>14.62</c:v>
                </c:pt>
                <c:pt idx="8">
                  <c:v>15.37</c:v>
                </c:pt>
                <c:pt idx="9">
                  <c:v>15.61</c:v>
                </c:pt>
                <c:pt idx="10">
                  <c:v>15.75</c:v>
                </c:pt>
                <c:pt idx="11">
                  <c:v>14.93</c:v>
                </c:pt>
                <c:pt idx="12">
                  <c:v>14.01</c:v>
                </c:pt>
                <c:pt idx="13">
                  <c:v>14.55</c:v>
                </c:pt>
                <c:pt idx="14">
                  <c:v>15.01</c:v>
                </c:pt>
                <c:pt idx="15">
                  <c:v>15.6</c:v>
                </c:pt>
                <c:pt idx="16">
                  <c:v>15.6</c:v>
                </c:pt>
                <c:pt idx="17">
                  <c:v>15.6</c:v>
                </c:pt>
                <c:pt idx="18">
                  <c:v>16.0</c:v>
                </c:pt>
                <c:pt idx="19">
                  <c:v>15.15</c:v>
                </c:pt>
                <c:pt idx="20">
                  <c:v>15.1</c:v>
                </c:pt>
                <c:pt idx="21">
                  <c:v>15.28</c:v>
                </c:pt>
                <c:pt idx="22">
                  <c:v>15.07</c:v>
                </c:pt>
                <c:pt idx="23">
                  <c:v>15.99</c:v>
                </c:pt>
                <c:pt idx="24">
                  <c:v>14.66</c:v>
                </c:pt>
                <c:pt idx="25">
                  <c:v>14.26</c:v>
                </c:pt>
                <c:pt idx="26">
                  <c:v>13.53</c:v>
                </c:pt>
                <c:pt idx="27">
                  <c:v>13.1</c:v>
                </c:pt>
                <c:pt idx="28">
                  <c:v>13.98</c:v>
                </c:pt>
                <c:pt idx="29">
                  <c:v>13.02</c:v>
                </c:pt>
                <c:pt idx="30">
                  <c:v>11.67</c:v>
                </c:pt>
                <c:pt idx="31">
                  <c:v>11.86</c:v>
                </c:pt>
                <c:pt idx="32">
                  <c:v>11.55</c:v>
                </c:pt>
                <c:pt idx="33">
                  <c:v>11.12</c:v>
                </c:pt>
                <c:pt idx="34">
                  <c:v>10.2</c:v>
                </c:pt>
                <c:pt idx="35">
                  <c:v>10.75</c:v>
                </c:pt>
                <c:pt idx="36">
                  <c:v>10.89</c:v>
                </c:pt>
                <c:pt idx="37">
                  <c:v>10.8</c:v>
                </c:pt>
                <c:pt idx="38">
                  <c:v>10.22</c:v>
                </c:pt>
                <c:pt idx="39">
                  <c:v>10.95</c:v>
                </c:pt>
                <c:pt idx="40">
                  <c:v>10.83</c:v>
                </c:pt>
                <c:pt idx="41">
                  <c:v>10.39</c:v>
                </c:pt>
                <c:pt idx="42">
                  <c:v>10.46</c:v>
                </c:pt>
                <c:pt idx="43">
                  <c:v>10.98</c:v>
                </c:pt>
                <c:pt idx="44">
                  <c:v>11.18</c:v>
                </c:pt>
                <c:pt idx="45">
                  <c:v>11.42</c:v>
                </c:pt>
                <c:pt idx="46">
                  <c:v>11.95</c:v>
                </c:pt>
                <c:pt idx="47">
                  <c:v>13.0</c:v>
                </c:pt>
                <c:pt idx="48">
                  <c:v>13.14</c:v>
                </c:pt>
                <c:pt idx="49">
                  <c:v>11.93</c:v>
                </c:pt>
                <c:pt idx="50">
                  <c:v>11.48</c:v>
                </c:pt>
                <c:pt idx="51">
                  <c:v>12.01</c:v>
                </c:pt>
                <c:pt idx="52">
                  <c:v>12.97</c:v>
                </c:pt>
                <c:pt idx="53">
                  <c:v>13.12</c:v>
                </c:pt>
                <c:pt idx="54">
                  <c:v>11.24</c:v>
                </c:pt>
                <c:pt idx="55">
                  <c:v>11.25</c:v>
                </c:pt>
                <c:pt idx="56">
                  <c:v>10.54</c:v>
                </c:pt>
                <c:pt idx="57">
                  <c:v>10.42</c:v>
                </c:pt>
                <c:pt idx="58">
                  <c:v>9.69</c:v>
                </c:pt>
                <c:pt idx="59">
                  <c:v>9.2</c:v>
                </c:pt>
                <c:pt idx="60">
                  <c:v>9.71</c:v>
                </c:pt>
                <c:pt idx="61">
                  <c:v>9.87</c:v>
                </c:pt>
                <c:pt idx="62">
                  <c:v>9.95</c:v>
                </c:pt>
                <c:pt idx="63">
                  <c:v>9.89</c:v>
                </c:pt>
                <c:pt idx="64">
                  <c:v>9.28</c:v>
                </c:pt>
                <c:pt idx="65">
                  <c:v>9.86</c:v>
                </c:pt>
                <c:pt idx="66">
                  <c:v>9.73</c:v>
                </c:pt>
                <c:pt idx="67">
                  <c:v>8.16</c:v>
                </c:pt>
                <c:pt idx="68">
                  <c:v>8.99</c:v>
                </c:pt>
                <c:pt idx="69">
                  <c:v>8.67</c:v>
                </c:pt>
                <c:pt idx="70">
                  <c:v>9.43</c:v>
                </c:pt>
                <c:pt idx="71">
                  <c:v>9.58</c:v>
                </c:pt>
                <c:pt idx="72">
                  <c:v>9.62</c:v>
                </c:pt>
                <c:pt idx="73">
                  <c:v>10.03</c:v>
                </c:pt>
                <c:pt idx="74">
                  <c:v>10.18</c:v>
                </c:pt>
                <c:pt idx="75">
                  <c:v>10.02</c:v>
                </c:pt>
                <c:pt idx="76">
                  <c:v>9.23</c:v>
                </c:pt>
                <c:pt idx="77">
                  <c:v>8.43</c:v>
                </c:pt>
                <c:pt idx="78">
                  <c:v>8.54</c:v>
                </c:pt>
                <c:pt idx="79">
                  <c:v>8.69</c:v>
                </c:pt>
                <c:pt idx="80">
                  <c:v>8.34</c:v>
                </c:pt>
                <c:pt idx="81">
                  <c:v>8.13</c:v>
                </c:pt>
                <c:pt idx="82">
                  <c:v>8.17</c:v>
                </c:pt>
                <c:pt idx="83">
                  <c:v>3.57</c:v>
                </c:pt>
                <c:pt idx="84">
                  <c:v>3.61</c:v>
                </c:pt>
                <c:pt idx="85">
                  <c:v>3.5</c:v>
                </c:pt>
                <c:pt idx="86">
                  <c:v>3.48</c:v>
                </c:pt>
                <c:pt idx="87">
                  <c:v>3.33</c:v>
                </c:pt>
                <c:pt idx="88">
                  <c:v>3.15</c:v>
                </c:pt>
                <c:pt idx="89">
                  <c:v>3.14</c:v>
                </c:pt>
                <c:pt idx="90">
                  <c:v>3.32</c:v>
                </c:pt>
                <c:pt idx="91">
                  <c:v>3.45</c:v>
                </c:pt>
                <c:pt idx="92">
                  <c:v>3.43</c:v>
                </c:pt>
                <c:pt idx="93">
                  <c:v>3.44</c:v>
                </c:pt>
                <c:pt idx="94">
                  <c:v>3.34</c:v>
                </c:pt>
                <c:pt idx="95">
                  <c:v>3.18</c:v>
                </c:pt>
                <c:pt idx="96">
                  <c:v>3.19</c:v>
                </c:pt>
                <c:pt idx="97">
                  <c:v>3.14</c:v>
                </c:pt>
                <c:pt idx="98">
                  <c:v>3.09</c:v>
                </c:pt>
                <c:pt idx="99">
                  <c:v>3.39</c:v>
                </c:pt>
                <c:pt idx="100">
                  <c:v>2.97</c:v>
                </c:pt>
                <c:pt idx="101">
                  <c:v>2.98</c:v>
                </c:pt>
                <c:pt idx="102">
                  <c:v>3.0</c:v>
                </c:pt>
                <c:pt idx="103">
                  <c:v>3.26</c:v>
                </c:pt>
                <c:pt idx="104">
                  <c:v>7.81</c:v>
                </c:pt>
                <c:pt idx="105">
                  <c:v>7.84</c:v>
                </c:pt>
                <c:pt idx="106">
                  <c:v>7.97</c:v>
                </c:pt>
                <c:pt idx="107">
                  <c:v>7.94</c:v>
                </c:pt>
                <c:pt idx="108">
                  <c:v>7.93</c:v>
                </c:pt>
                <c:pt idx="109">
                  <c:v>7.97</c:v>
                </c:pt>
                <c:pt idx="110">
                  <c:v>7.98</c:v>
                </c:pt>
                <c:pt idx="111">
                  <c:v>8.01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82">
                  <c:v>8.17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Nov '05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'06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Apr '06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'06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'06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'06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'07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'07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'07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'07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'07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'07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7.81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Coley Pharmaceutical Group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COLY  ·  acquired by Pfizer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169%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16, 2007   ·   Closed Jan 04, 2008   ·   Status: completed   ·   Pre-ann. volume 1.56×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Coley Pharmaceutical Group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Coley Pharmaceutical Group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0826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9386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466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929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652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402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449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648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591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00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15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429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534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000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9326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Mar 2005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Jan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and Pfizer enter into a license agreement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21, 2007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and Coley enter into a confidentiality agreement to…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discontinues two Phase III trials of PF-3512676 in…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16, 2007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CEO Robert Bratzler suggests a more significant…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Board creates a Strategic Transaction Committee…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08, 2007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formally retains J.P. Morgan as financial advisor.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29, 2007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J.P. Morgan issues process letters to Pfizer and other…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07, 2007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submits an initial bid of $6.25 per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09, 2007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provides guidance to Pfizer that the Board would…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12, 2007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Pfizer increases its bid to $8.00 per share.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15, 2007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Coley Board unanimously approves the Merger Agreement at…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16, 2007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30, 2007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28, 2007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offering period expires with 91.3%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04, 2008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Coley becomes a wholly 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Coley Pharmaceutical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2007-06-22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-56%  ($8.17→$3.57)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147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Coley Pharmaceutical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2007-11-15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Coley Pharmaceutical Group Enters into Merger Agreement with Pfizer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2007-11-16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Joint Press Release Issued Announcing Execution of Merger Agreement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2008-01-04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Completion of Merger and Notice of Delisting from NASDAQ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