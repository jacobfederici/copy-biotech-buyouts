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Dec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'18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17.86</c:v>
                </c:pt>
                <c:pt idx="1">
                  <c:v>17.29</c:v>
                </c:pt>
                <c:pt idx="2">
                  <c:v>14.63</c:v>
                </c:pt>
                <c:pt idx="3">
                  <c:v>12.96</c:v>
                </c:pt>
                <c:pt idx="4">
                  <c:v>13.66</c:v>
                </c:pt>
                <c:pt idx="5">
                  <c:v>12.65</c:v>
                </c:pt>
                <c:pt idx="6">
                  <c:v>11.53</c:v>
                </c:pt>
                <c:pt idx="7">
                  <c:v>12.01</c:v>
                </c:pt>
                <c:pt idx="8">
                  <c:v>13.05</c:v>
                </c:pt>
                <c:pt idx="9">
                  <c:v>13.21</c:v>
                </c:pt>
                <c:pt idx="10">
                  <c:v>13.26</c:v>
                </c:pt>
                <c:pt idx="11">
                  <c:v>12.35</c:v>
                </c:pt>
                <c:pt idx="12">
                  <c:v>10.35</c:v>
                </c:pt>
                <c:pt idx="13">
                  <c:v>10.2</c:v>
                </c:pt>
                <c:pt idx="14">
                  <c:v>11.05</c:v>
                </c:pt>
                <c:pt idx="15">
                  <c:v>11.53</c:v>
                </c:pt>
                <c:pt idx="16">
                  <c:v>11.26</c:v>
                </c:pt>
                <c:pt idx="17">
                  <c:v>11.52</c:v>
                </c:pt>
                <c:pt idx="18">
                  <c:v>10.78</c:v>
                </c:pt>
                <c:pt idx="19">
                  <c:v>10.09</c:v>
                </c:pt>
                <c:pt idx="20">
                  <c:v>11.01</c:v>
                </c:pt>
                <c:pt idx="21">
                  <c:v>11.59</c:v>
                </c:pt>
                <c:pt idx="22">
                  <c:v>12.42</c:v>
                </c:pt>
                <c:pt idx="23">
                  <c:v>11.99</c:v>
                </c:pt>
                <c:pt idx="24">
                  <c:v>11.7</c:v>
                </c:pt>
                <c:pt idx="25">
                  <c:v>10.6</c:v>
                </c:pt>
                <c:pt idx="26">
                  <c:v>10.71</c:v>
                </c:pt>
                <c:pt idx="27">
                  <c:v>11.03</c:v>
                </c:pt>
                <c:pt idx="28">
                  <c:v>11.49</c:v>
                </c:pt>
                <c:pt idx="29">
                  <c:v>11.2</c:v>
                </c:pt>
                <c:pt idx="30">
                  <c:v>11.41</c:v>
                </c:pt>
                <c:pt idx="31">
                  <c:v>11.75</c:v>
                </c:pt>
                <c:pt idx="32">
                  <c:v>11.85</c:v>
                </c:pt>
                <c:pt idx="33">
                  <c:v>11.61</c:v>
                </c:pt>
                <c:pt idx="34">
                  <c:v>11.31</c:v>
                </c:pt>
                <c:pt idx="35">
                  <c:v>11.07</c:v>
                </c:pt>
                <c:pt idx="36">
                  <c:v>11.1</c:v>
                </c:pt>
                <c:pt idx="37">
                  <c:v>12.18</c:v>
                </c:pt>
                <c:pt idx="38">
                  <c:v>12.33</c:v>
                </c:pt>
                <c:pt idx="39">
                  <c:v>13.23</c:v>
                </c:pt>
                <c:pt idx="40">
                  <c:v>12.31</c:v>
                </c:pt>
                <c:pt idx="41">
                  <c:v>12.73</c:v>
                </c:pt>
                <c:pt idx="42">
                  <c:v>12.84</c:v>
                </c:pt>
                <c:pt idx="43">
                  <c:v>12.46</c:v>
                </c:pt>
                <c:pt idx="44">
                  <c:v>11.65</c:v>
                </c:pt>
                <c:pt idx="45">
                  <c:v>11.35</c:v>
                </c:pt>
                <c:pt idx="46">
                  <c:v>15.2</c:v>
                </c:pt>
                <c:pt idx="47">
                  <c:v>15.8</c:v>
                </c:pt>
                <c:pt idx="48">
                  <c:v>15.85</c:v>
                </c:pt>
                <c:pt idx="49">
                  <c:v>15.45</c:v>
                </c:pt>
                <c:pt idx="50">
                  <c:v>15.75</c:v>
                </c:pt>
                <c:pt idx="51">
                  <c:v>15.75</c:v>
                </c:pt>
                <c:pt idx="52">
                  <c:v>13.3</c:v>
                </c:pt>
                <c:pt idx="53">
                  <c:v>13.55</c:v>
                </c:pt>
                <c:pt idx="54">
                  <c:v>13.45</c:v>
                </c:pt>
                <c:pt idx="55">
                  <c:v>12.5</c:v>
                </c:pt>
                <c:pt idx="56">
                  <c:v>11.4</c:v>
                </c:pt>
                <c:pt idx="57">
                  <c:v>11.1</c:v>
                </c:pt>
                <c:pt idx="58">
                  <c:v>11.45</c:v>
                </c:pt>
                <c:pt idx="59">
                  <c:v>11.55</c:v>
                </c:pt>
                <c:pt idx="60">
                  <c:v>11.8</c:v>
                </c:pt>
                <c:pt idx="61">
                  <c:v>11.75</c:v>
                </c:pt>
                <c:pt idx="62">
                  <c:v>11.85</c:v>
                </c:pt>
                <c:pt idx="63">
                  <c:v>10.5</c:v>
                </c:pt>
                <c:pt idx="64">
                  <c:v>10.55</c:v>
                </c:pt>
                <c:pt idx="65">
                  <c:v>10.6</c:v>
                </c:pt>
                <c:pt idx="66">
                  <c:v>11.0</c:v>
                </c:pt>
                <c:pt idx="67">
                  <c:v>10.75</c:v>
                </c:pt>
                <c:pt idx="68">
                  <c:v>9.8</c:v>
                </c:pt>
                <c:pt idx="69">
                  <c:v>9.45</c:v>
                </c:pt>
                <c:pt idx="70">
                  <c:v>10.15</c:v>
                </c:pt>
                <c:pt idx="71">
                  <c:v>10.3</c:v>
                </c:pt>
                <c:pt idx="72">
                  <c:v>10.85</c:v>
                </c:pt>
                <c:pt idx="73">
                  <c:v>10.55</c:v>
                </c:pt>
                <c:pt idx="74">
                  <c:v>10.25</c:v>
                </c:pt>
                <c:pt idx="75">
                  <c:v>10.4</c:v>
                </c:pt>
                <c:pt idx="76">
                  <c:v>10.15</c:v>
                </c:pt>
                <c:pt idx="77">
                  <c:v>9.65</c:v>
                </c:pt>
                <c:pt idx="78">
                  <c:v>10.85</c:v>
                </c:pt>
                <c:pt idx="79">
                  <c:v>10.5</c:v>
                </c:pt>
                <c:pt idx="80">
                  <c:v>10.62</c:v>
                </c:pt>
                <c:pt idx="81">
                  <c:v>10.95</c:v>
                </c:pt>
                <c:pt idx="82">
                  <c:v>10.95</c:v>
                </c:pt>
                <c:pt idx="83">
                  <c:v>10.85</c:v>
                </c:pt>
                <c:pt idx="84">
                  <c:v>10.4</c:v>
                </c:pt>
                <c:pt idx="85">
                  <c:v>10.25</c:v>
                </c:pt>
                <c:pt idx="86">
                  <c:v>10.25</c:v>
                </c:pt>
                <c:pt idx="87">
                  <c:v>11.3</c:v>
                </c:pt>
                <c:pt idx="88">
                  <c:v>11.9</c:v>
                </c:pt>
                <c:pt idx="89">
                  <c:v>12.35</c:v>
                </c:pt>
                <c:pt idx="90">
                  <c:v>12.15</c:v>
                </c:pt>
                <c:pt idx="91">
                  <c:v>11.8</c:v>
                </c:pt>
                <c:pt idx="92">
                  <c:v>11.8</c:v>
                </c:pt>
                <c:pt idx="93">
                  <c:v>10.53</c:v>
                </c:pt>
                <c:pt idx="94">
                  <c:v>10.2</c:v>
                </c:pt>
                <c:pt idx="95">
                  <c:v>10.3</c:v>
                </c:pt>
                <c:pt idx="96">
                  <c:v>9.68</c:v>
                </c:pt>
                <c:pt idx="97">
                  <c:v>10.55</c:v>
                </c:pt>
                <c:pt idx="98">
                  <c:v>10.7</c:v>
                </c:pt>
                <c:pt idx="99">
                  <c:v>10.55</c:v>
                </c:pt>
                <c:pt idx="100">
                  <c:v>10.55</c:v>
                </c:pt>
                <c:pt idx="101">
                  <c:v>12.8</c:v>
                </c:pt>
                <c:pt idx="102">
                  <c:v>16.0</c:v>
                </c:pt>
                <c:pt idx="103">
                  <c:v>17.0</c:v>
                </c:pt>
                <c:pt idx="104">
                  <c:v>17.0</c:v>
                </c:pt>
                <c:pt idx="105">
                  <c:v>17.95</c:v>
                </c:pt>
                <c:pt idx="106">
                  <c:v>18.05</c:v>
                </c:pt>
                <c:pt idx="107">
                  <c:v>18.05</c:v>
                </c:pt>
                <c:pt idx="108">
                  <c:v>17.95</c:v>
                </c:pt>
                <c:pt idx="109">
                  <c:v>17.95</c:v>
                </c:pt>
                <c:pt idx="110">
                  <c:v>17.95</c:v>
                </c:pt>
                <c:pt idx="111">
                  <c:v>18.0</c:v>
                </c:pt>
                <c:pt idx="112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'18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100">
                  <c:v>10.55</c:v>
                </c:pt>
                <c:pt idx="101">
                  <c:v>12.8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'15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'16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'16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'16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'18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45">
                  <c:v>11.35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Sucampo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SCMP  ·  acquired by Mallinckrodt plc (Irish public limited company)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26, 2017   ·   Closed Feb 13, 2018   ·   Status: completed   ·   Pre-ann. volume 5.56×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Sucampo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Sucampo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8830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7390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292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336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336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053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202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67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439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704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4412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500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588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384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472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649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91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445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445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594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7682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682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770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770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59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7859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947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8036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124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8654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743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096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9185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9273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362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9538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627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9627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627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9627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715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9804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980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9980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069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3344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0511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2190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received an unsolicited acquisition proposal from…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2016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received an unsolicited proposal from Party B, a…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Sucampo, during pending discussions with Party B, contacted…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received an unsolicited proposal from Party C, a…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2017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board, at a regularly scheduled meeting, appointed…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Josh Schafer, VP Business Development and Licensing…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Schafer informed Mr. Bryan that Mallinckrodt was…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09, 2017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called Mr. Trudeau to discuss Mallinckrodt's…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12, 2017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and Mr. Bryan met with Mr. Trudeau, Mr.…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20, 2017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Trudeau called Mr. Greenleaf with a preliminary…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2017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met telephonically with Cooley LLP…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2017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conveyed Transaction Committee feedback to…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31, 2017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called Mr. Trudeau regarding the…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01, 2017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 submitted a further revised non-binding…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2017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and Mallinckrodt LLC executed a Confidentiality…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Mallinckrodt and Sucampo held…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and Mallinckrodt management teams held a series of…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provided Mallinckrodt and its advisors access to an…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25, 2017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Trudeau called Mr. Greenleaf with a revised non-binding…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26, 2017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telephonic meeting, with Paul…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26, 2017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presented the $19.00 per share…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2017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telephonic meeting with Mr.…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2017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called Mr. Trudeau to convey willingness to…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28, 2017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 delivered a revised non-binding indication of…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48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Sucampo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28,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provided Mallinckrodt access to full due diligence…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29, 2017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sent Mallinckrodt a draft merger agreement. The…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met telephonically with Mr. Edick…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and Mr. Trudeau discussed diligence status…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07, 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Bloomberg published a story that Sucampo was considering a…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Wachtell, Lipton, Rosen &amp; Katz (Mallinckrodt's counsel)…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board held a regular meeting, with management…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sent Wachtell a revised draft merger agreement…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Wachtell and Cooley held calls to discuss the merger…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Trudeau called Mr. Greenleaf to discuss potential…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Trudeau called Mr. Greenleaf to confirm Mallinckrodt's…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updated the board on Mr. Trudeau's call.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Greenleaf, Alex Driggs (General Counsel), and Cooley…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Greenleaf contacted the founders and, after they agreed…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sent Wachtell a revised draft of the merger…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Wachtell provided Cooley a draft of Mallinckrodt's debt…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20, 2017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McGuireWoods provided comments on the tender and support…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Cooley sent Wachtell a revised merger agreement draft…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Sucampo board held a special telephonic meeting with…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23, 2017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Mallinckrodt's transaction committee and audit committee…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26, 2017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the Merger Agreement was publicly announced in…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28, 2017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notification that the AMITIZA pediatric constipation…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16, 2018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commenced. Sucampo filed the substantive SC…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 at 8:00 a.m. Eastern Time. 39,158,848…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Sucampo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2016-11-11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($11.35→$15.2)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Sucampo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2015-10-14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Sucampo Announces Results of Tender Offer for R-Tech Ueno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2016-04-19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Sucampo Reports Top-Line Data from Phase 2a Study of Cobiprostone in Patients with PPI-Refractory…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2017-09-28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Sucampo Pharmaceuticals Announces FDA Acceptance of sNDA for AMITIZA in Children with Pediatric Functional…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