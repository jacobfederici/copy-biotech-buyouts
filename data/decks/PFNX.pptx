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Aug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4.9</c:v>
                </c:pt>
                <c:pt idx="1">
                  <c:v>4.75</c:v>
                </c:pt>
                <c:pt idx="2">
                  <c:v>5.09</c:v>
                </c:pt>
                <c:pt idx="3">
                  <c:v>5.28</c:v>
                </c:pt>
                <c:pt idx="4">
                  <c:v>5.13</c:v>
                </c:pt>
                <c:pt idx="5">
                  <c:v>4.59</c:v>
                </c:pt>
                <c:pt idx="6">
                  <c:v>4.95</c:v>
                </c:pt>
                <c:pt idx="7">
                  <c:v>5.11</c:v>
                </c:pt>
                <c:pt idx="8">
                  <c:v>4.54</c:v>
                </c:pt>
                <c:pt idx="9">
                  <c:v>4.36</c:v>
                </c:pt>
                <c:pt idx="10">
                  <c:v>4.49</c:v>
                </c:pt>
                <c:pt idx="11">
                  <c:v>4.34</c:v>
                </c:pt>
                <c:pt idx="12">
                  <c:v>4.65</c:v>
                </c:pt>
                <c:pt idx="13">
                  <c:v>5.05</c:v>
                </c:pt>
                <c:pt idx="14">
                  <c:v>4.72</c:v>
                </c:pt>
                <c:pt idx="15">
                  <c:v>4.53</c:v>
                </c:pt>
                <c:pt idx="16">
                  <c:v>4.14</c:v>
                </c:pt>
                <c:pt idx="17">
                  <c:v>3.48</c:v>
                </c:pt>
                <c:pt idx="18">
                  <c:v>3.99</c:v>
                </c:pt>
                <c:pt idx="19">
                  <c:v>3.96</c:v>
                </c:pt>
                <c:pt idx="20">
                  <c:v>3.4</c:v>
                </c:pt>
                <c:pt idx="21">
                  <c:v>3.97</c:v>
                </c:pt>
                <c:pt idx="22">
                  <c:v>3.93</c:v>
                </c:pt>
                <c:pt idx="23">
                  <c:v>3.93</c:v>
                </c:pt>
                <c:pt idx="24">
                  <c:v>3.53</c:v>
                </c:pt>
                <c:pt idx="25">
                  <c:v>3.9</c:v>
                </c:pt>
                <c:pt idx="26">
                  <c:v>3.85</c:v>
                </c:pt>
                <c:pt idx="27">
                  <c:v>4.03</c:v>
                </c:pt>
                <c:pt idx="28">
                  <c:v>4.2</c:v>
                </c:pt>
                <c:pt idx="29">
                  <c:v>5.16</c:v>
                </c:pt>
                <c:pt idx="30">
                  <c:v>4.26</c:v>
                </c:pt>
                <c:pt idx="31">
                  <c:v>4.94</c:v>
                </c:pt>
                <c:pt idx="32">
                  <c:v>6.3</c:v>
                </c:pt>
                <c:pt idx="33">
                  <c:v>6.18</c:v>
                </c:pt>
                <c:pt idx="34">
                  <c:v>6.31</c:v>
                </c:pt>
                <c:pt idx="35">
                  <c:v>6.0</c:v>
                </c:pt>
                <c:pt idx="36">
                  <c:v>5.82</c:v>
                </c:pt>
                <c:pt idx="37">
                  <c:v>5.88</c:v>
                </c:pt>
                <c:pt idx="38">
                  <c:v>5.53</c:v>
                </c:pt>
                <c:pt idx="39">
                  <c:v>6.25</c:v>
                </c:pt>
                <c:pt idx="40">
                  <c:v>6.76</c:v>
                </c:pt>
                <c:pt idx="41">
                  <c:v>7.08</c:v>
                </c:pt>
                <c:pt idx="42">
                  <c:v>6.51</c:v>
                </c:pt>
                <c:pt idx="43">
                  <c:v>7.17</c:v>
                </c:pt>
                <c:pt idx="44">
                  <c:v>6.94</c:v>
                </c:pt>
                <c:pt idx="45">
                  <c:v>6.55</c:v>
                </c:pt>
                <c:pt idx="46">
                  <c:v>6.74</c:v>
                </c:pt>
                <c:pt idx="47">
                  <c:v>7.33</c:v>
                </c:pt>
                <c:pt idx="48">
                  <c:v>6.16</c:v>
                </c:pt>
                <c:pt idx="49">
                  <c:v>5.93</c:v>
                </c:pt>
                <c:pt idx="50">
                  <c:v>5.94</c:v>
                </c:pt>
                <c:pt idx="51">
                  <c:v>6.32</c:v>
                </c:pt>
                <c:pt idx="52">
                  <c:v>6.28</c:v>
                </c:pt>
                <c:pt idx="53">
                  <c:v>6.95</c:v>
                </c:pt>
                <c:pt idx="54">
                  <c:v>6.5</c:v>
                </c:pt>
                <c:pt idx="55">
                  <c:v>7.35</c:v>
                </c:pt>
                <c:pt idx="56">
                  <c:v>8.63</c:v>
                </c:pt>
                <c:pt idx="57">
                  <c:v>9.29</c:v>
                </c:pt>
                <c:pt idx="58">
                  <c:v>8.75</c:v>
                </c:pt>
                <c:pt idx="59">
                  <c:v>8.51</c:v>
                </c:pt>
                <c:pt idx="60">
                  <c:v>7.46</c:v>
                </c:pt>
                <c:pt idx="61">
                  <c:v>8.88</c:v>
                </c:pt>
                <c:pt idx="62">
                  <c:v>9.25</c:v>
                </c:pt>
                <c:pt idx="63">
                  <c:v>9.5</c:v>
                </c:pt>
                <c:pt idx="64">
                  <c:v>9.67</c:v>
                </c:pt>
                <c:pt idx="65">
                  <c:v>10.68</c:v>
                </c:pt>
                <c:pt idx="66">
                  <c:v>8.82</c:v>
                </c:pt>
                <c:pt idx="67">
                  <c:v>9.15</c:v>
                </c:pt>
                <c:pt idx="68">
                  <c:v>10.38</c:v>
                </c:pt>
                <c:pt idx="69">
                  <c:v>10.62</c:v>
                </c:pt>
                <c:pt idx="70">
                  <c:v>11.73</c:v>
                </c:pt>
                <c:pt idx="71">
                  <c:v>12.49</c:v>
                </c:pt>
                <c:pt idx="72">
                  <c:v>11.57</c:v>
                </c:pt>
                <c:pt idx="73">
                  <c:v>11.3</c:v>
                </c:pt>
                <c:pt idx="74">
                  <c:v>12.64</c:v>
                </c:pt>
                <c:pt idx="75">
                  <c:v>12.3</c:v>
                </c:pt>
                <c:pt idx="76">
                  <c:v>11.14</c:v>
                </c:pt>
                <c:pt idx="77">
                  <c:v>10.72</c:v>
                </c:pt>
                <c:pt idx="78">
                  <c:v>12.71</c:v>
                </c:pt>
                <c:pt idx="79">
                  <c:v>13.35</c:v>
                </c:pt>
                <c:pt idx="80">
                  <c:v>12.69</c:v>
                </c:pt>
                <c:pt idx="81">
                  <c:v>11.6</c:v>
                </c:pt>
                <c:pt idx="82">
                  <c:v>11.57</c:v>
                </c:pt>
                <c:pt idx="83">
                  <c:v>7.56</c:v>
                </c:pt>
                <c:pt idx="84">
                  <c:v>7.15</c:v>
                </c:pt>
                <c:pt idx="85">
                  <c:v>8.8</c:v>
                </c:pt>
                <c:pt idx="86">
                  <c:v>8.39</c:v>
                </c:pt>
                <c:pt idx="87">
                  <c:v>9.1</c:v>
                </c:pt>
                <c:pt idx="88">
                  <c:v>6.4</c:v>
                </c:pt>
                <c:pt idx="89">
                  <c:v>6.4</c:v>
                </c:pt>
                <c:pt idx="90">
                  <c:v>5.41</c:v>
                </c:pt>
                <c:pt idx="91">
                  <c:v>6.43</c:v>
                </c:pt>
                <c:pt idx="92">
                  <c:v>6.55</c:v>
                </c:pt>
                <c:pt idx="93">
                  <c:v>6.87</c:v>
                </c:pt>
                <c:pt idx="94">
                  <c:v>7.31</c:v>
                </c:pt>
                <c:pt idx="95">
                  <c:v>8.11</c:v>
                </c:pt>
                <c:pt idx="96">
                  <c:v>9.05</c:v>
                </c:pt>
                <c:pt idx="97">
                  <c:v>8.02</c:v>
                </c:pt>
                <c:pt idx="98">
                  <c:v>7.96</c:v>
                </c:pt>
                <c:pt idx="99">
                  <c:v>8.32</c:v>
                </c:pt>
                <c:pt idx="100">
                  <c:v>8.2</c:v>
                </c:pt>
                <c:pt idx="101">
                  <c:v>8.14</c:v>
                </c:pt>
                <c:pt idx="102">
                  <c:v>7.51</c:v>
                </c:pt>
                <c:pt idx="103">
                  <c:v>7.09</c:v>
                </c:pt>
                <c:pt idx="104">
                  <c:v>8.31</c:v>
                </c:pt>
                <c:pt idx="105">
                  <c:v>12.78</c:v>
                </c:pt>
                <c:pt idx="106">
                  <c:v>12.63</c:v>
                </c:pt>
                <c:pt idx="107">
                  <c:v>12.55</c:v>
                </c:pt>
                <c:pt idx="108">
                  <c:v>12.69</c:v>
                </c:pt>
                <c:pt idx="109">
                  <c:v>12.7</c:v>
                </c:pt>
                <c:pt idx="110">
                  <c:v>12.75</c:v>
                </c:pt>
                <c:pt idx="111">
                  <c:v>12.69</c:v>
                </c:pt>
                <c:pt idx="112">
                  <c:v>12.75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Aug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28">
                  <c:v>4.2</c:v>
                </c:pt>
                <c:pt idx="31">
                  <c:v>4.94</c:v>
                </c:pt>
                <c:pt idx="82">
                  <c:v>11.57</c:v>
                </c:pt>
                <c:pt idx="84">
                  <c:v>7.15</c:v>
                </c:pt>
                <c:pt idx="87">
                  <c:v>9.1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Aug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05">
                  <c:v>12.78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Pfenex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PFNX  ·  acquired by Ligand Pharmaceuticals Incorporated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10, 2020   ·   Closed Oct 01, 2020   ·   Status: completed   ·   Pre-ann. volume 0.6×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208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6768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6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2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140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87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25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4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984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845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968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460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70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82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66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919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288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25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63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886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009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93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362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608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591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329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575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944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067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190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927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296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034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157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526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77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77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01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386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75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24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493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2616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354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347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722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722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075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567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936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6673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79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919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04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7165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728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7411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7411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657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7780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780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8272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0854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44198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4542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Patrick Lucy (Pfenex Chief Business Officer) contacts John…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agree not to pursue a transaction at that time.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NDA for PF708 (505(b)(2) pathway; teriparatide…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submits CUHF study report to FDA to supplement TE…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Pfenex, at Board direction, engages a financial advisor to…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earns $15M development milestone from Jazz…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announces it raised approximately $20M gross…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Todd Pettingill (Ligand Senior Director, Corporate…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Patrick Lucy holds calls with Todd Pettingill and Matt…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informs CEO Evert Schimmelpennink of Ligand's…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tells Pettingill it is premature for CEOs to connect.…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and Ligand sign standard commercial confidentiality…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tells Pettingill that Pfenex is not interested in…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California issues statewide shelter-in-place order…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Pettingill emails Lucy that Ligand has reviewed public…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Pfenex, due to conflict of interest with its existing…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2020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responds to Pettingill, says he will follow up the…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informs Schimmelpennink of email exchange.…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approves Pfenex exploring a PPP loan under the CARES…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Pettingill emails Lucy again requesting non-public…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2020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Pettingill emails Lucy following up.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Lucy emails Korenberg and Pettingill suggesting Ligand…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 and Korenberg hold telephonic conversation.…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regularly scheduled Q2 meeting. Board reviews…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receives written non-binding indication of interest…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 with Wilson Sonsini…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STC meets with William Blair, which discloses that it holds…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 and Korenberg hold teleconference.…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and Ligand enter into a Confidential Disclosure…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enters into engagement letter with William Blair.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STC holds meeting with William Blair and Wilson Sonsini.…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management (including Schimmelpennink and Higgins)…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William Blair and Ligand have subsequent conversations…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meeting. Schimmelpennink and William…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and Ligand engage in ongoing due diligence…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receives revised IOI from Ligand offering up to…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Alvogen initiates U.S. commercial launch of Teriparatide…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 and Higgins meet in person. They discuss…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Ligand (with Barclays) and Pfenex (with…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receives revised IOI from Ligand at $13.65 per…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meeting. William Blair reviews benefits…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 and Matthew Foehr (Ligand President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Wilson Sonsini receives revised Merger Agreement from…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management meets with William Blair and Wilson…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William Blair and Barclays hold discussion. William Blair…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Multiple internal discussions among Pfenex management…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15,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William Blair contacts Korenberg. Ligand indicates it is…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Schimmelpennink, Korenberg, and Foehr discuss Pfenex's…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Ligand representatives notify Pfenex that Ligand's board…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receives FDA General Advice Letter containing…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Ligand verbally offers $12.00 cash plus $2.00 CVR per share…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Korenberg informs William Blair that Ligand's board did not…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Higgins emails Schimmelpennink re-affirming $12.00 + $2.00…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Schimmelpennink and Higgins agree to continue negotiations…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William Blair contacts Barclays and requests written…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Ligand submits revised IOI at $12.00 + $2.00 CVR (TE…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and Ligand, with counsel and advisors, engage in…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regularly scheduled Q3 meeting. Schimmelpennink…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Pfenex Q2 earnings call. Pfenex announces Merck &amp; Co.…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sends Wilson Sonsini revised drafts of Support…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meeting. Wilson Sonsini presents Board…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Pelican Acquisition Sub commences tender offer. Pfenex…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 Depositary reports…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PFNX shares cease trading on NYSE American.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effective under Section 251(h) DGCL. Pfenex becomes…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Pfenex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2018-08-08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Reports Second Quarter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2018-12-10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Submits New Drug Application to U.S. FDA Seeking Approval of PF708 for the Treatment of Osteoporosis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Announces FDA Acceptance of NDA for PF708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2019-03-06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Licensee Successfully Completes Phase 3 Study and Enters Registration for Pneumosil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Receives U.S. FDA Approval for PF708 to Treat Osteoporosis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Reports Positive Results for PF708 Comparative Use Human Factors Study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2020-04-14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Announces FDA Requests Additional Comparative Use Human Factors Data to Complete PF708 Therapeutic…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Pfenex Reports Second Quarter 2020 Results and Provides Business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