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Feb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3.38</c:v>
                </c:pt>
                <c:pt idx="1">
                  <c:v>3.23</c:v>
                </c:pt>
                <c:pt idx="2">
                  <c:v>3.13</c:v>
                </c:pt>
                <c:pt idx="3">
                  <c:v>3.21</c:v>
                </c:pt>
                <c:pt idx="4">
                  <c:v>3.15</c:v>
                </c:pt>
                <c:pt idx="5">
                  <c:v>3.17</c:v>
                </c:pt>
                <c:pt idx="6">
                  <c:v>3.27</c:v>
                </c:pt>
                <c:pt idx="7">
                  <c:v>3.25</c:v>
                </c:pt>
                <c:pt idx="8">
                  <c:v>3.1</c:v>
                </c:pt>
                <c:pt idx="9">
                  <c:v>2.58</c:v>
                </c:pt>
                <c:pt idx="10">
                  <c:v>2.27</c:v>
                </c:pt>
                <c:pt idx="11">
                  <c:v>1.91</c:v>
                </c:pt>
                <c:pt idx="12">
                  <c:v>1.8</c:v>
                </c:pt>
                <c:pt idx="13">
                  <c:v>2.1</c:v>
                </c:pt>
                <c:pt idx="14">
                  <c:v>2.03</c:v>
                </c:pt>
                <c:pt idx="15">
                  <c:v>2.05</c:v>
                </c:pt>
                <c:pt idx="16">
                  <c:v>2.25</c:v>
                </c:pt>
                <c:pt idx="17">
                  <c:v>1.97</c:v>
                </c:pt>
                <c:pt idx="18">
                  <c:v>2.82</c:v>
                </c:pt>
                <c:pt idx="19">
                  <c:v>2.77</c:v>
                </c:pt>
                <c:pt idx="20">
                  <c:v>3.44</c:v>
                </c:pt>
                <c:pt idx="21">
                  <c:v>3.39</c:v>
                </c:pt>
                <c:pt idx="22">
                  <c:v>3.15</c:v>
                </c:pt>
                <c:pt idx="23">
                  <c:v>3.13</c:v>
                </c:pt>
                <c:pt idx="24">
                  <c:v>4.25</c:v>
                </c:pt>
                <c:pt idx="25">
                  <c:v>4.01</c:v>
                </c:pt>
                <c:pt idx="26">
                  <c:v>3.87</c:v>
                </c:pt>
                <c:pt idx="27">
                  <c:v>3.86</c:v>
                </c:pt>
                <c:pt idx="28">
                  <c:v>3.5</c:v>
                </c:pt>
                <c:pt idx="29">
                  <c:v>3.69</c:v>
                </c:pt>
                <c:pt idx="30">
                  <c:v>3.95</c:v>
                </c:pt>
                <c:pt idx="31">
                  <c:v>3.4</c:v>
                </c:pt>
                <c:pt idx="32">
                  <c:v>3.5</c:v>
                </c:pt>
                <c:pt idx="33">
                  <c:v>3.42</c:v>
                </c:pt>
                <c:pt idx="34">
                  <c:v>3.32</c:v>
                </c:pt>
                <c:pt idx="35">
                  <c:v>3.3</c:v>
                </c:pt>
                <c:pt idx="36">
                  <c:v>3.44</c:v>
                </c:pt>
                <c:pt idx="37">
                  <c:v>3.3</c:v>
                </c:pt>
                <c:pt idx="38">
                  <c:v>3.55</c:v>
                </c:pt>
                <c:pt idx="39">
                  <c:v>3.36</c:v>
                </c:pt>
                <c:pt idx="40">
                  <c:v>3.3</c:v>
                </c:pt>
                <c:pt idx="41">
                  <c:v>4.11</c:v>
                </c:pt>
                <c:pt idx="42">
                  <c:v>3.95</c:v>
                </c:pt>
                <c:pt idx="43">
                  <c:v>4.62</c:v>
                </c:pt>
                <c:pt idx="44">
                  <c:v>5.48</c:v>
                </c:pt>
                <c:pt idx="45">
                  <c:v>6.27</c:v>
                </c:pt>
                <c:pt idx="46">
                  <c:v>5.91</c:v>
                </c:pt>
                <c:pt idx="47">
                  <c:v>6.51</c:v>
                </c:pt>
                <c:pt idx="48">
                  <c:v>6.94</c:v>
                </c:pt>
                <c:pt idx="49">
                  <c:v>7.8</c:v>
                </c:pt>
                <c:pt idx="50">
                  <c:v>8.55</c:v>
                </c:pt>
                <c:pt idx="51">
                  <c:v>8.37</c:v>
                </c:pt>
                <c:pt idx="52">
                  <c:v>8.1</c:v>
                </c:pt>
                <c:pt idx="53">
                  <c:v>8.04</c:v>
                </c:pt>
                <c:pt idx="54">
                  <c:v>8.59</c:v>
                </c:pt>
                <c:pt idx="55">
                  <c:v>8.27</c:v>
                </c:pt>
                <c:pt idx="56">
                  <c:v>9.59</c:v>
                </c:pt>
                <c:pt idx="57">
                  <c:v>8.47</c:v>
                </c:pt>
                <c:pt idx="58">
                  <c:v>8.72</c:v>
                </c:pt>
                <c:pt idx="59">
                  <c:v>8.76</c:v>
                </c:pt>
                <c:pt idx="60">
                  <c:v>8.91</c:v>
                </c:pt>
                <c:pt idx="61">
                  <c:v>10.34</c:v>
                </c:pt>
                <c:pt idx="62">
                  <c:v>10.76</c:v>
                </c:pt>
                <c:pt idx="63">
                  <c:v>10.51</c:v>
                </c:pt>
                <c:pt idx="64">
                  <c:v>10.25</c:v>
                </c:pt>
                <c:pt idx="65">
                  <c:v>9.11</c:v>
                </c:pt>
                <c:pt idx="66">
                  <c:v>8.75</c:v>
                </c:pt>
                <c:pt idx="67">
                  <c:v>9.41</c:v>
                </c:pt>
                <c:pt idx="68">
                  <c:v>9.16</c:v>
                </c:pt>
                <c:pt idx="69">
                  <c:v>8.17</c:v>
                </c:pt>
                <c:pt idx="70">
                  <c:v>7.95</c:v>
                </c:pt>
                <c:pt idx="71">
                  <c:v>10.95</c:v>
                </c:pt>
                <c:pt idx="72">
                  <c:v>11.16</c:v>
                </c:pt>
                <c:pt idx="73">
                  <c:v>11.59</c:v>
                </c:pt>
                <c:pt idx="74">
                  <c:v>11.58</c:v>
                </c:pt>
                <c:pt idx="75">
                  <c:v>12.28</c:v>
                </c:pt>
                <c:pt idx="76">
                  <c:v>12.34</c:v>
                </c:pt>
                <c:pt idx="77">
                  <c:v>13.47</c:v>
                </c:pt>
                <c:pt idx="78">
                  <c:v>11.88</c:v>
                </c:pt>
                <c:pt idx="79">
                  <c:v>13.2</c:v>
                </c:pt>
                <c:pt idx="80">
                  <c:v>14.18</c:v>
                </c:pt>
                <c:pt idx="81">
                  <c:v>16.24</c:v>
                </c:pt>
                <c:pt idx="82">
                  <c:v>16.52</c:v>
                </c:pt>
                <c:pt idx="83">
                  <c:v>14.71</c:v>
                </c:pt>
                <c:pt idx="84">
                  <c:v>14.91</c:v>
                </c:pt>
                <c:pt idx="85">
                  <c:v>14.24</c:v>
                </c:pt>
                <c:pt idx="86">
                  <c:v>13.48</c:v>
                </c:pt>
                <c:pt idx="87">
                  <c:v>13.61</c:v>
                </c:pt>
                <c:pt idx="88">
                  <c:v>15.26</c:v>
                </c:pt>
                <c:pt idx="89">
                  <c:v>16.36</c:v>
                </c:pt>
                <c:pt idx="90">
                  <c:v>16.3</c:v>
                </c:pt>
                <c:pt idx="91">
                  <c:v>18.36</c:v>
                </c:pt>
                <c:pt idx="92">
                  <c:v>19.1</c:v>
                </c:pt>
                <c:pt idx="93">
                  <c:v>19.71</c:v>
                </c:pt>
                <c:pt idx="94">
                  <c:v>20.88</c:v>
                </c:pt>
                <c:pt idx="95">
                  <c:v>22.03</c:v>
                </c:pt>
                <c:pt idx="96">
                  <c:v>23.09</c:v>
                </c:pt>
                <c:pt idx="97">
                  <c:v>23.62</c:v>
                </c:pt>
                <c:pt idx="98">
                  <c:v>23.02</c:v>
                </c:pt>
                <c:pt idx="99">
                  <c:v>23.76</c:v>
                </c:pt>
                <c:pt idx="100">
                  <c:v>24.5</c:v>
                </c:pt>
                <c:pt idx="101">
                  <c:v>23.03</c:v>
                </c:pt>
                <c:pt idx="102">
                  <c:v>23.82</c:v>
                </c:pt>
                <c:pt idx="103">
                  <c:v>25.69</c:v>
                </c:pt>
                <c:pt idx="104">
                  <c:v>32.18</c:v>
                </c:pt>
                <c:pt idx="105">
                  <c:v>32.23</c:v>
                </c:pt>
                <c:pt idx="106">
                  <c:v>32.23</c:v>
                </c:pt>
                <c:pt idx="107">
                  <c:v>32.31</c:v>
                </c:pt>
                <c:pt idx="108">
                  <c:v>32.45</c:v>
                </c:pt>
                <c:pt idx="109">
                  <c:v>32.48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Feb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17">
                  <c:v>1.97</c:v>
                </c:pt>
                <c:pt idx="23">
                  <c:v>3.13</c:v>
                </c:pt>
                <c:pt idx="70">
                  <c:v>7.95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Feb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19">
                  <c:v>2.77</c:v>
                </c:pt>
                <c:pt idx="40">
                  <c:v>3.3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Feb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Sheet1!$E$2:$E$111</c:f>
              <c:numCache>
                <c:formatCode>General</c:formatCode>
                <c:ptCount val="110"/>
                <c:pt idx="104">
                  <c:v>32.18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CymaBay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CBAY  ·  acquired by Gilead Sciences,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Feb 12, 2024   ·   Closed Mar 22, 2024   ·   Status: completed   ·   Pre-ann. volume 0.67×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CymaBay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CymaBay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486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046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367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758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334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269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44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265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5000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0852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4307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Mar 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15, 2022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CymaBay and Gilead enter into a mutual non-disclosure…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07, 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CymaBay announces positive topline Phase 3 RESPONSE study…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20, 2023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submits non-binding proposal to acquire CymaBay for…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04, 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Sujal Shah meets Gilead CEO Daniel O’Day for dinner to…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25, 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submits revised proposal of $31.00 per share cash…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30, 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submits 'best and final' offer of $32.50 per share…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11, 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CymaBay Board (excluding recused Janet Dorling) unanimously…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12, 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23, 2024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commences the tender offer.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21, 2024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11:59 p.m. ET.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22, 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accepts tendered shares and completes the merger.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11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CymaBay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2022-06-24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+43%  ($1.97→$2.82)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598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+38%  ($7.95→$10.95)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227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2022-08-05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+36%  ($3.13→$4.25)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556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2022-12-02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($3.3→$4.11)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437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2022-07-08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($2.77→$3.44)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584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CymaBay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CymaBay Reports Third Quarter and Nine Months Ended September 30, 2023 Financial Results and Provides…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CymaBay Reports Third Quarter and Nine Months Ended September 30, 2023 Financial Results and Provides…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CymaBay Announces an Oral Presentation of Seladelpar Phase 3 Pivotal Results in Primary Biliary Cholangitis…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2023-12-15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CymaBay Submits New Drug Application to FDA for Seladelpar for the Treatment of Primary Biliary Cholangitis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2024-01-03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New Published Data Demonstrates Correlation Between Itch Cytokine Interleukin-31 Reduction and Pruritis…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2024-02-12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CymaBay Announces FDA Acceptance of NDA and Priority Review for Seladelpar for the Treatment of Primary…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2024-02-15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Biotech Stock Roundup: BIIB's Q4 Results, CBAY Up on GILD's Acquisition &amp;amp; Other Updates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2024-02-21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The New England Journal of Medicine Publishes Positive Phase 3 RESPONSE Data of CymaBay's Seladelpar in…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2024-02-28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CymaBay Reports Fourth Quarter and Year Ended December 31, 2023 Financial Results and Provides Corporate…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