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May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37.18</c:v>
                </c:pt>
                <c:pt idx="1">
                  <c:v>38.09</c:v>
                </c:pt>
                <c:pt idx="2">
                  <c:v>37.09</c:v>
                </c:pt>
                <c:pt idx="3">
                  <c:v>36.76</c:v>
                </c:pt>
                <c:pt idx="4">
                  <c:v>38.56</c:v>
                </c:pt>
                <c:pt idx="5">
                  <c:v>37.35</c:v>
                </c:pt>
                <c:pt idx="6">
                  <c:v>37.9</c:v>
                </c:pt>
                <c:pt idx="7">
                  <c:v>37.44</c:v>
                </c:pt>
                <c:pt idx="8">
                  <c:v>36.26</c:v>
                </c:pt>
                <c:pt idx="9">
                  <c:v>40.78</c:v>
                </c:pt>
                <c:pt idx="10">
                  <c:v>44.06</c:v>
                </c:pt>
                <c:pt idx="11">
                  <c:v>44.47</c:v>
                </c:pt>
                <c:pt idx="12">
                  <c:v>43.89</c:v>
                </c:pt>
                <c:pt idx="13">
                  <c:v>44.48</c:v>
                </c:pt>
                <c:pt idx="14">
                  <c:v>43.97</c:v>
                </c:pt>
                <c:pt idx="15">
                  <c:v>43.95</c:v>
                </c:pt>
                <c:pt idx="16">
                  <c:v>44.95</c:v>
                </c:pt>
                <c:pt idx="17">
                  <c:v>45.49</c:v>
                </c:pt>
                <c:pt idx="18">
                  <c:v>45.3</c:v>
                </c:pt>
                <c:pt idx="19">
                  <c:v>44.59</c:v>
                </c:pt>
                <c:pt idx="20">
                  <c:v>45.59</c:v>
                </c:pt>
                <c:pt idx="21">
                  <c:v>48.58</c:v>
                </c:pt>
                <c:pt idx="22">
                  <c:v>45.08</c:v>
                </c:pt>
                <c:pt idx="23">
                  <c:v>44.69</c:v>
                </c:pt>
                <c:pt idx="24">
                  <c:v>43.36</c:v>
                </c:pt>
                <c:pt idx="25">
                  <c:v>44.87</c:v>
                </c:pt>
                <c:pt idx="26">
                  <c:v>46.71</c:v>
                </c:pt>
                <c:pt idx="27">
                  <c:v>47.8</c:v>
                </c:pt>
                <c:pt idx="28">
                  <c:v>48.29</c:v>
                </c:pt>
                <c:pt idx="29">
                  <c:v>49.96</c:v>
                </c:pt>
                <c:pt idx="30">
                  <c:v>50.52</c:v>
                </c:pt>
                <c:pt idx="31">
                  <c:v>50.54</c:v>
                </c:pt>
                <c:pt idx="32">
                  <c:v>51.66</c:v>
                </c:pt>
                <c:pt idx="33">
                  <c:v>50.24</c:v>
                </c:pt>
                <c:pt idx="34">
                  <c:v>52.17</c:v>
                </c:pt>
                <c:pt idx="35">
                  <c:v>53.0</c:v>
                </c:pt>
                <c:pt idx="36">
                  <c:v>52.79</c:v>
                </c:pt>
                <c:pt idx="37">
                  <c:v>53.2</c:v>
                </c:pt>
                <c:pt idx="38">
                  <c:v>61.33</c:v>
                </c:pt>
                <c:pt idx="39">
                  <c:v>60.7</c:v>
                </c:pt>
                <c:pt idx="40">
                  <c:v>61.5</c:v>
                </c:pt>
                <c:pt idx="41">
                  <c:v>56.79</c:v>
                </c:pt>
                <c:pt idx="42">
                  <c:v>59.59</c:v>
                </c:pt>
                <c:pt idx="43">
                  <c:v>49.25</c:v>
                </c:pt>
                <c:pt idx="44">
                  <c:v>49.8</c:v>
                </c:pt>
                <c:pt idx="45">
                  <c:v>46.87</c:v>
                </c:pt>
                <c:pt idx="46">
                  <c:v>46.35</c:v>
                </c:pt>
                <c:pt idx="47">
                  <c:v>41.67</c:v>
                </c:pt>
                <c:pt idx="48">
                  <c:v>40.81</c:v>
                </c:pt>
                <c:pt idx="49">
                  <c:v>41.97</c:v>
                </c:pt>
                <c:pt idx="50">
                  <c:v>39.95</c:v>
                </c:pt>
                <c:pt idx="51">
                  <c:v>39.81</c:v>
                </c:pt>
                <c:pt idx="52">
                  <c:v>38.94</c:v>
                </c:pt>
                <c:pt idx="53">
                  <c:v>40.17</c:v>
                </c:pt>
                <c:pt idx="54">
                  <c:v>37.18</c:v>
                </c:pt>
                <c:pt idx="55">
                  <c:v>39.34</c:v>
                </c:pt>
                <c:pt idx="56">
                  <c:v>47.35</c:v>
                </c:pt>
                <c:pt idx="57">
                  <c:v>41.84</c:v>
                </c:pt>
                <c:pt idx="58">
                  <c:v>44.74</c:v>
                </c:pt>
                <c:pt idx="59">
                  <c:v>43.87</c:v>
                </c:pt>
                <c:pt idx="60">
                  <c:v>48.12</c:v>
                </c:pt>
                <c:pt idx="61">
                  <c:v>44.45</c:v>
                </c:pt>
                <c:pt idx="62">
                  <c:v>41.07</c:v>
                </c:pt>
                <c:pt idx="63">
                  <c:v>38.17</c:v>
                </c:pt>
                <c:pt idx="64">
                  <c:v>33.96</c:v>
                </c:pt>
                <c:pt idx="65">
                  <c:v>37.89</c:v>
                </c:pt>
                <c:pt idx="66">
                  <c:v>39.4</c:v>
                </c:pt>
                <c:pt idx="67">
                  <c:v>38.08</c:v>
                </c:pt>
                <c:pt idx="68">
                  <c:v>42.23</c:v>
                </c:pt>
                <c:pt idx="69">
                  <c:v>39.49</c:v>
                </c:pt>
                <c:pt idx="70">
                  <c:v>40.35</c:v>
                </c:pt>
                <c:pt idx="71">
                  <c:v>43.75</c:v>
                </c:pt>
                <c:pt idx="72">
                  <c:v>44.47</c:v>
                </c:pt>
                <c:pt idx="73">
                  <c:v>44.38</c:v>
                </c:pt>
                <c:pt idx="74">
                  <c:v>39.92</c:v>
                </c:pt>
                <c:pt idx="75">
                  <c:v>42.83</c:v>
                </c:pt>
                <c:pt idx="76">
                  <c:v>40.3</c:v>
                </c:pt>
                <c:pt idx="77">
                  <c:v>40.0</c:v>
                </c:pt>
                <c:pt idx="78">
                  <c:v>44.1</c:v>
                </c:pt>
                <c:pt idx="79">
                  <c:v>41.72</c:v>
                </c:pt>
                <c:pt idx="80">
                  <c:v>41.68</c:v>
                </c:pt>
                <c:pt idx="81">
                  <c:v>40.25</c:v>
                </c:pt>
                <c:pt idx="82">
                  <c:v>38.4</c:v>
                </c:pt>
                <c:pt idx="83">
                  <c:v>39.97</c:v>
                </c:pt>
                <c:pt idx="84">
                  <c:v>36.96</c:v>
                </c:pt>
                <c:pt idx="85">
                  <c:v>35.72</c:v>
                </c:pt>
                <c:pt idx="86">
                  <c:v>49.48</c:v>
                </c:pt>
                <c:pt idx="87">
                  <c:v>39.9</c:v>
                </c:pt>
                <c:pt idx="88">
                  <c:v>43.32</c:v>
                </c:pt>
                <c:pt idx="89">
                  <c:v>43.03</c:v>
                </c:pt>
                <c:pt idx="90">
                  <c:v>38.15</c:v>
                </c:pt>
                <c:pt idx="91">
                  <c:v>35.73</c:v>
                </c:pt>
                <c:pt idx="92">
                  <c:v>33.24</c:v>
                </c:pt>
                <c:pt idx="93">
                  <c:v>31.18</c:v>
                </c:pt>
                <c:pt idx="94">
                  <c:v>29.15</c:v>
                </c:pt>
                <c:pt idx="95">
                  <c:v>27.16</c:v>
                </c:pt>
                <c:pt idx="96">
                  <c:v>28.68</c:v>
                </c:pt>
                <c:pt idx="97">
                  <c:v>21.34</c:v>
                </c:pt>
                <c:pt idx="98">
                  <c:v>21.03</c:v>
                </c:pt>
                <c:pt idx="99">
                  <c:v>21.08</c:v>
                </c:pt>
                <c:pt idx="100">
                  <c:v>19.82</c:v>
                </c:pt>
                <c:pt idx="101">
                  <c:v>19.38</c:v>
                </c:pt>
                <c:pt idx="102">
                  <c:v>19.55</c:v>
                </c:pt>
                <c:pt idx="103">
                  <c:v>21.45</c:v>
                </c:pt>
                <c:pt idx="104">
                  <c:v>25.75</c:v>
                </c:pt>
                <c:pt idx="105">
                  <c:v>24.42</c:v>
                </c:pt>
                <c:pt idx="106">
                  <c:v>25.45</c:v>
                </c:pt>
                <c:pt idx="107">
                  <c:v>24.84</c:v>
                </c:pt>
                <c:pt idx="108">
                  <c:v>25.97</c:v>
                </c:pt>
                <c:pt idx="109">
                  <c:v>28.34</c:v>
                </c:pt>
                <c:pt idx="110">
                  <c:v>26.05</c:v>
                </c:pt>
                <c:pt idx="111">
                  <c:v>26.41</c:v>
                </c:pt>
                <c:pt idx="112">
                  <c:v>27.94</c:v>
                </c:pt>
                <c:pt idx="113">
                  <c:v>25.69</c:v>
                </c:pt>
                <c:pt idx="114">
                  <c:v>29.35</c:v>
                </c:pt>
                <c:pt idx="115">
                  <c:v>31.99</c:v>
                </c:pt>
                <c:pt idx="116">
                  <c:v>36.08</c:v>
                </c:pt>
                <c:pt idx="117">
                  <c:v>35.86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May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55">
                  <c:v>39.34</c:v>
                </c:pt>
                <c:pt idx="85">
                  <c:v>35.72</c:v>
                </c:pt>
                <c:pt idx="96">
                  <c:v>28.68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May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104">
                  <c:v>25.75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USANA HEALTH SCIENCES,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USNA  ·  acquired by Gull-Unity Holding Corp.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13, 2008   ·   Closed n/a   ·   Status: pending   ·   Pre-ann. volume 1.13×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USANA HEALTH SCIENCES,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USANA HEALTH SCIENCES,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2905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1465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454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741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6054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469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756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499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499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80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77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Myron Wentz informs the Board he is exploring potential…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Wentz delivers a formal proposal to the Board to…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Offer Participants issue a press release announcing the…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USANA Board appoints a Special Committee of independent…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retains Morrison &amp; Foerster LLP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USANA issues a press release announcing the formation of…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Unity Acquisition Corp. formally commences the tender offer…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engages McColl Partners, LLC as financial…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meets with advisors to review preliminary…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Class action lawsuit (Earp vs. Wentz et al.) is served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files Schedule 14D-9 stating it is unable…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USANA HEALTH SCIENCES,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2008-01-11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($35.72→$49.48)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2008-03-28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($28.68→$21.34)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2007-06-15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($39.34→$47.35)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USANA HEALTH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USANA Health Sciences Reports Second Quarter 2025 Results and Reiterates Full-Year Outlook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Personal Care Stocks Q2 Results: Benchmarking Herbalife (NYSE:HLF)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USANA Launches Next-Generation Celavive Skincare: Advanced Formulas, Expert Ambassadors, Proven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USANA Health Sciences Provides Preliminary Third Quarter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Personal Care Stocks Q3 Results: Benchmarking USANA (NYSE:USNA)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USANA Health Sciences Reports Fourth Quarter and Full Year 2025 Results and Provides Fiscal Year 2026…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USANA’s (NYSE:USNA) Q4 CY2025 Earnings Results: Revenue In Line With Expectations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CANF Stock Soars 20% on Positive Mid-Stage Pancreatic Cancer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USANA Health Sciences Reports First Quarter 2026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