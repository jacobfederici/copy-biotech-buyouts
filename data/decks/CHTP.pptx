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Sheet1!$A$2:$A$113</c:f>
              <c:strCache>
                <c:ptCount val="112"/>
                <c:pt idx="0">
                  <c:v>May '12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'12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'12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'12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'13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'13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'13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'13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'13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'14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'14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'14</c:v>
                </c:pt>
                <c:pt idx="111">
                  <c:v/>
                </c:pt>
              </c:strCache>
            </c:strRef>
          </c:cat>
          <c:val>
            <c:numRef>
              <c:f>Sheet1!$B$2:$B$113</c:f>
              <c:numCache>
                <c:formatCode>General</c:formatCode>
                <c:ptCount val="112"/>
                <c:pt idx="0">
                  <c:v>2.2</c:v>
                </c:pt>
                <c:pt idx="1">
                  <c:v>1.99</c:v>
                </c:pt>
                <c:pt idx="2">
                  <c:v>1.87</c:v>
                </c:pt>
                <c:pt idx="3">
                  <c:v>1.35</c:v>
                </c:pt>
                <c:pt idx="4">
                  <c:v>1.2</c:v>
                </c:pt>
                <c:pt idx="5">
                  <c:v>1.3</c:v>
                </c:pt>
                <c:pt idx="6">
                  <c:v>1.47</c:v>
                </c:pt>
                <c:pt idx="7">
                  <c:v>1.48</c:v>
                </c:pt>
                <c:pt idx="8">
                  <c:v>1.28</c:v>
                </c:pt>
                <c:pt idx="9">
                  <c:v>1.11</c:v>
                </c:pt>
                <c:pt idx="10">
                  <c:v>1.15</c:v>
                </c:pt>
                <c:pt idx="11">
                  <c:v>1.1</c:v>
                </c:pt>
                <c:pt idx="12">
                  <c:v>1.06</c:v>
                </c:pt>
                <c:pt idx="13">
                  <c:v>1.04</c:v>
                </c:pt>
                <c:pt idx="14">
                  <c:v>1.05</c:v>
                </c:pt>
                <c:pt idx="15">
                  <c:v>1.02</c:v>
                </c:pt>
                <c:pt idx="16">
                  <c:v>1.05</c:v>
                </c:pt>
                <c:pt idx="17">
                  <c:v>1.31</c:v>
                </c:pt>
                <c:pt idx="18">
                  <c:v>1.28</c:v>
                </c:pt>
                <c:pt idx="19">
                  <c:v>1.19</c:v>
                </c:pt>
                <c:pt idx="20">
                  <c:v>1.2</c:v>
                </c:pt>
                <c:pt idx="21">
                  <c:v>1.17</c:v>
                </c:pt>
                <c:pt idx="22">
                  <c:v>1.23</c:v>
                </c:pt>
                <c:pt idx="23">
                  <c:v>1.35</c:v>
                </c:pt>
                <c:pt idx="24">
                  <c:v>1.86</c:v>
                </c:pt>
                <c:pt idx="25">
                  <c:v>1.6</c:v>
                </c:pt>
                <c:pt idx="26">
                  <c:v>1.42</c:v>
                </c:pt>
                <c:pt idx="27">
                  <c:v>1.51</c:v>
                </c:pt>
                <c:pt idx="28">
                  <c:v>1.58</c:v>
                </c:pt>
                <c:pt idx="29">
                  <c:v>1.87</c:v>
                </c:pt>
                <c:pt idx="30">
                  <c:v>0.94</c:v>
                </c:pt>
                <c:pt idx="31">
                  <c:v>0.94</c:v>
                </c:pt>
                <c:pt idx="32">
                  <c:v>0.8</c:v>
                </c:pt>
                <c:pt idx="33">
                  <c:v>0.76</c:v>
                </c:pt>
                <c:pt idx="34">
                  <c:v>0.85</c:v>
                </c:pt>
                <c:pt idx="35">
                  <c:v>0.89</c:v>
                </c:pt>
                <c:pt idx="36">
                  <c:v>0.85</c:v>
                </c:pt>
                <c:pt idx="37">
                  <c:v>0.83</c:v>
                </c:pt>
                <c:pt idx="38">
                  <c:v>0.81</c:v>
                </c:pt>
                <c:pt idx="39">
                  <c:v>0.83</c:v>
                </c:pt>
                <c:pt idx="40">
                  <c:v>0.79</c:v>
                </c:pt>
                <c:pt idx="41">
                  <c:v>1.69</c:v>
                </c:pt>
                <c:pt idx="42">
                  <c:v>1.69</c:v>
                </c:pt>
                <c:pt idx="43">
                  <c:v>1.92</c:v>
                </c:pt>
                <c:pt idx="44">
                  <c:v>1.9</c:v>
                </c:pt>
                <c:pt idx="45">
                  <c:v>1.91</c:v>
                </c:pt>
                <c:pt idx="46">
                  <c:v>2.04</c:v>
                </c:pt>
                <c:pt idx="47">
                  <c:v>1.92</c:v>
                </c:pt>
                <c:pt idx="48">
                  <c:v>1.77</c:v>
                </c:pt>
                <c:pt idx="49">
                  <c:v>1.87</c:v>
                </c:pt>
                <c:pt idx="50">
                  <c:v>1.86</c:v>
                </c:pt>
                <c:pt idx="51">
                  <c:v>1.88</c:v>
                </c:pt>
                <c:pt idx="52">
                  <c:v>1.86</c:v>
                </c:pt>
                <c:pt idx="53">
                  <c:v>1.88</c:v>
                </c:pt>
                <c:pt idx="54">
                  <c:v>1.84</c:v>
                </c:pt>
                <c:pt idx="55">
                  <c:v>1.93</c:v>
                </c:pt>
                <c:pt idx="56">
                  <c:v>2.47</c:v>
                </c:pt>
                <c:pt idx="57">
                  <c:v>2.46</c:v>
                </c:pt>
                <c:pt idx="58">
                  <c:v>2.24</c:v>
                </c:pt>
                <c:pt idx="59">
                  <c:v>2.3</c:v>
                </c:pt>
                <c:pt idx="60">
                  <c:v>2.5</c:v>
                </c:pt>
                <c:pt idx="61">
                  <c:v>2.45</c:v>
                </c:pt>
                <c:pt idx="62">
                  <c:v>2.75</c:v>
                </c:pt>
                <c:pt idx="63">
                  <c:v>3.07</c:v>
                </c:pt>
                <c:pt idx="64">
                  <c:v>2.88</c:v>
                </c:pt>
                <c:pt idx="65">
                  <c:v>2.82</c:v>
                </c:pt>
                <c:pt idx="66">
                  <c:v>2.65</c:v>
                </c:pt>
                <c:pt idx="67">
                  <c:v>2.9</c:v>
                </c:pt>
                <c:pt idx="68">
                  <c:v>2.97</c:v>
                </c:pt>
                <c:pt idx="69">
                  <c:v>3.2</c:v>
                </c:pt>
                <c:pt idx="70">
                  <c:v>3.1</c:v>
                </c:pt>
                <c:pt idx="71">
                  <c:v>3.07</c:v>
                </c:pt>
                <c:pt idx="72">
                  <c:v>3.04</c:v>
                </c:pt>
                <c:pt idx="73">
                  <c:v>2.92</c:v>
                </c:pt>
                <c:pt idx="74">
                  <c:v>2.9</c:v>
                </c:pt>
                <c:pt idx="75">
                  <c:v>2.99</c:v>
                </c:pt>
                <c:pt idx="76">
                  <c:v>2.94</c:v>
                </c:pt>
                <c:pt idx="77">
                  <c:v>2.86</c:v>
                </c:pt>
                <c:pt idx="78">
                  <c:v>3.17</c:v>
                </c:pt>
                <c:pt idx="79">
                  <c:v>3.35</c:v>
                </c:pt>
                <c:pt idx="80">
                  <c:v>3.4</c:v>
                </c:pt>
                <c:pt idx="81">
                  <c:v>3.87</c:v>
                </c:pt>
                <c:pt idx="82">
                  <c:v>3.74</c:v>
                </c:pt>
                <c:pt idx="83">
                  <c:v>3.64</c:v>
                </c:pt>
                <c:pt idx="84">
                  <c:v>4.13</c:v>
                </c:pt>
                <c:pt idx="85">
                  <c:v>4.35</c:v>
                </c:pt>
                <c:pt idx="86">
                  <c:v>3.5</c:v>
                </c:pt>
                <c:pt idx="87">
                  <c:v>2.5</c:v>
                </c:pt>
                <c:pt idx="88">
                  <c:v>4.76</c:v>
                </c:pt>
                <c:pt idx="89">
                  <c:v>4.59</c:v>
                </c:pt>
                <c:pt idx="90">
                  <c:v>4.45</c:v>
                </c:pt>
                <c:pt idx="91">
                  <c:v>4.79</c:v>
                </c:pt>
                <c:pt idx="92">
                  <c:v>4.73</c:v>
                </c:pt>
                <c:pt idx="93">
                  <c:v>6.04</c:v>
                </c:pt>
                <c:pt idx="94">
                  <c:v>5.71</c:v>
                </c:pt>
                <c:pt idx="95">
                  <c:v>5.67</c:v>
                </c:pt>
                <c:pt idx="96">
                  <c:v>5.86</c:v>
                </c:pt>
                <c:pt idx="97">
                  <c:v>6.1</c:v>
                </c:pt>
                <c:pt idx="98">
                  <c:v>5.38</c:v>
                </c:pt>
                <c:pt idx="99">
                  <c:v>5.32</c:v>
                </c:pt>
                <c:pt idx="100">
                  <c:v>4.92</c:v>
                </c:pt>
                <c:pt idx="101">
                  <c:v>4.73</c:v>
                </c:pt>
                <c:pt idx="102">
                  <c:v>5.04</c:v>
                </c:pt>
                <c:pt idx="103">
                  <c:v>5.13</c:v>
                </c:pt>
                <c:pt idx="104">
                  <c:v>6.57</c:v>
                </c:pt>
                <c:pt idx="105">
                  <c:v>6.55</c:v>
                </c:pt>
                <c:pt idx="106">
                  <c:v>6.57</c:v>
                </c:pt>
                <c:pt idx="107">
                  <c:v>6.53</c:v>
                </c:pt>
                <c:pt idx="108">
                  <c:v>6.56</c:v>
                </c:pt>
                <c:pt idx="109">
                  <c:v>6.55</c:v>
                </c:pt>
                <c:pt idx="110">
                  <c:v>6.55</c:v>
                </c:pt>
                <c:pt idx="111">
                  <c:v>6.52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May '12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'12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'12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'12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'13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'13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'13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'13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'13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'14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'14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'14</c:v>
                </c:pt>
                <c:pt idx="111">
                  <c:v/>
                </c:pt>
              </c:strCache>
            </c:strRef>
          </c:cat>
          <c:val>
            <c:numRef>
              <c:f>Sheet1!$C$2:$C$113</c:f>
              <c:numCache>
                <c:formatCode>General</c:formatCode>
                <c:ptCount val="112"/>
                <c:pt idx="2">
                  <c:v>1.87</c:v>
                </c:pt>
                <c:pt idx="16">
                  <c:v>1.05</c:v>
                </c:pt>
                <c:pt idx="23">
                  <c:v>1.35</c:v>
                </c:pt>
                <c:pt idx="29">
                  <c:v>1.87</c:v>
                </c:pt>
                <c:pt idx="40">
                  <c:v>0.79</c:v>
                </c:pt>
                <c:pt idx="55">
                  <c:v>1.93</c:v>
                </c:pt>
                <c:pt idx="86">
                  <c:v>3.5</c:v>
                </c:pt>
                <c:pt idx="87">
                  <c:v>2.5</c:v>
                </c:pt>
                <c:pt idx="92">
                  <c:v>4.73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May '12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'12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'12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'12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'13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'13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'13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'13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'13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'14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'14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'14</c:v>
                </c:pt>
                <c:pt idx="111">
                  <c:v/>
                </c:pt>
              </c:strCache>
            </c:strRef>
          </c:cat>
          <c:val>
            <c:numRef>
              <c:f>Sheet1!$D$2:$D$113</c:f>
              <c:numCache>
                <c:formatCode>General</c:formatCode>
                <c:ptCount val="112"/>
                <c:pt idx="104">
                  <c:v>6.57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Chelsea Therapeutics International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CHTP  ·  acquired by H. Lundbeck A/S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$6.44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21%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May 08, 2014   ·   Closed Jun 23, 2014   ·   Status: completed   ·   Pre-ann. volume 0.39×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Chelsea Therapeutics International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Chelsea Therapeutics International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28167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913767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24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8048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5519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826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238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046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006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6638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472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5273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582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77330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9937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2136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Jul 2012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Jun 2014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01, 2012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Chelsea initiates corporate restructuring and begins…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01, 2012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Chelsea engages Torreya Capital to advise on strategic…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12, 2013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Chelsea and Lundbeck enter into a confidentiality agreement.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14, 2014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FDA Advisory Committee (CRDAC) recommends approval of…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18, 2014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FDA grants accelerated approval for Northera.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06, 2014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Chelsea sends bid process letters to 12 interested…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18, 2014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Chelsea engages Deutsche Bank as an additional financial…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31, 2014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Lundbeck submits a bid of $6.44 per share in cash.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11, 2014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Lundbeck revises proposal to include a CVR with two sales…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23, 2014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Chelsea representatives meet with Lundbeck CEO in London to…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30, 2014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Lundbeck agrees to include a third CVR milestone for 2017…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07, 2014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Chelsea Board unanimously approves the Merger Agreement.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08, 2014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Execution of Merger Agreement is publicly announced.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23, 2014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Lundbeck commences the tender offer.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20, 2014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midnight.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23, 2014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Chelsea becomes a wholly owned subsidiary…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Chelsea Therapeutics International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9 unexplained pre-announcement move weeks (of 10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2013-02-22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+114%  ($0.79→$1.69)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440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2014-01-17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+90%  ($2.5→$4.76)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111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2012-12-07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-50%  ($1.87→$0.94)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517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2012-10-26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+38%  ($1.35→$1.86)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559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2014-01-10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-29%  ($3.5→$2.5)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118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2013-06-07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+28%  ($1.93→$2.47)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335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2012-06-01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-28%  ($1.87→$1.35)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706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2014-02-21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+28%  ($4.73→$6.04)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76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Chelsea Therapeutics International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C8F"/>
                </a:solidFill>
                <a:latin typeface="Calibri"/>
              </a:rPr>
              <a:t>No catalyst-tagged news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