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Jan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'23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35.6</c:v>
                </c:pt>
                <c:pt idx="1">
                  <c:v>35.06</c:v>
                </c:pt>
                <c:pt idx="2">
                  <c:v>36.67</c:v>
                </c:pt>
                <c:pt idx="3">
                  <c:v>41.95</c:v>
                </c:pt>
                <c:pt idx="4">
                  <c:v>37.84</c:v>
                </c:pt>
                <c:pt idx="5">
                  <c:v>37.92</c:v>
                </c:pt>
                <c:pt idx="6">
                  <c:v>34.86</c:v>
                </c:pt>
                <c:pt idx="7">
                  <c:v>34.85</c:v>
                </c:pt>
                <c:pt idx="8">
                  <c:v>37.34</c:v>
                </c:pt>
                <c:pt idx="9">
                  <c:v>35.98</c:v>
                </c:pt>
                <c:pt idx="10">
                  <c:v>34.92</c:v>
                </c:pt>
                <c:pt idx="11">
                  <c:v>35.48</c:v>
                </c:pt>
                <c:pt idx="12">
                  <c:v>32.88</c:v>
                </c:pt>
                <c:pt idx="13">
                  <c:v>32.6</c:v>
                </c:pt>
                <c:pt idx="14">
                  <c:v>31.36</c:v>
                </c:pt>
                <c:pt idx="15">
                  <c:v>32.1</c:v>
                </c:pt>
                <c:pt idx="16">
                  <c:v>29.91</c:v>
                </c:pt>
                <c:pt idx="17">
                  <c:v>29.9</c:v>
                </c:pt>
                <c:pt idx="18">
                  <c:v>33.11</c:v>
                </c:pt>
                <c:pt idx="19">
                  <c:v>33.45</c:v>
                </c:pt>
                <c:pt idx="20">
                  <c:v>30.56</c:v>
                </c:pt>
                <c:pt idx="21">
                  <c:v>33.3</c:v>
                </c:pt>
                <c:pt idx="22">
                  <c:v>34.27</c:v>
                </c:pt>
                <c:pt idx="23">
                  <c:v>36.87</c:v>
                </c:pt>
                <c:pt idx="24">
                  <c:v>34.84</c:v>
                </c:pt>
                <c:pt idx="25">
                  <c:v>35.44</c:v>
                </c:pt>
                <c:pt idx="26">
                  <c:v>35.25</c:v>
                </c:pt>
                <c:pt idx="27">
                  <c:v>30.8</c:v>
                </c:pt>
                <c:pt idx="28">
                  <c:v>28.61</c:v>
                </c:pt>
                <c:pt idx="29">
                  <c:v>30.0</c:v>
                </c:pt>
                <c:pt idx="30">
                  <c:v>29.2</c:v>
                </c:pt>
                <c:pt idx="31">
                  <c:v>27.81</c:v>
                </c:pt>
                <c:pt idx="32">
                  <c:v>29.82</c:v>
                </c:pt>
                <c:pt idx="33">
                  <c:v>29.68</c:v>
                </c:pt>
                <c:pt idx="34">
                  <c:v>29.92</c:v>
                </c:pt>
                <c:pt idx="35">
                  <c:v>30.79</c:v>
                </c:pt>
                <c:pt idx="36">
                  <c:v>31.37</c:v>
                </c:pt>
                <c:pt idx="37">
                  <c:v>31.23</c:v>
                </c:pt>
                <c:pt idx="38">
                  <c:v>30.29</c:v>
                </c:pt>
                <c:pt idx="39">
                  <c:v>31.24</c:v>
                </c:pt>
                <c:pt idx="40">
                  <c:v>29.22</c:v>
                </c:pt>
                <c:pt idx="41">
                  <c:v>29.22</c:v>
                </c:pt>
                <c:pt idx="42">
                  <c:v>30.39</c:v>
                </c:pt>
                <c:pt idx="43">
                  <c:v>28.95</c:v>
                </c:pt>
                <c:pt idx="44">
                  <c:v>24.76</c:v>
                </c:pt>
                <c:pt idx="45">
                  <c:v>23.78</c:v>
                </c:pt>
                <c:pt idx="46">
                  <c:v>22.04</c:v>
                </c:pt>
                <c:pt idx="47">
                  <c:v>21.53</c:v>
                </c:pt>
                <c:pt idx="48">
                  <c:v>22.53</c:v>
                </c:pt>
                <c:pt idx="49">
                  <c:v>24.62</c:v>
                </c:pt>
                <c:pt idx="50">
                  <c:v>23.29</c:v>
                </c:pt>
                <c:pt idx="51">
                  <c:v>26.14</c:v>
                </c:pt>
                <c:pt idx="52">
                  <c:v>27.14</c:v>
                </c:pt>
                <c:pt idx="53">
                  <c:v>25.46</c:v>
                </c:pt>
                <c:pt idx="54">
                  <c:v>27.3</c:v>
                </c:pt>
                <c:pt idx="55">
                  <c:v>30.85</c:v>
                </c:pt>
                <c:pt idx="56">
                  <c:v>32.22</c:v>
                </c:pt>
                <c:pt idx="57">
                  <c:v>32.45</c:v>
                </c:pt>
                <c:pt idx="58">
                  <c:v>33.66</c:v>
                </c:pt>
                <c:pt idx="59">
                  <c:v>26.48</c:v>
                </c:pt>
                <c:pt idx="60">
                  <c:v>32.15</c:v>
                </c:pt>
                <c:pt idx="61">
                  <c:v>30.71</c:v>
                </c:pt>
                <c:pt idx="62">
                  <c:v>30.01</c:v>
                </c:pt>
                <c:pt idx="63">
                  <c:v>30.9</c:v>
                </c:pt>
                <c:pt idx="64">
                  <c:v>36.26</c:v>
                </c:pt>
                <c:pt idx="65">
                  <c:v>36.55</c:v>
                </c:pt>
                <c:pt idx="66">
                  <c:v>32.88</c:v>
                </c:pt>
                <c:pt idx="67">
                  <c:v>31.82</c:v>
                </c:pt>
                <c:pt idx="68">
                  <c:v>31.2</c:v>
                </c:pt>
                <c:pt idx="69">
                  <c:v>28.0</c:v>
                </c:pt>
                <c:pt idx="70">
                  <c:v>22.32</c:v>
                </c:pt>
                <c:pt idx="71">
                  <c:v>20.7</c:v>
                </c:pt>
                <c:pt idx="72">
                  <c:v>21.21</c:v>
                </c:pt>
                <c:pt idx="73">
                  <c:v>20.19</c:v>
                </c:pt>
                <c:pt idx="74">
                  <c:v>19.63</c:v>
                </c:pt>
                <c:pt idx="75">
                  <c:v>19.47</c:v>
                </c:pt>
                <c:pt idx="76">
                  <c:v>21.13</c:v>
                </c:pt>
                <c:pt idx="77">
                  <c:v>24.5</c:v>
                </c:pt>
                <c:pt idx="78">
                  <c:v>24.32</c:v>
                </c:pt>
                <c:pt idx="79">
                  <c:v>23.96</c:v>
                </c:pt>
                <c:pt idx="80">
                  <c:v>20.79</c:v>
                </c:pt>
                <c:pt idx="81">
                  <c:v>26.37</c:v>
                </c:pt>
                <c:pt idx="82">
                  <c:v>23.85</c:v>
                </c:pt>
                <c:pt idx="83">
                  <c:v>17.61</c:v>
                </c:pt>
                <c:pt idx="84">
                  <c:v>18.11</c:v>
                </c:pt>
                <c:pt idx="85">
                  <c:v>17.19</c:v>
                </c:pt>
                <c:pt idx="86">
                  <c:v>18.88</c:v>
                </c:pt>
                <c:pt idx="87">
                  <c:v>17.43</c:v>
                </c:pt>
                <c:pt idx="88">
                  <c:v>18.73</c:v>
                </c:pt>
                <c:pt idx="89">
                  <c:v>19.36</c:v>
                </c:pt>
                <c:pt idx="90">
                  <c:v>20.59</c:v>
                </c:pt>
                <c:pt idx="91">
                  <c:v>21.58</c:v>
                </c:pt>
                <c:pt idx="92">
                  <c:v>20.01</c:v>
                </c:pt>
                <c:pt idx="93">
                  <c:v>21.2</c:v>
                </c:pt>
                <c:pt idx="94">
                  <c:v>21.58</c:v>
                </c:pt>
                <c:pt idx="95">
                  <c:v>21.31</c:v>
                </c:pt>
                <c:pt idx="96">
                  <c:v>21.95</c:v>
                </c:pt>
                <c:pt idx="97">
                  <c:v>22.01</c:v>
                </c:pt>
                <c:pt idx="98">
                  <c:v>23.78</c:v>
                </c:pt>
                <c:pt idx="99">
                  <c:v>21.36</c:v>
                </c:pt>
                <c:pt idx="100">
                  <c:v>20.29</c:v>
                </c:pt>
                <c:pt idx="101">
                  <c:v>19.37</c:v>
                </c:pt>
                <c:pt idx="102">
                  <c:v>21.61</c:v>
                </c:pt>
                <c:pt idx="103">
                  <c:v>22.82</c:v>
                </c:pt>
                <c:pt idx="104">
                  <c:v>43.9</c:v>
                </c:pt>
                <c:pt idx="105">
                  <c:v>43.81</c:v>
                </c:pt>
                <c:pt idx="106">
                  <c:v>44.07</c:v>
                </c:pt>
                <c:pt idx="107">
                  <c:v>44.95</c:v>
                </c:pt>
                <c:pt idx="108">
                  <c:v>44.33</c:v>
                </c:pt>
                <c:pt idx="109">
                  <c:v>43.73</c:v>
                </c:pt>
                <c:pt idx="110">
                  <c:v>43.61</c:v>
                </c:pt>
                <c:pt idx="111">
                  <c:v>44.15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Jan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'23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58">
                  <c:v>33.66</c:v>
                </c:pt>
                <c:pt idx="59">
                  <c:v>26.48</c:v>
                </c:pt>
                <c:pt idx="69">
                  <c:v>28.0</c:v>
                </c:pt>
                <c:pt idx="80">
                  <c:v>20.79</c:v>
                </c:pt>
                <c:pt idx="82">
                  <c:v>23.85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Jan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'23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43.9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ALBIREO PHARMA,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ALBO  ·  acquired by Ipsen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09, 2023   ·   Closed Mar 02, 2023   ·   Status: completed   ·   Pre-ann. volume 0.85×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ALBIREO PHARMA,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ALBIREO PHARMA,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3632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219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1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28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40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8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9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81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957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528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814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812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80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non-binding proposal at $45.00 per share.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final proposal of $57.00 cash + $8.00 CVR.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withdraws from process after its board fails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proposal at $28.00 cash + $3.00 CVR.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submits proposal at $35.00 cash.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submits initial proposal of $32.00 cash + $5.00 CVR.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Ipsen increases proposal to $38.00 cash + $10.00 CVR.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 received: Ipsen ($42+$10 CVR), Company B ($38…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Albireo Board unanimously approves Merger Agreement with…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Albireo becomes a wholly 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ALBIREO PHARMA,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($20.79→$26.37)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($23.85→$17.61)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($26.48→$32.15)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($33.66→$26.48)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($28→$22.32)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ALBIREO PHARMA,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Albireo Submits Bylvay® Alagille Syndrome Regulatory Filings to FDA and 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2 Tiny Nasdaq Stocks Making Major Merger Moves Monday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DCT, ALBO, CINC, AMYT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SAL, ALBO, DCT, CINC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ALBO, MLVF, SAL, TCFC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APEN, BRBW, ALBO, SAL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ALBO, SAL, ANGN, TIG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Grants June 15, 2023 PDUFA Date to Albireo for Bylvay® in Alagille Syndrome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Grants June 15, 2023 PDUFA Date to Albireo for Bylvay® in Alagille Syndrome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