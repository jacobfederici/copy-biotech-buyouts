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Nov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78.52</c:v>
                </c:pt>
                <c:pt idx="1">
                  <c:v>78.6</c:v>
                </c:pt>
                <c:pt idx="2">
                  <c:v>78.68</c:v>
                </c:pt>
                <c:pt idx="3">
                  <c:v>79.36</c:v>
                </c:pt>
                <c:pt idx="4">
                  <c:v>79.7</c:v>
                </c:pt>
                <c:pt idx="5">
                  <c:v>77.74</c:v>
                </c:pt>
                <c:pt idx="6">
                  <c:v>82.1</c:v>
                </c:pt>
                <c:pt idx="7">
                  <c:v>96.3</c:v>
                </c:pt>
                <c:pt idx="8">
                  <c:v>100.04</c:v>
                </c:pt>
                <c:pt idx="9">
                  <c:v>99.76</c:v>
                </c:pt>
                <c:pt idx="10">
                  <c:v>101.44</c:v>
                </c:pt>
                <c:pt idx="11">
                  <c:v>100.12</c:v>
                </c:pt>
                <c:pt idx="12">
                  <c:v>98.76</c:v>
                </c:pt>
                <c:pt idx="13">
                  <c:v>101.66</c:v>
                </c:pt>
                <c:pt idx="14">
                  <c:v>105.62</c:v>
                </c:pt>
                <c:pt idx="15">
                  <c:v>111.36</c:v>
                </c:pt>
                <c:pt idx="16">
                  <c:v>112.4</c:v>
                </c:pt>
                <c:pt idx="17">
                  <c:v>113.12</c:v>
                </c:pt>
                <c:pt idx="18">
                  <c:v>115.9</c:v>
                </c:pt>
                <c:pt idx="19">
                  <c:v>116.44</c:v>
                </c:pt>
                <c:pt idx="20">
                  <c:v>123.0</c:v>
                </c:pt>
                <c:pt idx="21">
                  <c:v>122.36</c:v>
                </c:pt>
                <c:pt idx="22">
                  <c:v>120.34</c:v>
                </c:pt>
                <c:pt idx="23">
                  <c:v>121.64</c:v>
                </c:pt>
                <c:pt idx="24">
                  <c:v>127.46</c:v>
                </c:pt>
                <c:pt idx="25">
                  <c:v>124.9</c:v>
                </c:pt>
                <c:pt idx="26">
                  <c:v>122.58</c:v>
                </c:pt>
                <c:pt idx="27">
                  <c:v>123.66</c:v>
                </c:pt>
                <c:pt idx="28">
                  <c:v>120.4</c:v>
                </c:pt>
                <c:pt idx="29">
                  <c:v>119.36</c:v>
                </c:pt>
                <c:pt idx="30">
                  <c:v>113.9</c:v>
                </c:pt>
                <c:pt idx="31">
                  <c:v>116.98</c:v>
                </c:pt>
                <c:pt idx="32">
                  <c:v>122.48</c:v>
                </c:pt>
                <c:pt idx="33">
                  <c:v>134.56</c:v>
                </c:pt>
                <c:pt idx="34">
                  <c:v>135.88</c:v>
                </c:pt>
                <c:pt idx="35">
                  <c:v>143.94</c:v>
                </c:pt>
                <c:pt idx="36">
                  <c:v>147.34</c:v>
                </c:pt>
                <c:pt idx="37">
                  <c:v>142.06</c:v>
                </c:pt>
                <c:pt idx="38">
                  <c:v>132.5</c:v>
                </c:pt>
                <c:pt idx="39">
                  <c:v>138.28</c:v>
                </c:pt>
                <c:pt idx="40">
                  <c:v>139.98</c:v>
                </c:pt>
                <c:pt idx="41">
                  <c:v>146.96</c:v>
                </c:pt>
                <c:pt idx="42">
                  <c:v>149.48</c:v>
                </c:pt>
                <c:pt idx="43">
                  <c:v>149.86</c:v>
                </c:pt>
                <c:pt idx="44">
                  <c:v>154.62</c:v>
                </c:pt>
                <c:pt idx="45">
                  <c:v>157.28</c:v>
                </c:pt>
                <c:pt idx="46">
                  <c:v>153.16</c:v>
                </c:pt>
                <c:pt idx="47">
                  <c:v>160.56</c:v>
                </c:pt>
                <c:pt idx="48">
                  <c:v>155.74</c:v>
                </c:pt>
                <c:pt idx="49">
                  <c:v>151.3</c:v>
                </c:pt>
                <c:pt idx="50">
                  <c:v>148.92</c:v>
                </c:pt>
                <c:pt idx="51">
                  <c:v>151.12</c:v>
                </c:pt>
                <c:pt idx="52">
                  <c:v>163.34</c:v>
                </c:pt>
                <c:pt idx="53">
                  <c:v>161.78</c:v>
                </c:pt>
                <c:pt idx="54">
                  <c:v>166.44</c:v>
                </c:pt>
                <c:pt idx="55">
                  <c:v>164.9</c:v>
                </c:pt>
                <c:pt idx="56">
                  <c:v>167.48</c:v>
                </c:pt>
                <c:pt idx="57">
                  <c:v>168.94</c:v>
                </c:pt>
                <c:pt idx="58">
                  <c:v>169.82</c:v>
                </c:pt>
                <c:pt idx="59">
                  <c:v>169.82</c:v>
                </c:pt>
                <c:pt idx="60">
                  <c:v>167.04</c:v>
                </c:pt>
                <c:pt idx="61">
                  <c:v>161.22</c:v>
                </c:pt>
                <c:pt idx="62">
                  <c:v>151.94</c:v>
                </c:pt>
                <c:pt idx="63">
                  <c:v>156.88</c:v>
                </c:pt>
                <c:pt idx="64">
                  <c:v>163.94</c:v>
                </c:pt>
                <c:pt idx="65">
                  <c:v>160.96</c:v>
                </c:pt>
                <c:pt idx="66">
                  <c:v>160.76</c:v>
                </c:pt>
                <c:pt idx="67">
                  <c:v>156.56</c:v>
                </c:pt>
                <c:pt idx="68">
                  <c:v>149.4</c:v>
                </c:pt>
                <c:pt idx="69">
                  <c:v>144.4</c:v>
                </c:pt>
                <c:pt idx="70">
                  <c:v>139.28</c:v>
                </c:pt>
                <c:pt idx="71">
                  <c:v>137.38</c:v>
                </c:pt>
                <c:pt idx="72">
                  <c:v>136.9</c:v>
                </c:pt>
                <c:pt idx="73">
                  <c:v>141.5</c:v>
                </c:pt>
                <c:pt idx="74">
                  <c:v>142.06</c:v>
                </c:pt>
                <c:pt idx="75">
                  <c:v>147.4</c:v>
                </c:pt>
                <c:pt idx="76">
                  <c:v>146.66</c:v>
                </c:pt>
                <c:pt idx="77">
                  <c:v>147.32</c:v>
                </c:pt>
                <c:pt idx="78">
                  <c:v>150.12</c:v>
                </c:pt>
                <c:pt idx="79">
                  <c:v>153.04</c:v>
                </c:pt>
                <c:pt idx="80">
                  <c:v>161.32</c:v>
                </c:pt>
                <c:pt idx="81">
                  <c:v>160.0</c:v>
                </c:pt>
                <c:pt idx="82">
                  <c:v>171.46</c:v>
                </c:pt>
                <c:pt idx="83">
                  <c:v>86.8</c:v>
                </c:pt>
                <c:pt idx="84">
                  <c:v>90.19</c:v>
                </c:pt>
                <c:pt idx="85">
                  <c:v>89.19</c:v>
                </c:pt>
                <c:pt idx="86">
                  <c:v>85.06</c:v>
                </c:pt>
                <c:pt idx="87">
                  <c:v>87.16</c:v>
                </c:pt>
                <c:pt idx="88">
                  <c:v>86.65</c:v>
                </c:pt>
                <c:pt idx="89">
                  <c:v>86.51</c:v>
                </c:pt>
                <c:pt idx="90">
                  <c:v>89.61</c:v>
                </c:pt>
                <c:pt idx="91">
                  <c:v>91.62</c:v>
                </c:pt>
                <c:pt idx="92">
                  <c:v>95.02</c:v>
                </c:pt>
                <c:pt idx="93">
                  <c:v>93.79</c:v>
                </c:pt>
                <c:pt idx="94">
                  <c:v>91.52</c:v>
                </c:pt>
                <c:pt idx="95">
                  <c:v>93.85</c:v>
                </c:pt>
                <c:pt idx="96">
                  <c:v>94.46</c:v>
                </c:pt>
                <c:pt idx="97">
                  <c:v>95.21</c:v>
                </c:pt>
                <c:pt idx="98">
                  <c:v>90.92</c:v>
                </c:pt>
                <c:pt idx="99">
                  <c:v>88.12</c:v>
                </c:pt>
                <c:pt idx="100">
                  <c:v>103.24</c:v>
                </c:pt>
                <c:pt idx="101">
                  <c:v>107.09</c:v>
                </c:pt>
                <c:pt idx="102">
                  <c:v>106.45</c:v>
                </c:pt>
                <c:pt idx="103">
                  <c:v>104.05</c:v>
                </c:pt>
                <c:pt idx="104">
                  <c:v>108.2</c:v>
                </c:pt>
                <c:pt idx="105">
                  <c:v>113.69</c:v>
                </c:pt>
                <c:pt idx="106">
                  <c:v>114.13</c:v>
                </c:pt>
                <c:pt idx="107">
                  <c:v>114.49</c:v>
                </c:pt>
                <c:pt idx="108">
                  <c:v>117.18</c:v>
                </c:pt>
                <c:pt idx="109">
                  <c:v>113.35</c:v>
                </c:pt>
                <c:pt idx="110">
                  <c:v>113.52</c:v>
                </c:pt>
                <c:pt idx="111">
                  <c:v>113.67</c:v>
                </c:pt>
                <c:pt idx="112">
                  <c:v>121.81</c:v>
                </c:pt>
                <c:pt idx="113">
                  <c:v>123.89</c:v>
                </c:pt>
                <c:pt idx="114">
                  <c:v>119.16</c:v>
                </c:pt>
                <c:pt idx="115">
                  <c:v>118.75</c:v>
                </c:pt>
                <c:pt idx="116">
                  <c:v>115.88</c:v>
                </c:pt>
                <c:pt idx="117">
                  <c:v>116.32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Nov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82">
                  <c:v>171.46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CELGENE CORP /DE/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CELG  ·  acquired by TRC Capital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$101.75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19, 2014   ·   Closed n/a   ·   Status: not_acquisition   ·   Pre-ann. volume 1.36×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CELGENE CORP /DE/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CELGENE CORP /DE/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866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3573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380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107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683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687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Date prior to the commencement of the TRC Capital…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TRC Capital Corporation commences unsolicited mini-tender…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28, 2014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Closing market price of Celgene common stock reaches…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Board of Directors formally recommends stockholders…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14, 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enters into a definitive merger agreement to…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Celgene completes the acquisition of Receptos, Inc.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CELGENE CORP /DE/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2014-06-27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-49%  ($171.46→$86.8)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CELGENE CORP /DE/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2017-11-28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Analysis: Positioning to Benefit within Kirby, AmerisourceBergen, Celgene, Sabre, Noble Energy, and Idera…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2021-03-19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Is Bristol Myers Stock A Buy As Opdivo Faces An FDA Hurdle In April?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2021-05-14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Is BMY Stock A Sell After Panel Recommends FDA Revoke An Opdivo Approval?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2021-05-21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Is BMY Stock A Buy As Shares Hit A 15-Month High On Cancer Data?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2021-06-29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Is BMY Stock A Buy As Shares Surge On Promising Cancer Treatment Data?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