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16.54</c:v>
                </c:pt>
                <c:pt idx="1">
                  <c:v>16.85</c:v>
                </c:pt>
                <c:pt idx="2">
                  <c:v>16.16</c:v>
                </c:pt>
                <c:pt idx="3">
                  <c:v>17.49</c:v>
                </c:pt>
                <c:pt idx="4">
                  <c:v>17.94</c:v>
                </c:pt>
                <c:pt idx="5">
                  <c:v>18.4</c:v>
                </c:pt>
                <c:pt idx="6">
                  <c:v>19.16</c:v>
                </c:pt>
                <c:pt idx="7">
                  <c:v>19.53</c:v>
                </c:pt>
                <c:pt idx="8">
                  <c:v>18.97</c:v>
                </c:pt>
                <c:pt idx="9">
                  <c:v>20.12</c:v>
                </c:pt>
                <c:pt idx="10">
                  <c:v>21.06</c:v>
                </c:pt>
                <c:pt idx="11">
                  <c:v>19.94</c:v>
                </c:pt>
                <c:pt idx="12">
                  <c:v>21.25</c:v>
                </c:pt>
                <c:pt idx="13">
                  <c:v>19.26</c:v>
                </c:pt>
                <c:pt idx="14">
                  <c:v>19.67</c:v>
                </c:pt>
                <c:pt idx="15">
                  <c:v>21.09</c:v>
                </c:pt>
                <c:pt idx="16">
                  <c:v>21.29</c:v>
                </c:pt>
                <c:pt idx="17">
                  <c:v>21.38</c:v>
                </c:pt>
                <c:pt idx="18">
                  <c:v>21.0</c:v>
                </c:pt>
                <c:pt idx="19">
                  <c:v>20.26</c:v>
                </c:pt>
                <c:pt idx="20">
                  <c:v>23.58</c:v>
                </c:pt>
                <c:pt idx="21">
                  <c:v>24.82</c:v>
                </c:pt>
                <c:pt idx="22">
                  <c:v>26.47</c:v>
                </c:pt>
                <c:pt idx="23">
                  <c:v>27.58</c:v>
                </c:pt>
                <c:pt idx="24">
                  <c:v>29.5</c:v>
                </c:pt>
                <c:pt idx="25">
                  <c:v>30.02</c:v>
                </c:pt>
                <c:pt idx="26">
                  <c:v>31.0</c:v>
                </c:pt>
                <c:pt idx="27">
                  <c:v>31.91</c:v>
                </c:pt>
                <c:pt idx="28">
                  <c:v>37.18</c:v>
                </c:pt>
                <c:pt idx="29">
                  <c:v>32.11</c:v>
                </c:pt>
                <c:pt idx="30">
                  <c:v>31.59</c:v>
                </c:pt>
                <c:pt idx="31">
                  <c:v>29.52</c:v>
                </c:pt>
                <c:pt idx="32">
                  <c:v>32.4</c:v>
                </c:pt>
                <c:pt idx="33">
                  <c:v>34.86</c:v>
                </c:pt>
                <c:pt idx="34">
                  <c:v>35.76</c:v>
                </c:pt>
                <c:pt idx="35">
                  <c:v>34.54</c:v>
                </c:pt>
                <c:pt idx="36">
                  <c:v>38.99</c:v>
                </c:pt>
                <c:pt idx="37">
                  <c:v>44.68</c:v>
                </c:pt>
                <c:pt idx="38">
                  <c:v>41.09</c:v>
                </c:pt>
                <c:pt idx="39">
                  <c:v>43.39</c:v>
                </c:pt>
                <c:pt idx="40">
                  <c:v>42.78</c:v>
                </c:pt>
                <c:pt idx="41">
                  <c:v>39.41</c:v>
                </c:pt>
                <c:pt idx="42">
                  <c:v>41.32</c:v>
                </c:pt>
                <c:pt idx="43">
                  <c:v>44.07</c:v>
                </c:pt>
                <c:pt idx="44">
                  <c:v>47.21</c:v>
                </c:pt>
                <c:pt idx="45">
                  <c:v>55.68</c:v>
                </c:pt>
                <c:pt idx="46">
                  <c:v>54.51</c:v>
                </c:pt>
                <c:pt idx="47">
                  <c:v>53.58</c:v>
                </c:pt>
                <c:pt idx="48">
                  <c:v>54.48</c:v>
                </c:pt>
                <c:pt idx="49">
                  <c:v>56.86</c:v>
                </c:pt>
                <c:pt idx="50">
                  <c:v>55.89</c:v>
                </c:pt>
                <c:pt idx="51">
                  <c:v>46.9</c:v>
                </c:pt>
                <c:pt idx="52">
                  <c:v>48.57</c:v>
                </c:pt>
                <c:pt idx="53">
                  <c:v>48.87</c:v>
                </c:pt>
                <c:pt idx="54">
                  <c:v>52.16</c:v>
                </c:pt>
                <c:pt idx="55">
                  <c:v>51.2</c:v>
                </c:pt>
                <c:pt idx="56">
                  <c:v>51.02</c:v>
                </c:pt>
                <c:pt idx="57">
                  <c:v>52.42</c:v>
                </c:pt>
                <c:pt idx="58">
                  <c:v>51.07</c:v>
                </c:pt>
                <c:pt idx="59">
                  <c:v>55.68</c:v>
                </c:pt>
                <c:pt idx="60">
                  <c:v>48.22</c:v>
                </c:pt>
                <c:pt idx="61">
                  <c:v>48.47</c:v>
                </c:pt>
                <c:pt idx="62">
                  <c:v>47.39</c:v>
                </c:pt>
                <c:pt idx="63">
                  <c:v>45.14</c:v>
                </c:pt>
                <c:pt idx="64">
                  <c:v>40.99</c:v>
                </c:pt>
                <c:pt idx="65">
                  <c:v>41.43</c:v>
                </c:pt>
                <c:pt idx="66">
                  <c:v>45.28</c:v>
                </c:pt>
                <c:pt idx="67">
                  <c:v>48.42</c:v>
                </c:pt>
                <c:pt idx="68">
                  <c:v>51.24</c:v>
                </c:pt>
                <c:pt idx="69">
                  <c:v>55.04</c:v>
                </c:pt>
                <c:pt idx="70">
                  <c:v>53.8</c:v>
                </c:pt>
                <c:pt idx="71">
                  <c:v>52.39</c:v>
                </c:pt>
                <c:pt idx="72">
                  <c:v>56.81</c:v>
                </c:pt>
                <c:pt idx="73">
                  <c:v>53.86</c:v>
                </c:pt>
                <c:pt idx="74">
                  <c:v>52.15</c:v>
                </c:pt>
                <c:pt idx="75">
                  <c:v>47.14</c:v>
                </c:pt>
                <c:pt idx="76">
                  <c:v>48.91</c:v>
                </c:pt>
                <c:pt idx="77">
                  <c:v>49.67</c:v>
                </c:pt>
                <c:pt idx="78">
                  <c:v>51.27</c:v>
                </c:pt>
                <c:pt idx="79">
                  <c:v>51.92</c:v>
                </c:pt>
                <c:pt idx="80">
                  <c:v>48.76</c:v>
                </c:pt>
                <c:pt idx="81">
                  <c:v>42.73</c:v>
                </c:pt>
                <c:pt idx="82">
                  <c:v>37.27</c:v>
                </c:pt>
                <c:pt idx="83">
                  <c:v>37.8</c:v>
                </c:pt>
                <c:pt idx="84">
                  <c:v>39.08</c:v>
                </c:pt>
                <c:pt idx="85">
                  <c:v>40.16</c:v>
                </c:pt>
                <c:pt idx="86">
                  <c:v>42.15</c:v>
                </c:pt>
                <c:pt idx="87">
                  <c:v>45.07</c:v>
                </c:pt>
                <c:pt idx="88">
                  <c:v>50.96</c:v>
                </c:pt>
                <c:pt idx="89">
                  <c:v>49.41</c:v>
                </c:pt>
                <c:pt idx="90">
                  <c:v>47.32</c:v>
                </c:pt>
                <c:pt idx="91">
                  <c:v>54.83</c:v>
                </c:pt>
                <c:pt idx="92">
                  <c:v>51.88</c:v>
                </c:pt>
                <c:pt idx="93">
                  <c:v>51.82</c:v>
                </c:pt>
                <c:pt idx="94">
                  <c:v>54.66</c:v>
                </c:pt>
                <c:pt idx="95">
                  <c:v>51.58</c:v>
                </c:pt>
                <c:pt idx="96">
                  <c:v>45.63</c:v>
                </c:pt>
                <c:pt idx="97">
                  <c:v>39.77</c:v>
                </c:pt>
                <c:pt idx="98">
                  <c:v>37.4</c:v>
                </c:pt>
                <c:pt idx="99">
                  <c:v>35.9</c:v>
                </c:pt>
                <c:pt idx="100">
                  <c:v>41.53</c:v>
                </c:pt>
                <c:pt idx="101">
                  <c:v>41.51</c:v>
                </c:pt>
                <c:pt idx="102">
                  <c:v>39.24</c:v>
                </c:pt>
                <c:pt idx="103">
                  <c:v>35.18</c:v>
                </c:pt>
                <c:pt idx="104">
                  <c:v>32.91</c:v>
                </c:pt>
                <c:pt idx="105">
                  <c:v>32.31</c:v>
                </c:pt>
                <c:pt idx="106">
                  <c:v>33.66</c:v>
                </c:pt>
                <c:pt idx="107">
                  <c:v>33.58</c:v>
                </c:pt>
                <c:pt idx="108">
                  <c:v>32.99</c:v>
                </c:pt>
                <c:pt idx="109">
                  <c:v>35.56</c:v>
                </c:pt>
                <c:pt idx="110">
                  <c:v>35.68</c:v>
                </c:pt>
                <c:pt idx="111">
                  <c:v>37.33</c:v>
                </c:pt>
                <c:pt idx="112">
                  <c:v>36.38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Radius Health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RDUS  ·  acquired by Ginger Acquisition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23, 2022   ·   Closed Aug 15, 2022   ·   Status: completed   ·   Pre-ann. volume 0.73×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Radius Health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Radius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7742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6302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62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192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389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793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721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802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225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693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548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Radius announces the failure of the abaloparatide…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Radius enters into a Confidential Disclosure Agreement with…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Gurnet Point submits initial non-binding proposal of $10.50…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Gurnet Point submits revised proposal of $11.25 per share…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Gurnet Point lowers cash offer to $9.00 per share plus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Gurnet Point submits Fourth Offer of $10.00 per share plus…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Radius Board unanimously approves the Merger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52.1% of shares tendered.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Radius becomes a wholly-owned subsidiary…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Radius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Radius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Fourth Quarter and Fiscal 2023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Schnitzer Steel Industries Inc (RDUS) Reports Q4 and Fiscal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First Quarter Fiscal 2024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First Quarter Fiscal 2025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Lands Merger Deal At 115% Premium, Stock Skyrockets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Second Quarter Fiscal 2025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Second Quarter Fiscal 2025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Reports Third Quarter Fiscal 2025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Radius Recycling receives CFIUS approval for merger with Toyota Tsusho America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