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Sheet1!$A$2:$A$118</c:f>
              <c:strCache>
                <c:ptCount val="117"/>
                <c:pt idx="0">
                  <c:v>Feb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Apr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Jun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Sep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Nov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Jan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Apr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Jun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Aug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Oct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Jan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Mar '23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</c:strCache>
            </c:strRef>
          </c:cat>
          <c:val>
            <c:numRef>
              <c:f>Sheet1!$B$2:$B$118</c:f>
              <c:numCache>
                <c:formatCode>General</c:formatCode>
                <c:ptCount val="117"/>
                <c:pt idx="0">
                  <c:v>7.53</c:v>
                </c:pt>
                <c:pt idx="1">
                  <c:v>7.25</c:v>
                </c:pt>
                <c:pt idx="2">
                  <c:v>6.19</c:v>
                </c:pt>
                <c:pt idx="3">
                  <c:v>5.56</c:v>
                </c:pt>
                <c:pt idx="4">
                  <c:v>4.28</c:v>
                </c:pt>
                <c:pt idx="5">
                  <c:v>4.39</c:v>
                </c:pt>
                <c:pt idx="6">
                  <c:v>4.18</c:v>
                </c:pt>
                <c:pt idx="7">
                  <c:v>3.74</c:v>
                </c:pt>
                <c:pt idx="8">
                  <c:v>3.52</c:v>
                </c:pt>
                <c:pt idx="9">
                  <c:v>4.09</c:v>
                </c:pt>
                <c:pt idx="10">
                  <c:v>3.61</c:v>
                </c:pt>
                <c:pt idx="11">
                  <c:v>3.81</c:v>
                </c:pt>
                <c:pt idx="12">
                  <c:v>3.99</c:v>
                </c:pt>
                <c:pt idx="13">
                  <c:v>3.42</c:v>
                </c:pt>
                <c:pt idx="14">
                  <c:v>3.25</c:v>
                </c:pt>
                <c:pt idx="15">
                  <c:v>3.18</c:v>
                </c:pt>
                <c:pt idx="16">
                  <c:v>3.19</c:v>
                </c:pt>
                <c:pt idx="17">
                  <c:v>3.06</c:v>
                </c:pt>
                <c:pt idx="18">
                  <c:v>3.24</c:v>
                </c:pt>
                <c:pt idx="19">
                  <c:v>3.03</c:v>
                </c:pt>
                <c:pt idx="20">
                  <c:v>3.15</c:v>
                </c:pt>
                <c:pt idx="21">
                  <c:v>2.9</c:v>
                </c:pt>
                <c:pt idx="22">
                  <c:v>2.62</c:v>
                </c:pt>
                <c:pt idx="23">
                  <c:v>2.41</c:v>
                </c:pt>
                <c:pt idx="24">
                  <c:v>3.06</c:v>
                </c:pt>
                <c:pt idx="25">
                  <c:v>2.84</c:v>
                </c:pt>
                <c:pt idx="26">
                  <c:v>3.01</c:v>
                </c:pt>
                <c:pt idx="27">
                  <c:v>2.63</c:v>
                </c:pt>
                <c:pt idx="28">
                  <c:v>2.46</c:v>
                </c:pt>
                <c:pt idx="29">
                  <c:v>2.99</c:v>
                </c:pt>
                <c:pt idx="30">
                  <c:v>2.62</c:v>
                </c:pt>
                <c:pt idx="31">
                  <c:v>2.7</c:v>
                </c:pt>
                <c:pt idx="32">
                  <c:v>2.62</c:v>
                </c:pt>
                <c:pt idx="33">
                  <c:v>2.59</c:v>
                </c:pt>
                <c:pt idx="34">
                  <c:v>2.42</c:v>
                </c:pt>
                <c:pt idx="35">
                  <c:v>2.38</c:v>
                </c:pt>
                <c:pt idx="36">
                  <c:v>2.41</c:v>
                </c:pt>
                <c:pt idx="37">
                  <c:v>2.34</c:v>
                </c:pt>
                <c:pt idx="38">
                  <c:v>2.27</c:v>
                </c:pt>
                <c:pt idx="39">
                  <c:v>2.14</c:v>
                </c:pt>
                <c:pt idx="40">
                  <c:v>2.05</c:v>
                </c:pt>
                <c:pt idx="41">
                  <c:v>2.0</c:v>
                </c:pt>
                <c:pt idx="42">
                  <c:v>2.0</c:v>
                </c:pt>
                <c:pt idx="43">
                  <c:v>1.76</c:v>
                </c:pt>
                <c:pt idx="44">
                  <c:v>1.66</c:v>
                </c:pt>
                <c:pt idx="45">
                  <c:v>1.72</c:v>
                </c:pt>
                <c:pt idx="46">
                  <c:v>1.74</c:v>
                </c:pt>
                <c:pt idx="47">
                  <c:v>1.14</c:v>
                </c:pt>
                <c:pt idx="48">
                  <c:v>1.08</c:v>
                </c:pt>
                <c:pt idx="49">
                  <c:v>1.09</c:v>
                </c:pt>
                <c:pt idx="50">
                  <c:v>0.93</c:v>
                </c:pt>
                <c:pt idx="51">
                  <c:v>0.83</c:v>
                </c:pt>
                <c:pt idx="52">
                  <c:v>1.0</c:v>
                </c:pt>
                <c:pt idx="53">
                  <c:v>0.94</c:v>
                </c:pt>
                <c:pt idx="54">
                  <c:v>1.01</c:v>
                </c:pt>
                <c:pt idx="55">
                  <c:v>0.95</c:v>
                </c:pt>
                <c:pt idx="56">
                  <c:v>0.79</c:v>
                </c:pt>
                <c:pt idx="57">
                  <c:v>0.7</c:v>
                </c:pt>
                <c:pt idx="58">
                  <c:v>0.81</c:v>
                </c:pt>
                <c:pt idx="59">
                  <c:v>0.88</c:v>
                </c:pt>
                <c:pt idx="60">
                  <c:v>0.8</c:v>
                </c:pt>
                <c:pt idx="61">
                  <c:v>0.74</c:v>
                </c:pt>
                <c:pt idx="62">
                  <c:v>0.76</c:v>
                </c:pt>
                <c:pt idx="63">
                  <c:v>0.67</c:v>
                </c:pt>
                <c:pt idx="64">
                  <c:v>0.58</c:v>
                </c:pt>
                <c:pt idx="65">
                  <c:v>0.56</c:v>
                </c:pt>
                <c:pt idx="66">
                  <c:v>0.56</c:v>
                </c:pt>
                <c:pt idx="67">
                  <c:v>0.64</c:v>
                </c:pt>
                <c:pt idx="68">
                  <c:v>0.67</c:v>
                </c:pt>
                <c:pt idx="69">
                  <c:v>0.72</c:v>
                </c:pt>
                <c:pt idx="70">
                  <c:v>0.73</c:v>
                </c:pt>
                <c:pt idx="71">
                  <c:v>0.67</c:v>
                </c:pt>
                <c:pt idx="72">
                  <c:v>0.65</c:v>
                </c:pt>
                <c:pt idx="73">
                  <c:v>0.64</c:v>
                </c:pt>
                <c:pt idx="74">
                  <c:v>0.83</c:v>
                </c:pt>
                <c:pt idx="75">
                  <c:v>0.8</c:v>
                </c:pt>
                <c:pt idx="76">
                  <c:v>0.72</c:v>
                </c:pt>
                <c:pt idx="77">
                  <c:v>0.69</c:v>
                </c:pt>
                <c:pt idx="78">
                  <c:v>1.1</c:v>
                </c:pt>
                <c:pt idx="79">
                  <c:v>0.86</c:v>
                </c:pt>
                <c:pt idx="80">
                  <c:v>0.83</c:v>
                </c:pt>
                <c:pt idx="81">
                  <c:v>0.66</c:v>
                </c:pt>
                <c:pt idx="82">
                  <c:v>0.65</c:v>
                </c:pt>
                <c:pt idx="83">
                  <c:v>0.53</c:v>
                </c:pt>
                <c:pt idx="84">
                  <c:v>0.45</c:v>
                </c:pt>
                <c:pt idx="85">
                  <c:v>0.36</c:v>
                </c:pt>
                <c:pt idx="86">
                  <c:v>0.36</c:v>
                </c:pt>
                <c:pt idx="87">
                  <c:v>0.4</c:v>
                </c:pt>
                <c:pt idx="88">
                  <c:v>0.3</c:v>
                </c:pt>
                <c:pt idx="89">
                  <c:v>0.3</c:v>
                </c:pt>
                <c:pt idx="90">
                  <c:v>0.32</c:v>
                </c:pt>
                <c:pt idx="91">
                  <c:v>0.32</c:v>
                </c:pt>
                <c:pt idx="92">
                  <c:v>0.28</c:v>
                </c:pt>
                <c:pt idx="93">
                  <c:v>0.26</c:v>
                </c:pt>
                <c:pt idx="94">
                  <c:v>0.32</c:v>
                </c:pt>
                <c:pt idx="95">
                  <c:v>0.3</c:v>
                </c:pt>
                <c:pt idx="96">
                  <c:v>0.3</c:v>
                </c:pt>
                <c:pt idx="97">
                  <c:v>0.28</c:v>
                </c:pt>
                <c:pt idx="98">
                  <c:v>0.22</c:v>
                </c:pt>
                <c:pt idx="99">
                  <c:v>0.22</c:v>
                </c:pt>
                <c:pt idx="100">
                  <c:v>0.27</c:v>
                </c:pt>
                <c:pt idx="101">
                  <c:v>0.36</c:v>
                </c:pt>
                <c:pt idx="102">
                  <c:v>0.34</c:v>
                </c:pt>
                <c:pt idx="103">
                  <c:v>0.35</c:v>
                </c:pt>
                <c:pt idx="104">
                  <c:v>0.44</c:v>
                </c:pt>
                <c:pt idx="105">
                  <c:v>0.44</c:v>
                </c:pt>
                <c:pt idx="106">
                  <c:v>0.44</c:v>
                </c:pt>
                <c:pt idx="107">
                  <c:v>0.44</c:v>
                </c:pt>
                <c:pt idx="108">
                  <c:v>0.45</c:v>
                </c:pt>
                <c:pt idx="109">
                  <c:v>0.44</c:v>
                </c:pt>
                <c:pt idx="110">
                  <c:v>0.35</c:v>
                </c:pt>
                <c:pt idx="111">
                  <c:v>0.39</c:v>
                </c:pt>
                <c:pt idx="112">
                  <c:v>0.44</c:v>
                </c:pt>
                <c:pt idx="113">
                  <c:v>0.45</c:v>
                </c:pt>
                <c:pt idx="114">
                  <c:v>0.45</c:v>
                </c:pt>
                <c:pt idx="115">
                  <c:v>0.45</c:v>
                </c:pt>
                <c:pt idx="116">
                  <c:v>0.46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Sheet1!$A$2:$A$118</c:f>
              <c:strCache>
                <c:ptCount val="117"/>
                <c:pt idx="0">
                  <c:v>Feb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Apr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Jun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Sep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Nov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Jan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Apr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Jun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Aug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Oct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Jan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Mar '23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</c:strCache>
            </c:strRef>
          </c:cat>
          <c:val>
            <c:numRef>
              <c:f>Sheet1!$C$2:$C$118</c:f>
              <c:numCache>
                <c:formatCode>General</c:formatCode>
                <c:ptCount val="117"/>
                <c:pt idx="3">
                  <c:v>5.56</c:v>
                </c:pt>
                <c:pt idx="23">
                  <c:v>2.41</c:v>
                </c:pt>
                <c:pt idx="77">
                  <c:v>0.69</c:v>
                </c:pt>
                <c:pt idx="78">
                  <c:v>1.1</c:v>
                </c:pt>
                <c:pt idx="87">
                  <c:v>0.4</c:v>
                </c:pt>
                <c:pt idx="93">
                  <c:v>0.26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Sheet1!$A$2:$A$118</c:f>
              <c:strCache>
                <c:ptCount val="117"/>
                <c:pt idx="0">
                  <c:v>Feb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Apr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Jun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Sep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Nov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Jan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Apr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Jun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Aug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Oct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Jan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Mar '23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</c:strCache>
            </c:strRef>
          </c:cat>
          <c:val>
            <c:numRef>
              <c:f>Sheet1!$D$2:$D$118</c:f>
              <c:numCache>
                <c:formatCode>General</c:formatCode>
                <c:ptCount val="117"/>
                <c:pt idx="28">
                  <c:v>2.46</c:v>
                </c:pt>
                <c:pt idx="46">
                  <c:v>1.74</c:v>
                </c:pt>
                <c:pt idx="73">
                  <c:v>0.64</c:v>
                </c:pt>
                <c:pt idx="99">
                  <c:v>0.22</c:v>
                </c:pt>
                <c:pt idx="100">
                  <c:v>0.27</c:v>
                </c:pt>
                <c:pt idx="109">
                  <c:v>0.44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Sheet1!$A$2:$A$118</c:f>
              <c:strCache>
                <c:ptCount val="117"/>
                <c:pt idx="0">
                  <c:v>Feb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Apr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Jun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Sep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Nov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Jan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Apr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Jun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Aug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Oct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Jan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Mar '23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</c:strCache>
            </c:strRef>
          </c:cat>
          <c:val>
            <c:numRef>
              <c:f>Sheet1!$E$2:$E$118</c:f>
              <c:numCache>
                <c:formatCode>General</c:formatCode>
                <c:ptCount val="117"/>
                <c:pt idx="104">
                  <c:v>0.44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CHEMBIO DIAGNOSTICS, INC.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CEMI  ·  acquired by Biosynex 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$0.45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105%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59%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57%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Jan 31, 2023   ·   Closed Apr 27, 2023   ·   Status: completed   ·   Pre-ann. volume 1.91×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CHEMBIO DIAGNOSTICS, INC.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CHEMBIO DIAGNOSTICS, INC.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818889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904489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92977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0509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439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1355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57132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7781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8824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6402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87839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5840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Sep 2019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Apr 2023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03, 2019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Chembio enters into a $20 million Credit Agreement with…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16, 2020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FDA revokes the Emergency Use Authorization (EUA) for…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05, 2022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Nasdaq notifies Chembio of non-compliance with the $1.00…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22, 2022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authorizes Craig-Hallum to begin a strategic sales…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25, 2022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Chembio and Biosynex enter into a Confidentiality and…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07, 2022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Chembio files a registration statement for a proposed $17…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08, 2022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Chembio enters into a non-binding term sheet with 'Party A'…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16, 2022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Chembio executes a non-binding term sheet with Biosynex for…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31, 2023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is signed and announced at $0.45 per share.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14, 2023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26, 2023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50.93% of shares tendered.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27, 2023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Chembio becomes a wholly-owned subsidiary…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12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CHEMBIO DIAGNOSTICS,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14 unexplained pre-announcement move weeks (of 16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2022-08-05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+59%  ($0.69→$1.1)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179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2021-12-31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-34%  ($1.74→$1.14)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396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2023-01-13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+33%  ($0.27→$0.36)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18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2022-07-08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+31%  ($0.64→$0.83)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207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2021-07-23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+27%  ($2.41→$3.06)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557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2022-10-14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-25%  ($0.4→$0.3)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109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2023-01-06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+24%  ($0.22→$0.27)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25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2021-03-05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-23%  ($5.56→$4.28)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697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CHEMBIO DIAGNOSTICS,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2022-03-03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Chembio Diagnostics Reports Fourth Quarter and Full Year 2021 Financial 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2022-04-21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Chembio Diagnostics to Report First Quarter 2022 Financial Results on May 5, 2022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2022-05-05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Chembio Diagnostics Reports First Quarter 2022 Financial Results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2022-07-21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Chembio Diagnostics to Report Second Quarter 2022 Financial Results on August 4, 2022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2022-08-04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Chembio Diagnostics Reports Second Quarter 2022 Financial Results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2022-10-20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Chembio Diagnostics to Report Third Quarter 2022 Financial Results on November 3, 2022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2022-11-03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Chembio Diagnostics Reports Third Quarter 2022 Financial Results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2022-11-28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Chembio Announces FDA CLIA Waiver Submission for DPP HIV-Syphilis System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2023-01-31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Chembio Diagnostics and Biosynex SA Announce Definitive Merger Agreement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