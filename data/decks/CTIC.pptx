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May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'23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2.18</c:v>
                </c:pt>
                <c:pt idx="1">
                  <c:v>2.54</c:v>
                </c:pt>
                <c:pt idx="2">
                  <c:v>2.39</c:v>
                </c:pt>
                <c:pt idx="3">
                  <c:v>2.31</c:v>
                </c:pt>
                <c:pt idx="4">
                  <c:v>2.52</c:v>
                </c:pt>
                <c:pt idx="5">
                  <c:v>2.31</c:v>
                </c:pt>
                <c:pt idx="6">
                  <c:v>2.34</c:v>
                </c:pt>
                <c:pt idx="7">
                  <c:v>2.6</c:v>
                </c:pt>
                <c:pt idx="8">
                  <c:v>2.38</c:v>
                </c:pt>
                <c:pt idx="9">
                  <c:v>2.25</c:v>
                </c:pt>
                <c:pt idx="10">
                  <c:v>2.41</c:v>
                </c:pt>
                <c:pt idx="11">
                  <c:v>2.37</c:v>
                </c:pt>
                <c:pt idx="12">
                  <c:v>2.8</c:v>
                </c:pt>
                <c:pt idx="13">
                  <c:v>2.7</c:v>
                </c:pt>
                <c:pt idx="14">
                  <c:v>2.6</c:v>
                </c:pt>
                <c:pt idx="15">
                  <c:v>2.85</c:v>
                </c:pt>
                <c:pt idx="16">
                  <c:v>3.09</c:v>
                </c:pt>
                <c:pt idx="17">
                  <c:v>3.18</c:v>
                </c:pt>
                <c:pt idx="18">
                  <c:v>3.05</c:v>
                </c:pt>
                <c:pt idx="19">
                  <c:v>3.04</c:v>
                </c:pt>
                <c:pt idx="20">
                  <c:v>2.86</c:v>
                </c:pt>
                <c:pt idx="21">
                  <c:v>2.68</c:v>
                </c:pt>
                <c:pt idx="22">
                  <c:v>2.76</c:v>
                </c:pt>
                <c:pt idx="23">
                  <c:v>2.67</c:v>
                </c:pt>
                <c:pt idx="24">
                  <c:v>2.59</c:v>
                </c:pt>
                <c:pt idx="25">
                  <c:v>2.79</c:v>
                </c:pt>
                <c:pt idx="26">
                  <c:v>2.67</c:v>
                </c:pt>
                <c:pt idx="27">
                  <c:v>2.48</c:v>
                </c:pt>
                <c:pt idx="28">
                  <c:v>2.48</c:v>
                </c:pt>
                <c:pt idx="29">
                  <c:v>1.61</c:v>
                </c:pt>
                <c:pt idx="30">
                  <c:v>1.89</c:v>
                </c:pt>
                <c:pt idx="31">
                  <c:v>2.26</c:v>
                </c:pt>
                <c:pt idx="32">
                  <c:v>2.42</c:v>
                </c:pt>
                <c:pt idx="33">
                  <c:v>2.48</c:v>
                </c:pt>
                <c:pt idx="34">
                  <c:v>2.25</c:v>
                </c:pt>
                <c:pt idx="35">
                  <c:v>2.22</c:v>
                </c:pt>
                <c:pt idx="36">
                  <c:v>2.21</c:v>
                </c:pt>
                <c:pt idx="37">
                  <c:v>1.98</c:v>
                </c:pt>
                <c:pt idx="38">
                  <c:v>2.03</c:v>
                </c:pt>
                <c:pt idx="39">
                  <c:v>2.05</c:v>
                </c:pt>
                <c:pt idx="40">
                  <c:v>2.22</c:v>
                </c:pt>
                <c:pt idx="41">
                  <c:v>2.37</c:v>
                </c:pt>
                <c:pt idx="42">
                  <c:v>3.94</c:v>
                </c:pt>
                <c:pt idx="43">
                  <c:v>4.59</c:v>
                </c:pt>
                <c:pt idx="44">
                  <c:v>4.18</c:v>
                </c:pt>
                <c:pt idx="45">
                  <c:v>5.23</c:v>
                </c:pt>
                <c:pt idx="46">
                  <c:v>4.35</c:v>
                </c:pt>
                <c:pt idx="47">
                  <c:v>4.81</c:v>
                </c:pt>
                <c:pt idx="48">
                  <c:v>4.52</c:v>
                </c:pt>
                <c:pt idx="49">
                  <c:v>4.98</c:v>
                </c:pt>
                <c:pt idx="50">
                  <c:v>5.11</c:v>
                </c:pt>
                <c:pt idx="51">
                  <c:v>4.7</c:v>
                </c:pt>
                <c:pt idx="52">
                  <c:v>4.2</c:v>
                </c:pt>
                <c:pt idx="53">
                  <c:v>4.69</c:v>
                </c:pt>
                <c:pt idx="54">
                  <c:v>5.44</c:v>
                </c:pt>
                <c:pt idx="55">
                  <c:v>5.75</c:v>
                </c:pt>
                <c:pt idx="56">
                  <c:v>5.95</c:v>
                </c:pt>
                <c:pt idx="57">
                  <c:v>6.13</c:v>
                </c:pt>
                <c:pt idx="58">
                  <c:v>5.82</c:v>
                </c:pt>
                <c:pt idx="59">
                  <c:v>6.08</c:v>
                </c:pt>
                <c:pt idx="60">
                  <c:v>7.01</c:v>
                </c:pt>
                <c:pt idx="61">
                  <c:v>6.57</c:v>
                </c:pt>
                <c:pt idx="62">
                  <c:v>5.91</c:v>
                </c:pt>
                <c:pt idx="63">
                  <c:v>6.54</c:v>
                </c:pt>
                <c:pt idx="64">
                  <c:v>7.43</c:v>
                </c:pt>
                <c:pt idx="65">
                  <c:v>5.79</c:v>
                </c:pt>
                <c:pt idx="66">
                  <c:v>5.7</c:v>
                </c:pt>
                <c:pt idx="67">
                  <c:v>6.41</c:v>
                </c:pt>
                <c:pt idx="68">
                  <c:v>6.41</c:v>
                </c:pt>
                <c:pt idx="69">
                  <c:v>6.34</c:v>
                </c:pt>
                <c:pt idx="70">
                  <c:v>5.83</c:v>
                </c:pt>
                <c:pt idx="71">
                  <c:v>5.82</c:v>
                </c:pt>
                <c:pt idx="72">
                  <c:v>5.82</c:v>
                </c:pt>
                <c:pt idx="73">
                  <c:v>5.34</c:v>
                </c:pt>
                <c:pt idx="74">
                  <c:v>4.68</c:v>
                </c:pt>
                <c:pt idx="75">
                  <c:v>4.45</c:v>
                </c:pt>
                <c:pt idx="76">
                  <c:v>4.96</c:v>
                </c:pt>
                <c:pt idx="77">
                  <c:v>5.34</c:v>
                </c:pt>
                <c:pt idx="78">
                  <c:v>5.94</c:v>
                </c:pt>
                <c:pt idx="79">
                  <c:v>5.9</c:v>
                </c:pt>
                <c:pt idx="80">
                  <c:v>5.79</c:v>
                </c:pt>
                <c:pt idx="81">
                  <c:v>5.99</c:v>
                </c:pt>
                <c:pt idx="82">
                  <c:v>5.48</c:v>
                </c:pt>
                <c:pt idx="83">
                  <c:v>5.71</c:v>
                </c:pt>
                <c:pt idx="84">
                  <c:v>5.63</c:v>
                </c:pt>
                <c:pt idx="85">
                  <c:v>6.01</c:v>
                </c:pt>
                <c:pt idx="86">
                  <c:v>5.41</c:v>
                </c:pt>
                <c:pt idx="87">
                  <c:v>5.81</c:v>
                </c:pt>
                <c:pt idx="88">
                  <c:v>5.81</c:v>
                </c:pt>
                <c:pt idx="89">
                  <c:v>5.72</c:v>
                </c:pt>
                <c:pt idx="90">
                  <c:v>5.63</c:v>
                </c:pt>
                <c:pt idx="91">
                  <c:v>5.29</c:v>
                </c:pt>
                <c:pt idx="92">
                  <c:v>5.49</c:v>
                </c:pt>
                <c:pt idx="93">
                  <c:v>5.44</c:v>
                </c:pt>
                <c:pt idx="94">
                  <c:v>5.38</c:v>
                </c:pt>
                <c:pt idx="95">
                  <c:v>4.45</c:v>
                </c:pt>
                <c:pt idx="96">
                  <c:v>4.34</c:v>
                </c:pt>
                <c:pt idx="97">
                  <c:v>4.3</c:v>
                </c:pt>
                <c:pt idx="98">
                  <c:v>4.2</c:v>
                </c:pt>
                <c:pt idx="99">
                  <c:v>4.23</c:v>
                </c:pt>
                <c:pt idx="100">
                  <c:v>4.26</c:v>
                </c:pt>
                <c:pt idx="101">
                  <c:v>5.3</c:v>
                </c:pt>
                <c:pt idx="102">
                  <c:v>4.86</c:v>
                </c:pt>
                <c:pt idx="103">
                  <c:v>4.9</c:v>
                </c:pt>
                <c:pt idx="104">
                  <c:v>8.96</c:v>
                </c:pt>
                <c:pt idx="105">
                  <c:v>8.94</c:v>
                </c:pt>
                <c:pt idx="106">
                  <c:v>9.05</c:v>
                </c:pt>
                <c:pt idx="107">
                  <c:v>9.05</c:v>
                </c:pt>
                <c:pt idx="108">
                  <c:v>9.05</c:v>
                </c:pt>
                <c:pt idx="109">
                  <c:v>9.07</c:v>
                </c:pt>
                <c:pt idx="110">
                  <c:v>9.09</c:v>
                </c:pt>
                <c:pt idx="111">
                  <c:v>9.09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'23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28">
                  <c:v>2.48</c:v>
                </c:pt>
                <c:pt idx="41">
                  <c:v>2.37</c:v>
                </c:pt>
                <c:pt idx="44">
                  <c:v>4.18</c:v>
                </c:pt>
                <c:pt idx="64">
                  <c:v>7.43</c:v>
                </c:pt>
                <c:pt idx="100">
                  <c:v>4.26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'23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04">
                  <c:v>8.96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CTI BIOPHARMA CORP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CTIC  ·  acquired by Swedish Orphan Biovitrum AB (publ)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$9.1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10, 2023   ·   Closed Jun 26, 2023   ·   Status: completed   ·   Pre-ann. volume 1.01×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CTI BIOPHARMA CORP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CTI BIOPHARMA CORP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5079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3639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365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174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213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829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560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971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753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907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433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9592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8443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88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contacts CTI CEO Adam Craig to request a meeting.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CTI management meets in person with Company A in Seattle.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Health Partners introduces CTI CEO to Sobi's Head of…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03,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CTI and Sobi enter into a mutual confidentiality agreement.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27,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Sobi CEO Guido Oelkers expresses interest in a global…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Sobi submits a non-binding proposal to acquire CTI for…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21,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provides a verbal indication of interest at $8.50…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Sobi revises proposal to $8.80 per share with an…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08, 2023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submits a 'best and final' proposal of $8.75 per…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Sobi submits a final proposal of $9.10 per share; CTI Board…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10,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Sobi commences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83.8% of shares validly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26, 2023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is completed, and CTI becomes a wholly owned…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CTI BIOPHARMA CORP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+66%  ($2.37→$3.94)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432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-35%  ($2.48→$1.61)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($4.18→$5.23)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2023-04-21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($4.26→$5.3)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19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($7.43→$5.79)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CTI BIOPHARMA CORP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2022-09-21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CTI BioPharma Announces Presentation of New Anemia Benefit Data from Pacritinib Program at the Society of…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2022-10-27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CTI BioPharma to Report Third Quarter 2022 Financial Results on November 7, 2022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CTI BioPharma Reports Third Quarter 2022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CTI BioPharma Presents New Anemia Benefit Data from Pacritinib Program at the 2022 American Society of…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CTI BioPharma To Report Fourth Quarter and Full Year 2022 Financial Results and Provide Corporate Update on…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CTI BioPharma Reports Fourth Quarter and Full Year 2022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CTI BioPharma To Report First Quarter 2023 Financial Results and Provide Corporate Update on Thursday, May…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European Swedish Orphan Biovitrum To Acquire CTI BioPharma For $1.7B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M&amp;amp;A Class Action Firm Continues Investigating the Merger – MMP, CTIC, HMPT, AMED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