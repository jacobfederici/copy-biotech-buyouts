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Sheet1!$A$2:$A$113</c:f>
              <c:strCache>
                <c:ptCount val="112"/>
                <c:pt idx="0">
                  <c:v>Sep '14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Nov '14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Jan '15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'15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'15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Aug '15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'15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'16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Mar '16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'16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'16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Oct '16</c:v>
                </c:pt>
                <c:pt idx="111">
                  <c:v/>
                </c:pt>
              </c:strCache>
            </c:strRef>
          </c:cat>
          <c:val>
            <c:numRef>
              <c:f>Sheet1!$B$2:$B$113</c:f>
              <c:numCache>
                <c:formatCode>General</c:formatCode>
                <c:ptCount val="112"/>
                <c:pt idx="0">
                  <c:v>11.14</c:v>
                </c:pt>
                <c:pt idx="1">
                  <c:v>10.44</c:v>
                </c:pt>
                <c:pt idx="2">
                  <c:v>10.94</c:v>
                </c:pt>
                <c:pt idx="3">
                  <c:v>10.43</c:v>
                </c:pt>
                <c:pt idx="4">
                  <c:v>9.84</c:v>
                </c:pt>
                <c:pt idx="5">
                  <c:v>10.7</c:v>
                </c:pt>
                <c:pt idx="6">
                  <c:v>10.98</c:v>
                </c:pt>
                <c:pt idx="7">
                  <c:v>9.61</c:v>
                </c:pt>
                <c:pt idx="8">
                  <c:v>10.15</c:v>
                </c:pt>
                <c:pt idx="9">
                  <c:v>9.88</c:v>
                </c:pt>
                <c:pt idx="10">
                  <c:v>9.95</c:v>
                </c:pt>
                <c:pt idx="11">
                  <c:v>9.62</c:v>
                </c:pt>
                <c:pt idx="12">
                  <c:v>9.05</c:v>
                </c:pt>
                <c:pt idx="13">
                  <c:v>8.45</c:v>
                </c:pt>
                <c:pt idx="14">
                  <c:v>9.12</c:v>
                </c:pt>
                <c:pt idx="15">
                  <c:v>9.63</c:v>
                </c:pt>
                <c:pt idx="16">
                  <c:v>10.4</c:v>
                </c:pt>
                <c:pt idx="17">
                  <c:v>10.65</c:v>
                </c:pt>
                <c:pt idx="18">
                  <c:v>9.99</c:v>
                </c:pt>
                <c:pt idx="19">
                  <c:v>9.29</c:v>
                </c:pt>
                <c:pt idx="20">
                  <c:v>9.04</c:v>
                </c:pt>
                <c:pt idx="21">
                  <c:v>9.36</c:v>
                </c:pt>
                <c:pt idx="22">
                  <c:v>9.05</c:v>
                </c:pt>
                <c:pt idx="23">
                  <c:v>9.89</c:v>
                </c:pt>
                <c:pt idx="24">
                  <c:v>9.27</c:v>
                </c:pt>
                <c:pt idx="25">
                  <c:v>10.86</c:v>
                </c:pt>
                <c:pt idx="26">
                  <c:v>11.88</c:v>
                </c:pt>
                <c:pt idx="27">
                  <c:v>11.86</c:v>
                </c:pt>
                <c:pt idx="28">
                  <c:v>11.97</c:v>
                </c:pt>
                <c:pt idx="29">
                  <c:v>10.48</c:v>
                </c:pt>
                <c:pt idx="30">
                  <c:v>10.58</c:v>
                </c:pt>
                <c:pt idx="31">
                  <c:v>10.97</c:v>
                </c:pt>
                <c:pt idx="32">
                  <c:v>10.81</c:v>
                </c:pt>
                <c:pt idx="33">
                  <c:v>9.65</c:v>
                </c:pt>
                <c:pt idx="34">
                  <c:v>10.48</c:v>
                </c:pt>
                <c:pt idx="35">
                  <c:v>11.31</c:v>
                </c:pt>
                <c:pt idx="36">
                  <c:v>11.83</c:v>
                </c:pt>
                <c:pt idx="37">
                  <c:v>12.31</c:v>
                </c:pt>
                <c:pt idx="38">
                  <c:v>13.5</c:v>
                </c:pt>
                <c:pt idx="39">
                  <c:v>14.34</c:v>
                </c:pt>
                <c:pt idx="40">
                  <c:v>15.66</c:v>
                </c:pt>
                <c:pt idx="41">
                  <c:v>16.0</c:v>
                </c:pt>
                <c:pt idx="42">
                  <c:v>15.79</c:v>
                </c:pt>
                <c:pt idx="43">
                  <c:v>14.51</c:v>
                </c:pt>
                <c:pt idx="44">
                  <c:v>15.39</c:v>
                </c:pt>
                <c:pt idx="45">
                  <c:v>14.49</c:v>
                </c:pt>
                <c:pt idx="46">
                  <c:v>14.24</c:v>
                </c:pt>
                <c:pt idx="47">
                  <c:v>13.94</c:v>
                </c:pt>
                <c:pt idx="48">
                  <c:v>13.24</c:v>
                </c:pt>
                <c:pt idx="49">
                  <c:v>12.72</c:v>
                </c:pt>
                <c:pt idx="50">
                  <c:v>12.83</c:v>
                </c:pt>
                <c:pt idx="51">
                  <c:v>12.75</c:v>
                </c:pt>
                <c:pt idx="52">
                  <c:v>12.03</c:v>
                </c:pt>
                <c:pt idx="53">
                  <c:v>7.01</c:v>
                </c:pt>
                <c:pt idx="54">
                  <c:v>5.93</c:v>
                </c:pt>
                <c:pt idx="55">
                  <c:v>6.01</c:v>
                </c:pt>
                <c:pt idx="56">
                  <c:v>5.99</c:v>
                </c:pt>
                <c:pt idx="57">
                  <c:v>5.89</c:v>
                </c:pt>
                <c:pt idx="58">
                  <c:v>5.61</c:v>
                </c:pt>
                <c:pt idx="59">
                  <c:v>5.45</c:v>
                </c:pt>
                <c:pt idx="60">
                  <c:v>6.93</c:v>
                </c:pt>
                <c:pt idx="61">
                  <c:v>6.09</c:v>
                </c:pt>
                <c:pt idx="62">
                  <c:v>6.39</c:v>
                </c:pt>
                <c:pt idx="63">
                  <c:v>6.65</c:v>
                </c:pt>
                <c:pt idx="64">
                  <c:v>6.06</c:v>
                </c:pt>
                <c:pt idx="65">
                  <c:v>4.54</c:v>
                </c:pt>
                <c:pt idx="66">
                  <c:v>5.12</c:v>
                </c:pt>
                <c:pt idx="67">
                  <c:v>5.35</c:v>
                </c:pt>
                <c:pt idx="68">
                  <c:v>5.2</c:v>
                </c:pt>
                <c:pt idx="69">
                  <c:v>4.07</c:v>
                </c:pt>
                <c:pt idx="70">
                  <c:v>3.73</c:v>
                </c:pt>
                <c:pt idx="71">
                  <c:v>3.45</c:v>
                </c:pt>
                <c:pt idx="72">
                  <c:v>4.1</c:v>
                </c:pt>
                <c:pt idx="73">
                  <c:v>3.89</c:v>
                </c:pt>
                <c:pt idx="74">
                  <c:v>3.99</c:v>
                </c:pt>
                <c:pt idx="75">
                  <c:v>3.96</c:v>
                </c:pt>
                <c:pt idx="76">
                  <c:v>3.69</c:v>
                </c:pt>
                <c:pt idx="77">
                  <c:v>4.02</c:v>
                </c:pt>
                <c:pt idx="78">
                  <c:v>4.17</c:v>
                </c:pt>
                <c:pt idx="79">
                  <c:v>4.16</c:v>
                </c:pt>
                <c:pt idx="80">
                  <c:v>4.44</c:v>
                </c:pt>
                <c:pt idx="81">
                  <c:v>4.51</c:v>
                </c:pt>
                <c:pt idx="82">
                  <c:v>5.44</c:v>
                </c:pt>
                <c:pt idx="83">
                  <c:v>5.64</c:v>
                </c:pt>
                <c:pt idx="84">
                  <c:v>5.47</c:v>
                </c:pt>
                <c:pt idx="85">
                  <c:v>4.91</c:v>
                </c:pt>
                <c:pt idx="86">
                  <c:v>4.35</c:v>
                </c:pt>
                <c:pt idx="87">
                  <c:v>4.25</c:v>
                </c:pt>
                <c:pt idx="88">
                  <c:v>5.2</c:v>
                </c:pt>
                <c:pt idx="89">
                  <c:v>5.38</c:v>
                </c:pt>
                <c:pt idx="90">
                  <c:v>5.58</c:v>
                </c:pt>
                <c:pt idx="91">
                  <c:v>5.4</c:v>
                </c:pt>
                <c:pt idx="92">
                  <c:v>5.25</c:v>
                </c:pt>
                <c:pt idx="93">
                  <c:v>5.21</c:v>
                </c:pt>
                <c:pt idx="94">
                  <c:v>5.6</c:v>
                </c:pt>
                <c:pt idx="95">
                  <c:v>5.94</c:v>
                </c:pt>
                <c:pt idx="96">
                  <c:v>6.02</c:v>
                </c:pt>
                <c:pt idx="97">
                  <c:v>6.06</c:v>
                </c:pt>
                <c:pt idx="98">
                  <c:v>5.89</c:v>
                </c:pt>
                <c:pt idx="99">
                  <c:v>6.89</c:v>
                </c:pt>
                <c:pt idx="100">
                  <c:v>6.78</c:v>
                </c:pt>
                <c:pt idx="101">
                  <c:v>7.17</c:v>
                </c:pt>
                <c:pt idx="102">
                  <c:v>7.27</c:v>
                </c:pt>
                <c:pt idx="103">
                  <c:v>7.28</c:v>
                </c:pt>
                <c:pt idx="104">
                  <c:v>7.45</c:v>
                </c:pt>
                <c:pt idx="105">
                  <c:v>8.99</c:v>
                </c:pt>
                <c:pt idx="106">
                  <c:v>9.0</c:v>
                </c:pt>
                <c:pt idx="107">
                  <c:v>8.97</c:v>
                </c:pt>
                <c:pt idx="108">
                  <c:v>8.99</c:v>
                </c:pt>
                <c:pt idx="109">
                  <c:v>8.98</c:v>
                </c:pt>
                <c:pt idx="110">
                  <c:v>9.0</c:v>
                </c:pt>
                <c:pt idx="111">
                  <c:v>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Sep '14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Nov '14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Jan '15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'15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'15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Aug '15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'15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'16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Mar '16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'16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'16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Oct '16</c:v>
                </c:pt>
                <c:pt idx="111">
                  <c:v/>
                </c:pt>
              </c:strCache>
            </c:strRef>
          </c:cat>
          <c:val>
            <c:numRef>
              <c:f>Sheet1!$C$2:$C$113</c:f>
              <c:numCache>
                <c:formatCode>General</c:formatCode>
                <c:ptCount val="112"/>
                <c:pt idx="52">
                  <c:v>12.03</c:v>
                </c:pt>
                <c:pt idx="59">
                  <c:v>5.45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Sep '14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Nov '14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Jan '15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Apr '15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Jun '15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Aug '15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Nov '15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Jan '16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Mar '16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Jun '16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Aug '16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Oct '16</c:v>
                </c:pt>
                <c:pt idx="111">
                  <c:v/>
                </c:pt>
              </c:strCache>
            </c:strRef>
          </c:cat>
          <c:val>
            <c:numRef>
              <c:f>Sheet1!$D$2:$D$113</c:f>
              <c:numCache>
                <c:formatCode>General</c:formatCode>
                <c:ptCount val="112"/>
                <c:pt idx="105">
                  <c:v>8.99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Raptor Pharmaceutical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RPTP  ·  acquired by Horizon Pharma plc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33%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Sep 12, 2016   ·   Closed Oct 25, 2016   ·   Status: completed   ·   Pre-ann. volume 2.42×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Raptor Pharmaceutical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Raptor Pharmaceutical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27432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2798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1352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Sep 2016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Oct 2016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12, 2016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Raptor Pharmaceutical Board of Directors enters into…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12, 2016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Horizon Pharma announces acquisition of Raptor…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26, 2016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Raptor files Schedule 14D-9 (accession…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24, 2016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expires; 71,590,496 shares tendered (83% of…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25, 2016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All tender offer conditions satisfied; merger becomes…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5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Raptor Pharmaceutical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0 unexplained pre-announcement move weeks (of 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Raptor Pharmaceutical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2015-09-14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Raptor Pharmaceutical Provides Topline Results From Phase 2b CyNCh Study Evaluating RP103 in Pediatric…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2015-11-05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Raptor Pharmaceutical Corp. Reports Third Quarter 2015 Financial Results and Provides Corporate Update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2016-01-25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Four New Patents Issued, PROCYSBI® Granted Additional U.S. Orphan Exclusivity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2016-02-25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Raptor Pharmaceutical Corp. Reports Fourth Quarter and Full Year 2015 Financial Results and Provides 2016…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2016-03-21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Raptor's PROCYSBI® New Drug Submission Accepted by Health Canada with Priority Review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2016-05-05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Raptor Pharmaceutical Corp. Reports First Quarter 2016 Financial Results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2016-06-10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Raptor Pharmaceutical Announces Presentation of New Data Analyses from a Phase 3 Study of QUINSAIR™ at the…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2016-08-04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Raptor Pharmaceutical Corp. Reports Second Quarter 2016 Financial Results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2016-09-07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Raptor Pharmaceutical Presents Results from Meta-Analysis Demonstrating Efficacy of QUINSAIR™ Comparable to…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