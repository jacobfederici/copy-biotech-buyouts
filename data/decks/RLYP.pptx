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Jul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'16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23.49</c:v>
                </c:pt>
                <c:pt idx="1">
                  <c:v>22.71</c:v>
                </c:pt>
                <c:pt idx="2">
                  <c:v>27.25</c:v>
                </c:pt>
                <c:pt idx="3">
                  <c:v>26.99</c:v>
                </c:pt>
                <c:pt idx="4">
                  <c:v>25.65</c:v>
                </c:pt>
                <c:pt idx="5">
                  <c:v>25.28</c:v>
                </c:pt>
                <c:pt idx="6">
                  <c:v>23.06</c:v>
                </c:pt>
                <c:pt idx="7">
                  <c:v>25.92</c:v>
                </c:pt>
                <c:pt idx="8">
                  <c:v>22.56</c:v>
                </c:pt>
                <c:pt idx="9">
                  <c:v>20.77</c:v>
                </c:pt>
                <c:pt idx="10">
                  <c:v>20.75</c:v>
                </c:pt>
                <c:pt idx="11">
                  <c:v>19.46</c:v>
                </c:pt>
                <c:pt idx="12">
                  <c:v>18.72</c:v>
                </c:pt>
                <c:pt idx="13">
                  <c:v>19.29</c:v>
                </c:pt>
                <c:pt idx="14">
                  <c:v>20.57</c:v>
                </c:pt>
                <c:pt idx="15">
                  <c:v>20.25</c:v>
                </c:pt>
                <c:pt idx="16">
                  <c:v>19.67</c:v>
                </c:pt>
                <c:pt idx="17">
                  <c:v>23.71</c:v>
                </c:pt>
                <c:pt idx="18">
                  <c:v>24.89</c:v>
                </c:pt>
                <c:pt idx="19">
                  <c:v>27.28</c:v>
                </c:pt>
                <c:pt idx="20">
                  <c:v>32.45</c:v>
                </c:pt>
                <c:pt idx="21">
                  <c:v>32.03</c:v>
                </c:pt>
                <c:pt idx="22">
                  <c:v>30.76</c:v>
                </c:pt>
                <c:pt idx="23">
                  <c:v>30.8</c:v>
                </c:pt>
                <c:pt idx="24">
                  <c:v>32.73</c:v>
                </c:pt>
                <c:pt idx="25">
                  <c:v>33.4</c:v>
                </c:pt>
                <c:pt idx="26">
                  <c:v>36.81</c:v>
                </c:pt>
                <c:pt idx="27">
                  <c:v>35.13</c:v>
                </c:pt>
                <c:pt idx="28">
                  <c:v>32.72</c:v>
                </c:pt>
                <c:pt idx="29">
                  <c:v>33.98</c:v>
                </c:pt>
                <c:pt idx="30">
                  <c:v>35.25</c:v>
                </c:pt>
                <c:pt idx="31">
                  <c:v>38.8</c:v>
                </c:pt>
                <c:pt idx="32">
                  <c:v>40.16</c:v>
                </c:pt>
                <c:pt idx="33">
                  <c:v>40.37</c:v>
                </c:pt>
                <c:pt idx="34">
                  <c:v>40.04</c:v>
                </c:pt>
                <c:pt idx="35">
                  <c:v>34.11</c:v>
                </c:pt>
                <c:pt idx="36">
                  <c:v>34.45</c:v>
                </c:pt>
                <c:pt idx="37">
                  <c:v>35.43</c:v>
                </c:pt>
                <c:pt idx="38">
                  <c:v>35.21</c:v>
                </c:pt>
                <c:pt idx="39">
                  <c:v>34.83</c:v>
                </c:pt>
                <c:pt idx="40">
                  <c:v>30.31</c:v>
                </c:pt>
                <c:pt idx="41">
                  <c:v>34.54</c:v>
                </c:pt>
                <c:pt idx="42">
                  <c:v>35.49</c:v>
                </c:pt>
                <c:pt idx="43">
                  <c:v>34.2</c:v>
                </c:pt>
                <c:pt idx="44">
                  <c:v>36.79</c:v>
                </c:pt>
                <c:pt idx="45">
                  <c:v>36.5</c:v>
                </c:pt>
                <c:pt idx="46">
                  <c:v>33.84</c:v>
                </c:pt>
                <c:pt idx="47">
                  <c:v>34.09</c:v>
                </c:pt>
                <c:pt idx="48">
                  <c:v>32.61</c:v>
                </c:pt>
                <c:pt idx="49">
                  <c:v>32.57</c:v>
                </c:pt>
                <c:pt idx="50">
                  <c:v>31.21</c:v>
                </c:pt>
                <c:pt idx="51">
                  <c:v>34.68</c:v>
                </c:pt>
                <c:pt idx="52">
                  <c:v>34.03</c:v>
                </c:pt>
                <c:pt idx="53">
                  <c:v>33.11</c:v>
                </c:pt>
                <c:pt idx="54">
                  <c:v>29.88</c:v>
                </c:pt>
                <c:pt idx="55">
                  <c:v>24.89</c:v>
                </c:pt>
                <c:pt idx="56">
                  <c:v>23.75</c:v>
                </c:pt>
                <c:pt idx="57">
                  <c:v>24.44</c:v>
                </c:pt>
                <c:pt idx="58">
                  <c:v>23.44</c:v>
                </c:pt>
                <c:pt idx="59">
                  <c:v>24.93</c:v>
                </c:pt>
                <c:pt idx="60">
                  <c:v>23.94</c:v>
                </c:pt>
                <c:pt idx="61">
                  <c:v>20.4</c:v>
                </c:pt>
                <c:pt idx="62">
                  <c:v>18.87</c:v>
                </c:pt>
                <c:pt idx="63">
                  <c:v>18.4</c:v>
                </c:pt>
                <c:pt idx="64">
                  <c:v>18.67</c:v>
                </c:pt>
                <c:pt idx="65">
                  <c:v>13.8</c:v>
                </c:pt>
                <c:pt idx="66">
                  <c:v>15.99</c:v>
                </c:pt>
                <c:pt idx="67">
                  <c:v>18.87</c:v>
                </c:pt>
                <c:pt idx="68">
                  <c:v>18.96</c:v>
                </c:pt>
                <c:pt idx="69">
                  <c:v>20.32</c:v>
                </c:pt>
                <c:pt idx="70">
                  <c:v>23.97</c:v>
                </c:pt>
                <c:pt idx="71">
                  <c:v>29.14</c:v>
                </c:pt>
                <c:pt idx="72">
                  <c:v>26.94</c:v>
                </c:pt>
                <c:pt idx="73">
                  <c:v>27.92</c:v>
                </c:pt>
                <c:pt idx="74">
                  <c:v>28.89</c:v>
                </c:pt>
                <c:pt idx="75">
                  <c:v>28.34</c:v>
                </c:pt>
                <c:pt idx="76">
                  <c:v>21.26</c:v>
                </c:pt>
                <c:pt idx="77">
                  <c:v>19.44</c:v>
                </c:pt>
                <c:pt idx="78">
                  <c:v>19.61</c:v>
                </c:pt>
                <c:pt idx="79">
                  <c:v>18.84</c:v>
                </c:pt>
                <c:pt idx="80">
                  <c:v>18.07</c:v>
                </c:pt>
                <c:pt idx="81">
                  <c:v>17.48</c:v>
                </c:pt>
                <c:pt idx="82">
                  <c:v>18.4</c:v>
                </c:pt>
                <c:pt idx="83">
                  <c:v>14.6</c:v>
                </c:pt>
                <c:pt idx="84">
                  <c:v>13.87</c:v>
                </c:pt>
                <c:pt idx="85">
                  <c:v>13.73</c:v>
                </c:pt>
                <c:pt idx="86">
                  <c:v>13.46</c:v>
                </c:pt>
                <c:pt idx="87">
                  <c:v>13.24</c:v>
                </c:pt>
                <c:pt idx="88">
                  <c:v>13.3</c:v>
                </c:pt>
                <c:pt idx="89">
                  <c:v>22.48</c:v>
                </c:pt>
                <c:pt idx="90">
                  <c:v>18.56</c:v>
                </c:pt>
                <c:pt idx="91">
                  <c:v>19.24</c:v>
                </c:pt>
                <c:pt idx="92">
                  <c:v>18.1</c:v>
                </c:pt>
                <c:pt idx="93">
                  <c:v>13.51</c:v>
                </c:pt>
                <c:pt idx="94">
                  <c:v>14.24</c:v>
                </c:pt>
                <c:pt idx="95">
                  <c:v>14.96</c:v>
                </c:pt>
                <c:pt idx="96">
                  <c:v>18.06</c:v>
                </c:pt>
                <c:pt idx="97">
                  <c:v>19.96</c:v>
                </c:pt>
                <c:pt idx="98">
                  <c:v>19.34</c:v>
                </c:pt>
                <c:pt idx="99">
                  <c:v>17.9</c:v>
                </c:pt>
                <c:pt idx="100">
                  <c:v>17.43</c:v>
                </c:pt>
                <c:pt idx="101">
                  <c:v>18.49</c:v>
                </c:pt>
                <c:pt idx="102">
                  <c:v>20.17</c:v>
                </c:pt>
                <c:pt idx="103">
                  <c:v>20.67</c:v>
                </c:pt>
                <c:pt idx="104">
                  <c:v>32.07</c:v>
                </c:pt>
                <c:pt idx="105">
                  <c:v>31.94</c:v>
                </c:pt>
                <c:pt idx="106">
                  <c:v>31.93</c:v>
                </c:pt>
                <c:pt idx="107">
                  <c:v>31.95</c:v>
                </c:pt>
                <c:pt idx="108">
                  <c:v>31.96</c:v>
                </c:pt>
                <c:pt idx="109">
                  <c:v>31.97</c:v>
                </c:pt>
                <c:pt idx="110">
                  <c:v>31.99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'16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64">
                  <c:v>18.67</c:v>
                </c:pt>
                <c:pt idx="82">
                  <c:v>18.4</c:v>
                </c:pt>
                <c:pt idx="92">
                  <c:v>18.1</c:v>
                </c:pt>
                <c:pt idx="95">
                  <c:v>14.96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'16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6">
                  <c:v>19.67</c:v>
                </c:pt>
                <c:pt idx="70">
                  <c:v>23.97</c:v>
                </c:pt>
                <c:pt idx="75">
                  <c:v>28.34</c:v>
                </c:pt>
                <c:pt idx="88">
                  <c:v>13.3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'16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32.07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Relypsa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RLYP  ·  acquired by Galenica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21, 2016   ·   Closed Sep 01, 2016   ·   Status: completed   ·   Pre-ann. volume 0.87×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Relypsa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Relypsa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8313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6873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37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165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5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953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235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798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080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233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540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309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694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822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232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154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282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0770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5375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06, 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Relypsa and VFMCRP (a Galenica joint venture) enter into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Relypsa enters into a License Agreement with VFMCRP to…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approves Veltassa (patiromer) for the treatment of…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Reuters reports Relypsa is exploring a sale; Relypsa does…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08, 2016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Galenica contacts Centerview Partners expressing interest…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18, 2016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Relypsa CEO John Orwin meets with VFMCRP CEO Stefan…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08, 2016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Relypsa and Galenica enter into a confidentiality agreement…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18, 2016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Galenica delivers a non-binding written proposal to acquire…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announces FDA CRL for ZS-9, a competitor to…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14, 2016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Galenica submits a revised non-binding proposal of $30.25…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Relypsa Board informs Galenica that $34.00 per share is…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Galenica increases its offer to $32.00 per share in cash.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Relypsa Board authorizes management to proceed with…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05, 2016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informs Centerview it will not pursue an…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20, 2016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Relypsa Board unanimously approves the Merger Agreement at…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commences the tender offer.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31, 2016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accepts shares for payment and completes the…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19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Relypsa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2016-04-08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+69%  ($13.3→$22.48)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2015-10-23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($18.67→$13.8)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2016-05-06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($18.1→$13.51)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2016-01-08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($28.34→$21.26)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2015-12-04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($23.97→$29.14)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230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2016-02-26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($18.4→$14.6)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146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2016-05-27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($14.96→$18.06)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2014-11-21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($19.67→$23.71)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608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Relypsa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2016-02-17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Relypsa to Announce Fourth Quarter and Full Year 2015 Financial Results and Host Conference Call on…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2016-02-24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Relypsa Reports Fourth Quarter and Full Year 2015 Financial Results and Announces Other Corporate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2016-04-21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Relypsa Announces Upcoming Veltassa® Data Presentations  at National Kidney Foundation 2016 Spring Clinical…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2016-04-27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Relypsa to Report First Quarter 2016 Financial Results and Host Conference Call on Wednesday, May 4, 2016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2016-04-28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Data from New Analyses of Studies with Veltassa® Presented at National Kidney Foundation 2016 Spring…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Relypsa Reports First Quarter 2016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Data from New Analyses of Studies with Veltassa® Presented at 53rd European Renal Association Congress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Relypsa Submits Supplemental New Drug Application to FDA Requesting Label Changes for Veltassa Based on…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2016-06-27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Results of Pre-Specified Exploratory Analysis of Phase 3 OPAL-HK Study Evaluating Effects of Veltassa on…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