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Sheet1!$A$2:$A$111</c:f>
              <c:strCache>
                <c:ptCount val="110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Sheet1!$B$2:$B$111</c:f>
              <c:numCache>
                <c:formatCode>General</c:formatCode>
                <c:ptCount val="110"/>
                <c:pt idx="0">
                  <c:v>2.21</c:v>
                </c:pt>
                <c:pt idx="1">
                  <c:v>1.95</c:v>
                </c:pt>
                <c:pt idx="2">
                  <c:v>2.05</c:v>
                </c:pt>
                <c:pt idx="3">
                  <c:v>2.04</c:v>
                </c:pt>
                <c:pt idx="4">
                  <c:v>2.19</c:v>
                </c:pt>
                <c:pt idx="5">
                  <c:v>2.29</c:v>
                </c:pt>
                <c:pt idx="6">
                  <c:v>2.58</c:v>
                </c:pt>
                <c:pt idx="7">
                  <c:v>2.58</c:v>
                </c:pt>
                <c:pt idx="8">
                  <c:v>2.52</c:v>
                </c:pt>
                <c:pt idx="9">
                  <c:v>2.74</c:v>
                </c:pt>
                <c:pt idx="10">
                  <c:v>2.62</c:v>
                </c:pt>
                <c:pt idx="11">
                  <c:v>2.74</c:v>
                </c:pt>
                <c:pt idx="12">
                  <c:v>2.57</c:v>
                </c:pt>
                <c:pt idx="13">
                  <c:v>2.45</c:v>
                </c:pt>
                <c:pt idx="14">
                  <c:v>2.34</c:v>
                </c:pt>
                <c:pt idx="15">
                  <c:v>2.3</c:v>
                </c:pt>
                <c:pt idx="16">
                  <c:v>2.31</c:v>
                </c:pt>
                <c:pt idx="17">
                  <c:v>2.35</c:v>
                </c:pt>
                <c:pt idx="18">
                  <c:v>1.93</c:v>
                </c:pt>
                <c:pt idx="19">
                  <c:v>1.99</c:v>
                </c:pt>
                <c:pt idx="20">
                  <c:v>2.23</c:v>
                </c:pt>
                <c:pt idx="21">
                  <c:v>2.13</c:v>
                </c:pt>
                <c:pt idx="22">
                  <c:v>2.08</c:v>
                </c:pt>
                <c:pt idx="23">
                  <c:v>2.14</c:v>
                </c:pt>
                <c:pt idx="24">
                  <c:v>2.11</c:v>
                </c:pt>
                <c:pt idx="25">
                  <c:v>2.23</c:v>
                </c:pt>
                <c:pt idx="26">
                  <c:v>2.36</c:v>
                </c:pt>
                <c:pt idx="27">
                  <c:v>2.14</c:v>
                </c:pt>
                <c:pt idx="28">
                  <c:v>1.95</c:v>
                </c:pt>
                <c:pt idx="29">
                  <c:v>1.98</c:v>
                </c:pt>
                <c:pt idx="30">
                  <c:v>1.98</c:v>
                </c:pt>
                <c:pt idx="31">
                  <c:v>2.15</c:v>
                </c:pt>
                <c:pt idx="32">
                  <c:v>2.13</c:v>
                </c:pt>
                <c:pt idx="33">
                  <c:v>2.04</c:v>
                </c:pt>
                <c:pt idx="34">
                  <c:v>2.12</c:v>
                </c:pt>
                <c:pt idx="35">
                  <c:v>2.28</c:v>
                </c:pt>
                <c:pt idx="36">
                  <c:v>2.02</c:v>
                </c:pt>
                <c:pt idx="37">
                  <c:v>2.1</c:v>
                </c:pt>
                <c:pt idx="38">
                  <c:v>1.91</c:v>
                </c:pt>
                <c:pt idx="39">
                  <c:v>2.06</c:v>
                </c:pt>
                <c:pt idx="40">
                  <c:v>1.98</c:v>
                </c:pt>
                <c:pt idx="41">
                  <c:v>1.86</c:v>
                </c:pt>
                <c:pt idx="42">
                  <c:v>1.64</c:v>
                </c:pt>
                <c:pt idx="43">
                  <c:v>1.63</c:v>
                </c:pt>
                <c:pt idx="44">
                  <c:v>1.61</c:v>
                </c:pt>
                <c:pt idx="45">
                  <c:v>1.76</c:v>
                </c:pt>
                <c:pt idx="46">
                  <c:v>1.75</c:v>
                </c:pt>
                <c:pt idx="47">
                  <c:v>1.78</c:v>
                </c:pt>
                <c:pt idx="48">
                  <c:v>2.22</c:v>
                </c:pt>
                <c:pt idx="49">
                  <c:v>2.3</c:v>
                </c:pt>
                <c:pt idx="50">
                  <c:v>2.07</c:v>
                </c:pt>
                <c:pt idx="51">
                  <c:v>1.75</c:v>
                </c:pt>
                <c:pt idx="52">
                  <c:v>1.68</c:v>
                </c:pt>
                <c:pt idx="53">
                  <c:v>1.45</c:v>
                </c:pt>
                <c:pt idx="54">
                  <c:v>1.29</c:v>
                </c:pt>
                <c:pt idx="55">
                  <c:v>1.2</c:v>
                </c:pt>
                <c:pt idx="56">
                  <c:v>1.1</c:v>
                </c:pt>
                <c:pt idx="57">
                  <c:v>1.07</c:v>
                </c:pt>
                <c:pt idx="58">
                  <c:v>1.1</c:v>
                </c:pt>
                <c:pt idx="59">
                  <c:v>1.06</c:v>
                </c:pt>
                <c:pt idx="60">
                  <c:v>0.95</c:v>
                </c:pt>
                <c:pt idx="61">
                  <c:v>1.23</c:v>
                </c:pt>
                <c:pt idx="62">
                  <c:v>1.42</c:v>
                </c:pt>
                <c:pt idx="63">
                  <c:v>1.46</c:v>
                </c:pt>
                <c:pt idx="64">
                  <c:v>1.35</c:v>
                </c:pt>
                <c:pt idx="65">
                  <c:v>1.37</c:v>
                </c:pt>
                <c:pt idx="66">
                  <c:v>1.28</c:v>
                </c:pt>
                <c:pt idx="67">
                  <c:v>1.25</c:v>
                </c:pt>
                <c:pt idx="68">
                  <c:v>1.18</c:v>
                </c:pt>
                <c:pt idx="69">
                  <c:v>1.21</c:v>
                </c:pt>
                <c:pt idx="70">
                  <c:v>1.14</c:v>
                </c:pt>
                <c:pt idx="71">
                  <c:v>1.19</c:v>
                </c:pt>
                <c:pt idx="72">
                  <c:v>1.14</c:v>
                </c:pt>
                <c:pt idx="73">
                  <c:v>1.13</c:v>
                </c:pt>
                <c:pt idx="74">
                  <c:v>1.14</c:v>
                </c:pt>
                <c:pt idx="75">
                  <c:v>1.28</c:v>
                </c:pt>
                <c:pt idx="76">
                  <c:v>1.3</c:v>
                </c:pt>
                <c:pt idx="77">
                  <c:v>1.25</c:v>
                </c:pt>
                <c:pt idx="78">
                  <c:v>1.23</c:v>
                </c:pt>
                <c:pt idx="79">
                  <c:v>1.18</c:v>
                </c:pt>
                <c:pt idx="80">
                  <c:v>1.12</c:v>
                </c:pt>
                <c:pt idx="81">
                  <c:v>1.12</c:v>
                </c:pt>
                <c:pt idx="82">
                  <c:v>1.07</c:v>
                </c:pt>
                <c:pt idx="83">
                  <c:v>1.05</c:v>
                </c:pt>
                <c:pt idx="84">
                  <c:v>1.04</c:v>
                </c:pt>
                <c:pt idx="85">
                  <c:v>1.02</c:v>
                </c:pt>
                <c:pt idx="86">
                  <c:v>0.93</c:v>
                </c:pt>
                <c:pt idx="87">
                  <c:v>1.05</c:v>
                </c:pt>
                <c:pt idx="88">
                  <c:v>0.99</c:v>
                </c:pt>
                <c:pt idx="89">
                  <c:v>1.07</c:v>
                </c:pt>
                <c:pt idx="90">
                  <c:v>0.96</c:v>
                </c:pt>
                <c:pt idx="91">
                  <c:v>0.96</c:v>
                </c:pt>
                <c:pt idx="92">
                  <c:v>0.97</c:v>
                </c:pt>
                <c:pt idx="93">
                  <c:v>0.8</c:v>
                </c:pt>
                <c:pt idx="94">
                  <c:v>0.8</c:v>
                </c:pt>
                <c:pt idx="95">
                  <c:v>0.76</c:v>
                </c:pt>
                <c:pt idx="96">
                  <c:v>0.73</c:v>
                </c:pt>
                <c:pt idx="97">
                  <c:v>0.71</c:v>
                </c:pt>
                <c:pt idx="98">
                  <c:v>0.65</c:v>
                </c:pt>
                <c:pt idx="99">
                  <c:v>0.95</c:v>
                </c:pt>
                <c:pt idx="100">
                  <c:v>0.82</c:v>
                </c:pt>
                <c:pt idx="101">
                  <c:v>0.88</c:v>
                </c:pt>
                <c:pt idx="102">
                  <c:v>0.92</c:v>
                </c:pt>
                <c:pt idx="103">
                  <c:v>1.04</c:v>
                </c:pt>
                <c:pt idx="104">
                  <c:v>3.67</c:v>
                </c:pt>
                <c:pt idx="105">
                  <c:v>3.68</c:v>
                </c:pt>
                <c:pt idx="106">
                  <c:v>3.68</c:v>
                </c:pt>
                <c:pt idx="107">
                  <c:v>3.69</c:v>
                </c:pt>
                <c:pt idx="108">
                  <c:v>3.69</c:v>
                </c:pt>
                <c:pt idx="109">
                  <c:v>3.7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Sheet1!$C$2:$C$111</c:f>
              <c:numCache>
                <c:formatCode>General</c:formatCode>
                <c:ptCount val="110"/>
                <c:pt idx="50">
                  <c:v>2.07</c:v>
                </c:pt>
                <c:pt idx="74">
                  <c:v>1.14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Sheet1!$D$2:$D$111</c:f>
              <c:numCache>
                <c:formatCode>General</c:formatCode>
                <c:ptCount val="110"/>
                <c:pt idx="0">
                  <c:v>2.21</c:v>
                </c:pt>
                <c:pt idx="5">
                  <c:v>2.29</c:v>
                </c:pt>
                <c:pt idx="17">
                  <c:v>2.35</c:v>
                </c:pt>
                <c:pt idx="19">
                  <c:v>1.99</c:v>
                </c:pt>
                <c:pt idx="35">
                  <c:v>2.28</c:v>
                </c:pt>
                <c:pt idx="47">
                  <c:v>1.78</c:v>
                </c:pt>
                <c:pt idx="60">
                  <c:v>0.95</c:v>
                </c:pt>
                <c:pt idx="61">
                  <c:v>1.23</c:v>
                </c:pt>
                <c:pt idx="92">
                  <c:v>0.97</c:v>
                </c:pt>
                <c:pt idx="98">
                  <c:v>0.65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Sheet1!$A$2:$A$111</c:f>
              <c:strCache>
                <c:ptCount val="110"/>
                <c:pt idx="0">
                  <c:v>Oct '09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Jul '10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'10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'10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'11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'11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'11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'11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</c:strCache>
            </c:strRef>
          </c:cat>
          <c:val>
            <c:numRef>
              <c:f>Sheet1!$E$2:$E$111</c:f>
              <c:numCache>
                <c:formatCode>General</c:formatCode>
                <c:ptCount val="110"/>
                <c:pt idx="104">
                  <c:v>3.67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Anadys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ANDS  ·  acquired by Roche Holding Ltd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$3.7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289%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17, 2011   ·   Closed Nov 23, 2011   ·   Status: completed   ·   Pre-ann. volume 1.23×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Anadys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Anadys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784058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69658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151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87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0997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092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29194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88862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Nov 2011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26, 2010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Anadys engaged Lazard as its financial advisor to explore…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15, 2010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Anadys priced a public offering to raise $25 million at…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26, 2011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submitted a preliminary non-binding indication of…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06, 2011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revised its proposal to $3.70 per share.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Anadys board approved the merger agreement.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17, 2011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Anadys and Roche publicly announced the transaction.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Roche commenced the tender offer.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expired and the merger was completed.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8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Anadys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12 unexplained pre-announcement move weeks (of 12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2011-09-16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+47%  ($0.65→$0.95)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2010-12-24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($0.95→$1.23)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297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2010-09-24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($1.78→$2.22)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388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2010-02-26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-18%  ($2.35→$1.93)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598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2011-08-05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-18%  ($0.97→$0.8)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73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2010-12-31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+15%  ($1.23→$1.42)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290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2009-12-04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+13%  ($2.29→$2.58)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682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2010-03-12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+12%  ($1.99→$2.23)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584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Anadys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C8F"/>
                </a:solidFill>
                <a:latin typeface="Calibri"/>
              </a:rPr>
              <a:t>No catalyst-tagged news in the report.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