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26.17</c:v>
                </c:pt>
                <c:pt idx="1">
                  <c:v>24.16</c:v>
                </c:pt>
                <c:pt idx="2">
                  <c:v>27.98</c:v>
                </c:pt>
                <c:pt idx="3">
                  <c:v>35.02</c:v>
                </c:pt>
                <c:pt idx="4">
                  <c:v>31.85</c:v>
                </c:pt>
                <c:pt idx="5">
                  <c:v>23.31</c:v>
                </c:pt>
                <c:pt idx="6">
                  <c:v>23.55</c:v>
                </c:pt>
                <c:pt idx="7">
                  <c:v>22.75</c:v>
                </c:pt>
                <c:pt idx="8">
                  <c:v>25.37</c:v>
                </c:pt>
                <c:pt idx="9">
                  <c:v>25.49</c:v>
                </c:pt>
                <c:pt idx="10">
                  <c:v>29.98</c:v>
                </c:pt>
                <c:pt idx="11">
                  <c:v>30.31</c:v>
                </c:pt>
                <c:pt idx="12">
                  <c:v>33.89</c:v>
                </c:pt>
                <c:pt idx="13">
                  <c:v>31.71</c:v>
                </c:pt>
                <c:pt idx="14">
                  <c:v>31.16</c:v>
                </c:pt>
                <c:pt idx="15">
                  <c:v>25.93</c:v>
                </c:pt>
                <c:pt idx="16">
                  <c:v>29.52</c:v>
                </c:pt>
                <c:pt idx="17">
                  <c:v>29.7</c:v>
                </c:pt>
                <c:pt idx="18">
                  <c:v>31.9</c:v>
                </c:pt>
                <c:pt idx="19">
                  <c:v>30.06</c:v>
                </c:pt>
                <c:pt idx="20">
                  <c:v>28.7</c:v>
                </c:pt>
                <c:pt idx="21">
                  <c:v>26.1</c:v>
                </c:pt>
                <c:pt idx="22">
                  <c:v>25.89</c:v>
                </c:pt>
                <c:pt idx="23">
                  <c:v>27.69</c:v>
                </c:pt>
                <c:pt idx="24">
                  <c:v>27.34</c:v>
                </c:pt>
                <c:pt idx="25">
                  <c:v>32.76</c:v>
                </c:pt>
                <c:pt idx="26">
                  <c:v>30.48</c:v>
                </c:pt>
                <c:pt idx="27">
                  <c:v>30.01</c:v>
                </c:pt>
                <c:pt idx="28">
                  <c:v>27.85</c:v>
                </c:pt>
                <c:pt idx="29">
                  <c:v>28.33</c:v>
                </c:pt>
                <c:pt idx="30">
                  <c:v>32.32</c:v>
                </c:pt>
                <c:pt idx="31">
                  <c:v>29.38</c:v>
                </c:pt>
                <c:pt idx="32">
                  <c:v>27.0</c:v>
                </c:pt>
                <c:pt idx="33">
                  <c:v>27.43</c:v>
                </c:pt>
                <c:pt idx="34">
                  <c:v>26.01</c:v>
                </c:pt>
                <c:pt idx="35">
                  <c:v>22.63</c:v>
                </c:pt>
                <c:pt idx="36">
                  <c:v>20.68</c:v>
                </c:pt>
                <c:pt idx="37">
                  <c:v>21.2</c:v>
                </c:pt>
                <c:pt idx="38">
                  <c:v>21.04</c:v>
                </c:pt>
                <c:pt idx="39">
                  <c:v>21.64</c:v>
                </c:pt>
                <c:pt idx="40">
                  <c:v>22.74</c:v>
                </c:pt>
                <c:pt idx="41">
                  <c:v>24.26</c:v>
                </c:pt>
                <c:pt idx="42">
                  <c:v>23.45</c:v>
                </c:pt>
                <c:pt idx="43">
                  <c:v>22.29</c:v>
                </c:pt>
                <c:pt idx="44">
                  <c:v>25.34</c:v>
                </c:pt>
                <c:pt idx="45">
                  <c:v>22.0</c:v>
                </c:pt>
                <c:pt idx="46">
                  <c:v>22.05</c:v>
                </c:pt>
                <c:pt idx="47">
                  <c:v>20.81</c:v>
                </c:pt>
                <c:pt idx="48">
                  <c:v>22.29</c:v>
                </c:pt>
                <c:pt idx="49">
                  <c:v>21.28</c:v>
                </c:pt>
                <c:pt idx="50">
                  <c:v>21.25</c:v>
                </c:pt>
                <c:pt idx="51">
                  <c:v>21.06</c:v>
                </c:pt>
                <c:pt idx="52">
                  <c:v>19.39</c:v>
                </c:pt>
                <c:pt idx="53">
                  <c:v>20.95</c:v>
                </c:pt>
                <c:pt idx="54">
                  <c:v>22.46</c:v>
                </c:pt>
                <c:pt idx="55">
                  <c:v>16.17</c:v>
                </c:pt>
                <c:pt idx="56">
                  <c:v>15.13</c:v>
                </c:pt>
                <c:pt idx="57">
                  <c:v>19.75</c:v>
                </c:pt>
                <c:pt idx="58">
                  <c:v>18.08</c:v>
                </c:pt>
                <c:pt idx="59">
                  <c:v>18.62</c:v>
                </c:pt>
                <c:pt idx="60">
                  <c:v>18.34</c:v>
                </c:pt>
                <c:pt idx="61">
                  <c:v>19.31</c:v>
                </c:pt>
                <c:pt idx="62">
                  <c:v>19.31</c:v>
                </c:pt>
                <c:pt idx="63">
                  <c:v>18.82</c:v>
                </c:pt>
                <c:pt idx="64">
                  <c:v>19.47</c:v>
                </c:pt>
                <c:pt idx="65">
                  <c:v>17.64</c:v>
                </c:pt>
                <c:pt idx="66">
                  <c:v>19.3</c:v>
                </c:pt>
                <c:pt idx="67">
                  <c:v>18.58</c:v>
                </c:pt>
                <c:pt idx="68">
                  <c:v>17.92</c:v>
                </c:pt>
                <c:pt idx="69">
                  <c:v>16.82</c:v>
                </c:pt>
                <c:pt idx="70">
                  <c:v>18.58</c:v>
                </c:pt>
                <c:pt idx="71">
                  <c:v>17.05</c:v>
                </c:pt>
                <c:pt idx="72">
                  <c:v>18.1</c:v>
                </c:pt>
                <c:pt idx="73">
                  <c:v>17.27</c:v>
                </c:pt>
                <c:pt idx="74">
                  <c:v>17.57</c:v>
                </c:pt>
                <c:pt idx="75">
                  <c:v>17.96</c:v>
                </c:pt>
                <c:pt idx="76">
                  <c:v>18.18</c:v>
                </c:pt>
                <c:pt idx="77">
                  <c:v>16.98</c:v>
                </c:pt>
                <c:pt idx="78">
                  <c:v>16.72</c:v>
                </c:pt>
                <c:pt idx="79">
                  <c:v>12.67</c:v>
                </c:pt>
                <c:pt idx="80">
                  <c:v>12.34</c:v>
                </c:pt>
                <c:pt idx="81">
                  <c:v>13.31</c:v>
                </c:pt>
                <c:pt idx="82">
                  <c:v>14.55</c:v>
                </c:pt>
                <c:pt idx="83">
                  <c:v>16.24</c:v>
                </c:pt>
                <c:pt idx="84">
                  <c:v>16.54</c:v>
                </c:pt>
                <c:pt idx="85">
                  <c:v>18.0</c:v>
                </c:pt>
                <c:pt idx="86">
                  <c:v>15.13</c:v>
                </c:pt>
                <c:pt idx="87">
                  <c:v>15.48</c:v>
                </c:pt>
                <c:pt idx="88">
                  <c:v>14.85</c:v>
                </c:pt>
                <c:pt idx="89">
                  <c:v>14.66</c:v>
                </c:pt>
                <c:pt idx="90">
                  <c:v>14.9</c:v>
                </c:pt>
                <c:pt idx="91">
                  <c:v>15.24</c:v>
                </c:pt>
                <c:pt idx="92">
                  <c:v>13.34</c:v>
                </c:pt>
                <c:pt idx="93">
                  <c:v>15.46</c:v>
                </c:pt>
                <c:pt idx="94">
                  <c:v>14.15</c:v>
                </c:pt>
                <c:pt idx="95">
                  <c:v>14.13</c:v>
                </c:pt>
                <c:pt idx="96">
                  <c:v>13.01</c:v>
                </c:pt>
                <c:pt idx="97">
                  <c:v>12.87</c:v>
                </c:pt>
                <c:pt idx="98">
                  <c:v>12.03</c:v>
                </c:pt>
                <c:pt idx="99">
                  <c:v>10.84</c:v>
                </c:pt>
                <c:pt idx="100">
                  <c:v>11.6</c:v>
                </c:pt>
                <c:pt idx="101">
                  <c:v>11.02</c:v>
                </c:pt>
                <c:pt idx="102">
                  <c:v>11.79</c:v>
                </c:pt>
                <c:pt idx="103">
                  <c:v>11.38</c:v>
                </c:pt>
                <c:pt idx="104">
                  <c:v>18.16</c:v>
                </c:pt>
                <c:pt idx="105">
                  <c:v>18.14</c:v>
                </c:pt>
                <c:pt idx="106">
                  <c:v>18.15</c:v>
                </c:pt>
                <c:pt idx="107">
                  <c:v>18.14</c:v>
                </c:pt>
                <c:pt idx="108">
                  <c:v>18.13</c:v>
                </c:pt>
                <c:pt idx="109">
                  <c:v>18.17</c:v>
                </c:pt>
                <c:pt idx="110">
                  <c:v>18.17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">
                  <c:v>27.98</c:v>
                </c:pt>
                <c:pt idx="4">
                  <c:v>31.85</c:v>
                </c:pt>
                <c:pt idx="54">
                  <c:v>22.46</c:v>
                </c:pt>
                <c:pt idx="56">
                  <c:v>15.13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78">
                  <c:v>16.72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'20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18.16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Akcea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AKCA  ·  acquired by Ionis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31, 2020   ·   Closed Oct 12, 2020   ·   Status: completed   ·   Pre-ann. volume 0.47×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Akcea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Akcea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5955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4515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9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55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55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71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10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25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416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74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89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0469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53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1929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Ionis sends an initial letter to the Akcea Board expressing…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Akcea Board refers the potential transaction to the…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Akcea and Ionis enter into a Non-Disclosure Agreement.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Ionis submits an initial non-binding proposal of $16.00 per…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directs Cowen to inform Ionis that the…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Ionis submits a revised proposal of $17.00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counters at $18.50 per share.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Ionis submits a second revised proposal of $17.75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counters at $18.25 per share; parties…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approve the Merger Agreement.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Akcea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Akcea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2019-10-11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($15.13→$19.75)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2019-09-27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($22.46→$16.17)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2018-10-12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($31.85→$23.31)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2018-09-28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($27.98→$35.02)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($16.72→$12.67)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Akcea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Reports Financial Results and Highlights for Third Quarter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and Ionis Announce Initiation of NEURO-TTRansform Phase 3 Clinical Trial for AKCEA-TTR-LRx in…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2020-01-02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New England Journal of Medicine Publishes Results from Phase 2 Study of AKCEA-APO(a)-LRx in Patients with…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2020-01-10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and Ionis Announce Initiation of CARDIO-TTRansform Phase 3 Clinical Trial for AKCEA-TTR-LRx in…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2020-01-28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and Ionis report positive topline phase 2 study results of AKCEA-ANGPTL3-LRx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Therapeutics to Hold Fourth Quarter and Full Year 2019 Financial Results Webcast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Reports Financial Results and Highlights for Fourth Quarter and Year End 2019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2020-04-21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Therapeutics to Hold First Quarter 2020 Financial Results Webcast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2020-05-28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Akcea and Ionis Announce Publication of Long-Term Clinical Data of TEGSEDI® in Patients with Polyneuropathy…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