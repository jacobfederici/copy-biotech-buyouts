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'09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10.14</c:v>
                </c:pt>
                <c:pt idx="1">
                  <c:v>9.9</c:v>
                </c:pt>
                <c:pt idx="2">
                  <c:v>10.32</c:v>
                </c:pt>
                <c:pt idx="3">
                  <c:v>10.38</c:v>
                </c:pt>
                <c:pt idx="4">
                  <c:v>9.84</c:v>
                </c:pt>
                <c:pt idx="5">
                  <c:v>9.84</c:v>
                </c:pt>
                <c:pt idx="6">
                  <c:v>10.5</c:v>
                </c:pt>
                <c:pt idx="7">
                  <c:v>9.72</c:v>
                </c:pt>
                <c:pt idx="8">
                  <c:v>10.32</c:v>
                </c:pt>
                <c:pt idx="9">
                  <c:v>10.08</c:v>
                </c:pt>
                <c:pt idx="10">
                  <c:v>9.54</c:v>
                </c:pt>
                <c:pt idx="11">
                  <c:v>9.42</c:v>
                </c:pt>
                <c:pt idx="12">
                  <c:v>8.82</c:v>
                </c:pt>
                <c:pt idx="13">
                  <c:v>8.58</c:v>
                </c:pt>
                <c:pt idx="14">
                  <c:v>9.0</c:v>
                </c:pt>
                <c:pt idx="15">
                  <c:v>9.6</c:v>
                </c:pt>
                <c:pt idx="16">
                  <c:v>8.7</c:v>
                </c:pt>
                <c:pt idx="17">
                  <c:v>9.18</c:v>
                </c:pt>
                <c:pt idx="18">
                  <c:v>8.82</c:v>
                </c:pt>
                <c:pt idx="19">
                  <c:v>7.74</c:v>
                </c:pt>
                <c:pt idx="20">
                  <c:v>7.56</c:v>
                </c:pt>
                <c:pt idx="21">
                  <c:v>7.26</c:v>
                </c:pt>
                <c:pt idx="22">
                  <c:v>7.44</c:v>
                </c:pt>
                <c:pt idx="23">
                  <c:v>7.38</c:v>
                </c:pt>
                <c:pt idx="24">
                  <c:v>8.22</c:v>
                </c:pt>
                <c:pt idx="25">
                  <c:v>8.34</c:v>
                </c:pt>
                <c:pt idx="26">
                  <c:v>7.92</c:v>
                </c:pt>
                <c:pt idx="27">
                  <c:v>7.86</c:v>
                </c:pt>
                <c:pt idx="28">
                  <c:v>7.8</c:v>
                </c:pt>
                <c:pt idx="29">
                  <c:v>7.5</c:v>
                </c:pt>
                <c:pt idx="30">
                  <c:v>7.38</c:v>
                </c:pt>
                <c:pt idx="31">
                  <c:v>8.22</c:v>
                </c:pt>
                <c:pt idx="32">
                  <c:v>8.34</c:v>
                </c:pt>
                <c:pt idx="33">
                  <c:v>8.94</c:v>
                </c:pt>
                <c:pt idx="34">
                  <c:v>8.76</c:v>
                </c:pt>
                <c:pt idx="35">
                  <c:v>8.76</c:v>
                </c:pt>
                <c:pt idx="36">
                  <c:v>7.44</c:v>
                </c:pt>
                <c:pt idx="37">
                  <c:v>7.2</c:v>
                </c:pt>
                <c:pt idx="38">
                  <c:v>6.36</c:v>
                </c:pt>
                <c:pt idx="39">
                  <c:v>6.24</c:v>
                </c:pt>
                <c:pt idx="40">
                  <c:v>6.84</c:v>
                </c:pt>
                <c:pt idx="41">
                  <c:v>7.14</c:v>
                </c:pt>
                <c:pt idx="42">
                  <c:v>6.84</c:v>
                </c:pt>
                <c:pt idx="43">
                  <c:v>6.42</c:v>
                </c:pt>
                <c:pt idx="44">
                  <c:v>6.78</c:v>
                </c:pt>
                <c:pt idx="45">
                  <c:v>6.48</c:v>
                </c:pt>
                <c:pt idx="46">
                  <c:v>6.6</c:v>
                </c:pt>
                <c:pt idx="47">
                  <c:v>6.6</c:v>
                </c:pt>
                <c:pt idx="48">
                  <c:v>6.6</c:v>
                </c:pt>
                <c:pt idx="49">
                  <c:v>6.66</c:v>
                </c:pt>
                <c:pt idx="50">
                  <c:v>6.42</c:v>
                </c:pt>
                <c:pt idx="51">
                  <c:v>6.66</c:v>
                </c:pt>
                <c:pt idx="52">
                  <c:v>6.6</c:v>
                </c:pt>
                <c:pt idx="53">
                  <c:v>6.6</c:v>
                </c:pt>
                <c:pt idx="54">
                  <c:v>6.42</c:v>
                </c:pt>
                <c:pt idx="55">
                  <c:v>6.36</c:v>
                </c:pt>
                <c:pt idx="56">
                  <c:v>6.48</c:v>
                </c:pt>
                <c:pt idx="57">
                  <c:v>6.78</c:v>
                </c:pt>
                <c:pt idx="58">
                  <c:v>6.3</c:v>
                </c:pt>
                <c:pt idx="59">
                  <c:v>6.06</c:v>
                </c:pt>
                <c:pt idx="60">
                  <c:v>5.4</c:v>
                </c:pt>
                <c:pt idx="61">
                  <c:v>4.98</c:v>
                </c:pt>
                <c:pt idx="62">
                  <c:v>4.41</c:v>
                </c:pt>
                <c:pt idx="63">
                  <c:v>4.98</c:v>
                </c:pt>
                <c:pt idx="64">
                  <c:v>4.92</c:v>
                </c:pt>
                <c:pt idx="65">
                  <c:v>4.32</c:v>
                </c:pt>
                <c:pt idx="66">
                  <c:v>3.86</c:v>
                </c:pt>
                <c:pt idx="67">
                  <c:v>2.94</c:v>
                </c:pt>
                <c:pt idx="68">
                  <c:v>3.24</c:v>
                </c:pt>
                <c:pt idx="69">
                  <c:v>3.9</c:v>
                </c:pt>
                <c:pt idx="70">
                  <c:v>3.0</c:v>
                </c:pt>
                <c:pt idx="71">
                  <c:v>3.06</c:v>
                </c:pt>
                <c:pt idx="72">
                  <c:v>2.5</c:v>
                </c:pt>
                <c:pt idx="73">
                  <c:v>2.25</c:v>
                </c:pt>
                <c:pt idx="74">
                  <c:v>1.98</c:v>
                </c:pt>
                <c:pt idx="75">
                  <c:v>1.84</c:v>
                </c:pt>
                <c:pt idx="76">
                  <c:v>2.02</c:v>
                </c:pt>
                <c:pt idx="77">
                  <c:v>2.27</c:v>
                </c:pt>
                <c:pt idx="78">
                  <c:v>2.22</c:v>
                </c:pt>
                <c:pt idx="79">
                  <c:v>2.53</c:v>
                </c:pt>
                <c:pt idx="80">
                  <c:v>2.55</c:v>
                </c:pt>
                <c:pt idx="81">
                  <c:v>2.41</c:v>
                </c:pt>
                <c:pt idx="82">
                  <c:v>2.6</c:v>
                </c:pt>
                <c:pt idx="83">
                  <c:v>2.75</c:v>
                </c:pt>
                <c:pt idx="84">
                  <c:v>4.0</c:v>
                </c:pt>
                <c:pt idx="85">
                  <c:v>3.64</c:v>
                </c:pt>
                <c:pt idx="86">
                  <c:v>2.84</c:v>
                </c:pt>
                <c:pt idx="87">
                  <c:v>2.53</c:v>
                </c:pt>
                <c:pt idx="88">
                  <c:v>2.48</c:v>
                </c:pt>
                <c:pt idx="89">
                  <c:v>2.61</c:v>
                </c:pt>
                <c:pt idx="90">
                  <c:v>2.45</c:v>
                </c:pt>
                <c:pt idx="91">
                  <c:v>2.6</c:v>
                </c:pt>
                <c:pt idx="92">
                  <c:v>2.65</c:v>
                </c:pt>
                <c:pt idx="93">
                  <c:v>2.74</c:v>
                </c:pt>
                <c:pt idx="94">
                  <c:v>2.66</c:v>
                </c:pt>
                <c:pt idx="95">
                  <c:v>2.75</c:v>
                </c:pt>
                <c:pt idx="96">
                  <c:v>2.74</c:v>
                </c:pt>
                <c:pt idx="97">
                  <c:v>2.15</c:v>
                </c:pt>
                <c:pt idx="98">
                  <c:v>2.2</c:v>
                </c:pt>
                <c:pt idx="99">
                  <c:v>2.5</c:v>
                </c:pt>
                <c:pt idx="100">
                  <c:v>2.04</c:v>
                </c:pt>
                <c:pt idx="101">
                  <c:v>2.01</c:v>
                </c:pt>
                <c:pt idx="102">
                  <c:v>1.95</c:v>
                </c:pt>
                <c:pt idx="103">
                  <c:v>1.81</c:v>
                </c:pt>
                <c:pt idx="104">
                  <c:v>4.55</c:v>
                </c:pt>
                <c:pt idx="105">
                  <c:v>4.53</c:v>
                </c:pt>
                <c:pt idx="106">
                  <c:v>4.52</c:v>
                </c:pt>
                <c:pt idx="107">
                  <c:v>4.53</c:v>
                </c:pt>
                <c:pt idx="108">
                  <c:v>4.55</c:v>
                </c:pt>
                <c:pt idx="109">
                  <c:v>4.53</c:v>
                </c:pt>
                <c:pt idx="110">
                  <c:v>4.53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'09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66">
                  <c:v>3.86</c:v>
                </c:pt>
                <c:pt idx="68">
                  <c:v>3.24</c:v>
                </c:pt>
                <c:pt idx="69">
                  <c:v>3.9</c:v>
                </c:pt>
                <c:pt idx="83">
                  <c:v>2.75</c:v>
                </c:pt>
                <c:pt idx="85">
                  <c:v>3.64</c:v>
                </c:pt>
                <c:pt idx="96">
                  <c:v>2.74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'09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4.55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Monogram Biosciences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MGRM  ·  acquired by Laboratory Corporation of America Holdings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23, 2009   ·   Closed Aug 04, 2009   ·   Status: completed   ·   Pre-ann. volume 1.46×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Monogram Biosciences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Monogram Biosciences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155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5715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08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028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063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8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276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275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66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774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1669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09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2729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David P. King (CEO of LabCorp) contacts William D. Young…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Monogram and LabCorp enter into a confidentiality agreement.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LabCorp submits a non-binding indication of interest (IOI)…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LabCorp increases its IOI range to $4.50 to $5.00 per share.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verbally agree to a price of $5.25 per share…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LabCorp reduces its offer to $4.35 per share citing revised…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LabCorp proposes two structures: $4.35 plus a $2.05 CVR, or…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Monogram board elects to proceed with the $4.55 all-cash…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Monogram board unanimously approves the merger agreement at…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shares, exercises Top-Up Option, and…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Monogram Biosciences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2009-02-06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+46%  ($2.75→$4)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($3.86→$2.94)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($3.9→$3)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2009-02-20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($3.64→$2.84)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2009-05-08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($2.74→$2.15)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($3.24→$3.9)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Monogram Biosciences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2009-06-23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LabCorp and Monogram Biosciences Announce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