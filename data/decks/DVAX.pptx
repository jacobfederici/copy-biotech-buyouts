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'26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13.98</c:v>
                </c:pt>
                <c:pt idx="1">
                  <c:v>14.74</c:v>
                </c:pt>
                <c:pt idx="2">
                  <c:v>13.93</c:v>
                </c:pt>
                <c:pt idx="3">
                  <c:v>13.95</c:v>
                </c:pt>
                <c:pt idx="4">
                  <c:v>13.32</c:v>
                </c:pt>
                <c:pt idx="5">
                  <c:v>12.75</c:v>
                </c:pt>
                <c:pt idx="6">
                  <c:v>12.92</c:v>
                </c:pt>
                <c:pt idx="7">
                  <c:v>12.41</c:v>
                </c:pt>
                <c:pt idx="8">
                  <c:v>12.75</c:v>
                </c:pt>
                <c:pt idx="9">
                  <c:v>12.76</c:v>
                </c:pt>
                <c:pt idx="10">
                  <c:v>13.14</c:v>
                </c:pt>
                <c:pt idx="11">
                  <c:v>12.05</c:v>
                </c:pt>
                <c:pt idx="12">
                  <c:v>12.29</c:v>
                </c:pt>
                <c:pt idx="13">
                  <c:v>12.41</c:v>
                </c:pt>
                <c:pt idx="14">
                  <c:v>12.05</c:v>
                </c:pt>
                <c:pt idx="15">
                  <c:v>11.84</c:v>
                </c:pt>
                <c:pt idx="16">
                  <c:v>11.8</c:v>
                </c:pt>
                <c:pt idx="17">
                  <c:v>11.21</c:v>
                </c:pt>
                <c:pt idx="18">
                  <c:v>11.74</c:v>
                </c:pt>
                <c:pt idx="19">
                  <c:v>10.73</c:v>
                </c:pt>
                <c:pt idx="20">
                  <c:v>11.11</c:v>
                </c:pt>
                <c:pt idx="21">
                  <c:v>11.39</c:v>
                </c:pt>
                <c:pt idx="22">
                  <c:v>11.99</c:v>
                </c:pt>
                <c:pt idx="23">
                  <c:v>12.06</c:v>
                </c:pt>
                <c:pt idx="24">
                  <c:v>11.55</c:v>
                </c:pt>
                <c:pt idx="25">
                  <c:v>11.43</c:v>
                </c:pt>
                <c:pt idx="26">
                  <c:v>11.23</c:v>
                </c:pt>
                <c:pt idx="27">
                  <c:v>11.25</c:v>
                </c:pt>
                <c:pt idx="28">
                  <c:v>10.75</c:v>
                </c:pt>
                <c:pt idx="29">
                  <c:v>10.25</c:v>
                </c:pt>
                <c:pt idx="30">
                  <c:v>11.61</c:v>
                </c:pt>
                <c:pt idx="31">
                  <c:v>10.53</c:v>
                </c:pt>
                <c:pt idx="32">
                  <c:v>11.1</c:v>
                </c:pt>
                <c:pt idx="33">
                  <c:v>11.2</c:v>
                </c:pt>
                <c:pt idx="34">
                  <c:v>11.49</c:v>
                </c:pt>
                <c:pt idx="35">
                  <c:v>11.22</c:v>
                </c:pt>
                <c:pt idx="36">
                  <c:v>11.03</c:v>
                </c:pt>
                <c:pt idx="37">
                  <c:v>11.17</c:v>
                </c:pt>
                <c:pt idx="38">
                  <c:v>11.35</c:v>
                </c:pt>
                <c:pt idx="39">
                  <c:v>11.0</c:v>
                </c:pt>
                <c:pt idx="40">
                  <c:v>11.02</c:v>
                </c:pt>
                <c:pt idx="41">
                  <c:v>10.43</c:v>
                </c:pt>
                <c:pt idx="42">
                  <c:v>10.95</c:v>
                </c:pt>
                <c:pt idx="43">
                  <c:v>10.71</c:v>
                </c:pt>
                <c:pt idx="44">
                  <c:v>11.78</c:v>
                </c:pt>
                <c:pt idx="45">
                  <c:v>13.01</c:v>
                </c:pt>
                <c:pt idx="46">
                  <c:v>12.21</c:v>
                </c:pt>
                <c:pt idx="47">
                  <c:v>12.42</c:v>
                </c:pt>
                <c:pt idx="48">
                  <c:v>12.86</c:v>
                </c:pt>
                <c:pt idx="49">
                  <c:v>12.85</c:v>
                </c:pt>
                <c:pt idx="50">
                  <c:v>12.96</c:v>
                </c:pt>
                <c:pt idx="51">
                  <c:v>12.72</c:v>
                </c:pt>
                <c:pt idx="52">
                  <c:v>13.0</c:v>
                </c:pt>
                <c:pt idx="53">
                  <c:v>12.94</c:v>
                </c:pt>
                <c:pt idx="54">
                  <c:v>12.63</c:v>
                </c:pt>
                <c:pt idx="55">
                  <c:v>12.45</c:v>
                </c:pt>
                <c:pt idx="56">
                  <c:v>12.74</c:v>
                </c:pt>
                <c:pt idx="57">
                  <c:v>13.05</c:v>
                </c:pt>
                <c:pt idx="58">
                  <c:v>13.15</c:v>
                </c:pt>
                <c:pt idx="59">
                  <c:v>12.82</c:v>
                </c:pt>
                <c:pt idx="60">
                  <c:v>13.33</c:v>
                </c:pt>
                <c:pt idx="61">
                  <c:v>13.79</c:v>
                </c:pt>
                <c:pt idx="62">
                  <c:v>14.4</c:v>
                </c:pt>
                <c:pt idx="63">
                  <c:v>13.87</c:v>
                </c:pt>
                <c:pt idx="64">
                  <c:v>13.82</c:v>
                </c:pt>
                <c:pt idx="65">
                  <c:v>13.68</c:v>
                </c:pt>
                <c:pt idx="66">
                  <c:v>12.65</c:v>
                </c:pt>
                <c:pt idx="67">
                  <c:v>11.25</c:v>
                </c:pt>
                <c:pt idx="68">
                  <c:v>10.31</c:v>
                </c:pt>
                <c:pt idx="69">
                  <c:v>10.82</c:v>
                </c:pt>
                <c:pt idx="70">
                  <c:v>11.33</c:v>
                </c:pt>
                <c:pt idx="71">
                  <c:v>9.41</c:v>
                </c:pt>
                <c:pt idx="72">
                  <c:v>9.67</c:v>
                </c:pt>
                <c:pt idx="73">
                  <c:v>9.8</c:v>
                </c:pt>
                <c:pt idx="74">
                  <c:v>9.79</c:v>
                </c:pt>
                <c:pt idx="75">
                  <c:v>10.24</c:v>
                </c:pt>
                <c:pt idx="76">
                  <c:v>10.27</c:v>
                </c:pt>
                <c:pt idx="77">
                  <c:v>9.99</c:v>
                </c:pt>
                <c:pt idx="78">
                  <c:v>9.91</c:v>
                </c:pt>
                <c:pt idx="79">
                  <c:v>10.27</c:v>
                </c:pt>
                <c:pt idx="80">
                  <c:v>10.58</c:v>
                </c:pt>
                <c:pt idx="81">
                  <c:v>10.72</c:v>
                </c:pt>
                <c:pt idx="82">
                  <c:v>11.36</c:v>
                </c:pt>
                <c:pt idx="83">
                  <c:v>10.86</c:v>
                </c:pt>
                <c:pt idx="84">
                  <c:v>10.33</c:v>
                </c:pt>
                <c:pt idx="85">
                  <c:v>10.79</c:v>
                </c:pt>
                <c:pt idx="86">
                  <c:v>10.5</c:v>
                </c:pt>
                <c:pt idx="87">
                  <c:v>10.12</c:v>
                </c:pt>
                <c:pt idx="88">
                  <c:v>10.06</c:v>
                </c:pt>
                <c:pt idx="89">
                  <c:v>9.41</c:v>
                </c:pt>
                <c:pt idx="90">
                  <c:v>9.69</c:v>
                </c:pt>
                <c:pt idx="91">
                  <c:v>9.78</c:v>
                </c:pt>
                <c:pt idx="92">
                  <c:v>10.1</c:v>
                </c:pt>
                <c:pt idx="93">
                  <c:v>9.96</c:v>
                </c:pt>
                <c:pt idx="94">
                  <c:v>9.83</c:v>
                </c:pt>
                <c:pt idx="95">
                  <c:v>10.38</c:v>
                </c:pt>
                <c:pt idx="96">
                  <c:v>10.26</c:v>
                </c:pt>
                <c:pt idx="97">
                  <c:v>10.83</c:v>
                </c:pt>
                <c:pt idx="98">
                  <c:v>11.06</c:v>
                </c:pt>
                <c:pt idx="99">
                  <c:v>11.18</c:v>
                </c:pt>
                <c:pt idx="100">
                  <c:v>11.37</c:v>
                </c:pt>
                <c:pt idx="101">
                  <c:v>10.89</c:v>
                </c:pt>
                <c:pt idx="102">
                  <c:v>10.8</c:v>
                </c:pt>
                <c:pt idx="103">
                  <c:v>10.86</c:v>
                </c:pt>
                <c:pt idx="104">
                  <c:v>15.38</c:v>
                </c:pt>
                <c:pt idx="105">
                  <c:v>15.38</c:v>
                </c:pt>
                <c:pt idx="106">
                  <c:v>15.41</c:v>
                </c:pt>
                <c:pt idx="107">
                  <c:v>15.63</c:v>
                </c:pt>
                <c:pt idx="108">
                  <c:v>15.51</c:v>
                </c:pt>
                <c:pt idx="109">
                  <c:v>15.48</c:v>
                </c:pt>
                <c:pt idx="110">
                  <c:v>15.5</c:v>
                </c:pt>
                <c:pt idx="111">
                  <c:v>15.5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'26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04">
                  <c:v>15.38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Dynavax Technologies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DVAX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24, 2025   ·   Closed Feb 10, 2026   ·   Status: completed   ·   Pre-ann. volume 1.0×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Dynavax Technologies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Dynavax Technologies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4270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2830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7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566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159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812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684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783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382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482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78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78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773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5660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Goldman Sachs initiates outreach to Sanofi and other…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EVP of Vaccines contacts Dynavax CEO Ryan Spencer…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Dynavax and Sanofi execute a Confidentiality Agreement with…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Deep Track Capital initiates a proxy contest against…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Dynavax releases positive Phase 1/2 data for its shingles…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non-binding proposal to acquire Dynavax…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Dynavax Board rejects the $14.40 proposal as undervaluing…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increases its offer to $15.00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its 'best and final' offer of $15.50 per…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Dynavax receives an unsolicited $15.00 per share cash…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Dynavax Board unanimously approves the Merger Agreement…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commences the tender offer.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73.92%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Dynavax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Dynavax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Dynavax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multiple sclerosis therapy rejected by the FDA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to Acquire Dynavax, Adding a Marketed Adult Hepatitis B Vaccine and Phase 1/2 Shingles Candidate to…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Soft Weekly Jobless Claims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 Index Futures Muted in Thin Pre-Christmas Trade, U.S. Jobless Claims Data on Tap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Dynavax (DVAX) Rockets 38% on Sanofi $2-Billion Merger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Agrees to Buy Dynavax for $2.2 Billion After FDA MS Drug Rejection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Is Investigating the Merger—DVAX, FONR, DBRG, and ONTF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Buyout Ends Dynavax Listing And Shifts Vaccine Upside To Group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This New $7 Million Bet Targets a CNS Drug Maker With Phase 3 Trial Underway and 27% Stock Gain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