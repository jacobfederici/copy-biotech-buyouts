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Sep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7.24</c:v>
                </c:pt>
                <c:pt idx="1">
                  <c:v>7.24</c:v>
                </c:pt>
                <c:pt idx="2">
                  <c:v>7.19</c:v>
                </c:pt>
                <c:pt idx="3">
                  <c:v>5.94</c:v>
                </c:pt>
                <c:pt idx="4">
                  <c:v>4.99</c:v>
                </c:pt>
                <c:pt idx="5">
                  <c:v>5.27</c:v>
                </c:pt>
                <c:pt idx="6">
                  <c:v>4.95</c:v>
                </c:pt>
                <c:pt idx="7">
                  <c:v>3.2</c:v>
                </c:pt>
                <c:pt idx="8">
                  <c:v>4.25</c:v>
                </c:pt>
                <c:pt idx="9">
                  <c:v>3.6</c:v>
                </c:pt>
                <c:pt idx="10">
                  <c:v>3.16</c:v>
                </c:pt>
                <c:pt idx="11">
                  <c:v>2.71</c:v>
                </c:pt>
                <c:pt idx="12">
                  <c:v>2.54</c:v>
                </c:pt>
                <c:pt idx="13">
                  <c:v>2.84</c:v>
                </c:pt>
                <c:pt idx="14">
                  <c:v>2.99</c:v>
                </c:pt>
                <c:pt idx="15">
                  <c:v>2.88</c:v>
                </c:pt>
                <c:pt idx="16">
                  <c:v>3.0</c:v>
                </c:pt>
                <c:pt idx="17">
                  <c:v>2.89</c:v>
                </c:pt>
                <c:pt idx="18">
                  <c:v>4.35</c:v>
                </c:pt>
                <c:pt idx="19">
                  <c:v>3.8</c:v>
                </c:pt>
                <c:pt idx="20">
                  <c:v>4.25</c:v>
                </c:pt>
                <c:pt idx="21">
                  <c:v>5.2</c:v>
                </c:pt>
                <c:pt idx="22">
                  <c:v>5.62</c:v>
                </c:pt>
                <c:pt idx="23">
                  <c:v>4.96</c:v>
                </c:pt>
                <c:pt idx="24">
                  <c:v>4.15</c:v>
                </c:pt>
                <c:pt idx="25">
                  <c:v>3.51</c:v>
                </c:pt>
                <c:pt idx="26">
                  <c:v>3.83</c:v>
                </c:pt>
                <c:pt idx="27">
                  <c:v>4.17</c:v>
                </c:pt>
                <c:pt idx="28">
                  <c:v>4.32</c:v>
                </c:pt>
                <c:pt idx="29">
                  <c:v>3.79</c:v>
                </c:pt>
                <c:pt idx="30">
                  <c:v>3.8</c:v>
                </c:pt>
                <c:pt idx="31">
                  <c:v>3.83</c:v>
                </c:pt>
                <c:pt idx="32">
                  <c:v>3.67</c:v>
                </c:pt>
                <c:pt idx="33">
                  <c:v>3.5</c:v>
                </c:pt>
                <c:pt idx="34">
                  <c:v>3.97</c:v>
                </c:pt>
                <c:pt idx="35">
                  <c:v>4.37</c:v>
                </c:pt>
                <c:pt idx="36">
                  <c:v>4.21</c:v>
                </c:pt>
                <c:pt idx="37">
                  <c:v>4.2</c:v>
                </c:pt>
                <c:pt idx="38">
                  <c:v>4.67</c:v>
                </c:pt>
                <c:pt idx="39">
                  <c:v>4.72</c:v>
                </c:pt>
                <c:pt idx="40">
                  <c:v>4.62</c:v>
                </c:pt>
                <c:pt idx="41">
                  <c:v>4.85</c:v>
                </c:pt>
                <c:pt idx="42">
                  <c:v>4.5</c:v>
                </c:pt>
                <c:pt idx="43">
                  <c:v>4.42</c:v>
                </c:pt>
                <c:pt idx="44">
                  <c:v>4.37</c:v>
                </c:pt>
                <c:pt idx="45">
                  <c:v>5.24</c:v>
                </c:pt>
                <c:pt idx="46">
                  <c:v>5.6</c:v>
                </c:pt>
                <c:pt idx="47">
                  <c:v>5.19</c:v>
                </c:pt>
                <c:pt idx="48">
                  <c:v>5.15</c:v>
                </c:pt>
                <c:pt idx="49">
                  <c:v>5.69</c:v>
                </c:pt>
                <c:pt idx="50">
                  <c:v>5.85</c:v>
                </c:pt>
                <c:pt idx="51">
                  <c:v>6.27</c:v>
                </c:pt>
                <c:pt idx="52">
                  <c:v>6.22</c:v>
                </c:pt>
                <c:pt idx="53">
                  <c:v>6.04</c:v>
                </c:pt>
                <c:pt idx="54">
                  <c:v>6.15</c:v>
                </c:pt>
                <c:pt idx="55">
                  <c:v>5.93</c:v>
                </c:pt>
                <c:pt idx="56">
                  <c:v>5.96</c:v>
                </c:pt>
                <c:pt idx="57">
                  <c:v>5.84</c:v>
                </c:pt>
                <c:pt idx="58">
                  <c:v>5.63</c:v>
                </c:pt>
                <c:pt idx="59">
                  <c:v>4.65</c:v>
                </c:pt>
                <c:pt idx="60">
                  <c:v>5.67</c:v>
                </c:pt>
                <c:pt idx="61">
                  <c:v>5.69</c:v>
                </c:pt>
                <c:pt idx="62">
                  <c:v>5.92</c:v>
                </c:pt>
                <c:pt idx="63">
                  <c:v>5.52</c:v>
                </c:pt>
                <c:pt idx="64">
                  <c:v>6.81</c:v>
                </c:pt>
                <c:pt idx="65">
                  <c:v>6.65</c:v>
                </c:pt>
                <c:pt idx="66">
                  <c:v>6.01</c:v>
                </c:pt>
                <c:pt idx="67">
                  <c:v>6.16</c:v>
                </c:pt>
                <c:pt idx="68">
                  <c:v>6.39</c:v>
                </c:pt>
                <c:pt idx="69">
                  <c:v>6.25</c:v>
                </c:pt>
                <c:pt idx="70">
                  <c:v>5.93</c:v>
                </c:pt>
                <c:pt idx="71">
                  <c:v>5.92</c:v>
                </c:pt>
                <c:pt idx="72">
                  <c:v>5.67</c:v>
                </c:pt>
                <c:pt idx="73">
                  <c:v>5.14</c:v>
                </c:pt>
                <c:pt idx="74">
                  <c:v>5.8</c:v>
                </c:pt>
                <c:pt idx="75">
                  <c:v>5.56</c:v>
                </c:pt>
                <c:pt idx="76">
                  <c:v>5.33</c:v>
                </c:pt>
                <c:pt idx="77">
                  <c:v>6.04</c:v>
                </c:pt>
                <c:pt idx="78">
                  <c:v>6.05</c:v>
                </c:pt>
                <c:pt idx="79">
                  <c:v>5.76</c:v>
                </c:pt>
                <c:pt idx="80">
                  <c:v>5.76</c:v>
                </c:pt>
                <c:pt idx="81">
                  <c:v>5.81</c:v>
                </c:pt>
                <c:pt idx="82">
                  <c:v>6.5</c:v>
                </c:pt>
                <c:pt idx="83">
                  <c:v>6.44</c:v>
                </c:pt>
                <c:pt idx="84">
                  <c:v>5.99</c:v>
                </c:pt>
                <c:pt idx="85">
                  <c:v>5.94</c:v>
                </c:pt>
                <c:pt idx="86">
                  <c:v>4.84</c:v>
                </c:pt>
                <c:pt idx="87">
                  <c:v>5.36</c:v>
                </c:pt>
                <c:pt idx="88">
                  <c:v>4.89</c:v>
                </c:pt>
                <c:pt idx="89">
                  <c:v>4.65</c:v>
                </c:pt>
                <c:pt idx="90">
                  <c:v>4.44</c:v>
                </c:pt>
                <c:pt idx="91">
                  <c:v>4.56</c:v>
                </c:pt>
                <c:pt idx="92">
                  <c:v>4.66</c:v>
                </c:pt>
                <c:pt idx="93">
                  <c:v>4.53</c:v>
                </c:pt>
                <c:pt idx="94">
                  <c:v>4.06</c:v>
                </c:pt>
                <c:pt idx="95">
                  <c:v>4.21</c:v>
                </c:pt>
                <c:pt idx="96">
                  <c:v>4.13</c:v>
                </c:pt>
                <c:pt idx="97">
                  <c:v>4.02</c:v>
                </c:pt>
                <c:pt idx="98">
                  <c:v>4.09</c:v>
                </c:pt>
                <c:pt idx="99">
                  <c:v>4.08</c:v>
                </c:pt>
                <c:pt idx="100">
                  <c:v>4.81</c:v>
                </c:pt>
                <c:pt idx="101">
                  <c:v>4.84</c:v>
                </c:pt>
                <c:pt idx="102">
                  <c:v>5.05</c:v>
                </c:pt>
                <c:pt idx="103">
                  <c:v>5.51</c:v>
                </c:pt>
                <c:pt idx="104">
                  <c:v>9.76</c:v>
                </c:pt>
                <c:pt idx="105">
                  <c:v>9.74</c:v>
                </c:pt>
                <c:pt idx="106">
                  <c:v>9.73</c:v>
                </c:pt>
                <c:pt idx="107">
                  <c:v>9.73</c:v>
                </c:pt>
                <c:pt idx="108">
                  <c:v>9.73</c:v>
                </c:pt>
                <c:pt idx="109">
                  <c:v>9.76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6">
                  <c:v>4.95</c:v>
                </c:pt>
                <c:pt idx="7">
                  <c:v>3.2</c:v>
                </c:pt>
                <c:pt idx="17">
                  <c:v>2.89</c:v>
                </c:pt>
                <c:pt idx="20">
                  <c:v>4.25</c:v>
                </c:pt>
                <c:pt idx="59">
                  <c:v>4.65</c:v>
                </c:pt>
                <c:pt idx="63">
                  <c:v>5.52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4">
                  <c:v>9.76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ZYMOGENETICS,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ZGEN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07, 2010   ·   Closed Oct 12, 2010   ·   Status: completed   ·   Pre-ann. volume 1.21×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ZYMOGENETICS,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ZYMOGENETICS,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3439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1999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093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978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1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751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289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838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165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37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482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588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09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795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1271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1128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begins contacting pharmaceutical companies…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a preliminary non-binding proposal to acquire…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informs ZymoGenetics it is no longer interested in an…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and BMS enter into a global collaboration…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Jeremy Levin (BMS) contacts Dr. Bruce Carter…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a non-binding offer to purchase ZymoGenetics…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board rejects the $8.00-$9.00 range as…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and ZymoGenetics enter into a new Confidentiality…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offers $8.75 per share in cash.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board rejects the $8.75 offer.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CEO Lamberto Andreotti discusses a potential price of…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board counters at $9.75 per share; BMS agrees…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ZymoGenetics board unanimously approves the Merger…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commences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94.9% of shares…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ZymoGenetics becomes a wholly-owned…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ZYMOGENETICS,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2009-01-16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($2.89→$4.35)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($4.95→$3.2)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($3.2→$4.25)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2009-12-04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($5.52→$6.81)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2009-02-06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($4.25→$5.2)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2009-11-06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($4.65→$5.67)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ZYMOGENETICS,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2010-09-07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ZymoGenetics and Bristol-Myers Squibb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2010-10-08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Sub Accepts Shares for Payment and Repays Deerfield Debt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2010-10-12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Merger and Delisting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