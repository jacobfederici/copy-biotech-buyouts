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Sheet1!$A$2:$A$136</c:f>
              <c:strCache>
                <c:ptCount val="135"/>
                <c:pt idx="0">
                  <c:v>Jan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Mar '18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Jun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Sep '18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Dec '18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Aug '19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Nov '19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Jan '20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Apr '20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>Jul '20</c:v>
                </c:pt>
                <c:pt idx="133">
                  <c:v/>
                </c:pt>
                <c:pt idx="134">
                  <c:v/>
                </c:pt>
              </c:strCache>
            </c:strRef>
          </c:cat>
          <c:val>
            <c:numRef>
              <c:f>Sheet1!$B$2:$B$136</c:f>
              <c:numCache>
                <c:formatCode>General</c:formatCode>
                <c:ptCount val="135"/>
                <c:pt idx="0">
                  <c:v>114.01</c:v>
                </c:pt>
                <c:pt idx="1">
                  <c:v>117.25</c:v>
                </c:pt>
                <c:pt idx="2">
                  <c:v>114.19</c:v>
                </c:pt>
                <c:pt idx="3">
                  <c:v>113.11</c:v>
                </c:pt>
                <c:pt idx="4">
                  <c:v>97.08</c:v>
                </c:pt>
                <c:pt idx="5">
                  <c:v>92.75</c:v>
                </c:pt>
                <c:pt idx="6">
                  <c:v>38.18</c:v>
                </c:pt>
                <c:pt idx="7">
                  <c:v>39.62</c:v>
                </c:pt>
                <c:pt idx="8">
                  <c:v>47.55</c:v>
                </c:pt>
                <c:pt idx="9">
                  <c:v>52.23</c:v>
                </c:pt>
                <c:pt idx="10">
                  <c:v>55.29</c:v>
                </c:pt>
                <c:pt idx="11">
                  <c:v>56.01</c:v>
                </c:pt>
                <c:pt idx="12">
                  <c:v>55.29</c:v>
                </c:pt>
                <c:pt idx="13">
                  <c:v>55.47</c:v>
                </c:pt>
                <c:pt idx="14">
                  <c:v>57.27</c:v>
                </c:pt>
                <c:pt idx="15">
                  <c:v>58.17</c:v>
                </c:pt>
                <c:pt idx="16">
                  <c:v>57.81</c:v>
                </c:pt>
                <c:pt idx="17">
                  <c:v>58.17</c:v>
                </c:pt>
                <c:pt idx="18">
                  <c:v>61.78</c:v>
                </c:pt>
                <c:pt idx="19">
                  <c:v>66.1</c:v>
                </c:pt>
                <c:pt idx="20">
                  <c:v>67.18</c:v>
                </c:pt>
                <c:pt idx="21">
                  <c:v>67.36</c:v>
                </c:pt>
                <c:pt idx="22">
                  <c:v>67.36</c:v>
                </c:pt>
                <c:pt idx="23">
                  <c:v>76.72</c:v>
                </c:pt>
                <c:pt idx="24">
                  <c:v>72.22</c:v>
                </c:pt>
                <c:pt idx="25">
                  <c:v>64.3</c:v>
                </c:pt>
                <c:pt idx="26">
                  <c:v>69.52</c:v>
                </c:pt>
                <c:pt idx="27">
                  <c:v>65.2</c:v>
                </c:pt>
                <c:pt idx="28">
                  <c:v>54.75</c:v>
                </c:pt>
                <c:pt idx="29">
                  <c:v>51.33</c:v>
                </c:pt>
                <c:pt idx="30">
                  <c:v>53.49</c:v>
                </c:pt>
                <c:pt idx="31">
                  <c:v>57.99</c:v>
                </c:pt>
                <c:pt idx="32">
                  <c:v>51.33</c:v>
                </c:pt>
                <c:pt idx="33">
                  <c:v>55.83</c:v>
                </c:pt>
                <c:pt idx="34">
                  <c:v>63.76</c:v>
                </c:pt>
                <c:pt idx="35">
                  <c:v>58.71</c:v>
                </c:pt>
                <c:pt idx="36">
                  <c:v>55.29</c:v>
                </c:pt>
                <c:pt idx="37">
                  <c:v>52.59</c:v>
                </c:pt>
                <c:pt idx="38">
                  <c:v>49.71</c:v>
                </c:pt>
                <c:pt idx="39">
                  <c:v>46.29</c:v>
                </c:pt>
                <c:pt idx="40">
                  <c:v>43.95</c:v>
                </c:pt>
                <c:pt idx="41">
                  <c:v>41.78</c:v>
                </c:pt>
                <c:pt idx="42">
                  <c:v>37.82</c:v>
                </c:pt>
                <c:pt idx="43">
                  <c:v>40.7</c:v>
                </c:pt>
                <c:pt idx="44">
                  <c:v>39.08</c:v>
                </c:pt>
                <c:pt idx="45">
                  <c:v>33.32</c:v>
                </c:pt>
                <c:pt idx="46">
                  <c:v>33.32</c:v>
                </c:pt>
                <c:pt idx="47">
                  <c:v>32.24</c:v>
                </c:pt>
                <c:pt idx="48">
                  <c:v>29.72</c:v>
                </c:pt>
                <c:pt idx="49">
                  <c:v>27.2</c:v>
                </c:pt>
                <c:pt idx="50">
                  <c:v>20.89</c:v>
                </c:pt>
                <c:pt idx="51">
                  <c:v>18.91</c:v>
                </c:pt>
                <c:pt idx="52">
                  <c:v>25.57</c:v>
                </c:pt>
                <c:pt idx="53">
                  <c:v>26.84</c:v>
                </c:pt>
                <c:pt idx="54">
                  <c:v>23.23</c:v>
                </c:pt>
                <c:pt idx="55">
                  <c:v>21.43</c:v>
                </c:pt>
                <c:pt idx="56">
                  <c:v>23.59</c:v>
                </c:pt>
                <c:pt idx="57">
                  <c:v>21.25</c:v>
                </c:pt>
                <c:pt idx="58">
                  <c:v>21.07</c:v>
                </c:pt>
                <c:pt idx="59">
                  <c:v>21.61</c:v>
                </c:pt>
                <c:pt idx="60">
                  <c:v>22.33</c:v>
                </c:pt>
                <c:pt idx="61">
                  <c:v>21.79</c:v>
                </c:pt>
                <c:pt idx="62">
                  <c:v>25.39</c:v>
                </c:pt>
                <c:pt idx="63">
                  <c:v>22.15</c:v>
                </c:pt>
                <c:pt idx="64">
                  <c:v>24.13</c:v>
                </c:pt>
                <c:pt idx="65">
                  <c:v>22.69</c:v>
                </c:pt>
                <c:pt idx="66">
                  <c:v>21.79</c:v>
                </c:pt>
                <c:pt idx="67">
                  <c:v>19.09</c:v>
                </c:pt>
                <c:pt idx="68">
                  <c:v>19.45</c:v>
                </c:pt>
                <c:pt idx="69">
                  <c:v>19.09</c:v>
                </c:pt>
                <c:pt idx="70">
                  <c:v>17.65</c:v>
                </c:pt>
                <c:pt idx="71">
                  <c:v>15.13</c:v>
                </c:pt>
                <c:pt idx="72">
                  <c:v>14.41</c:v>
                </c:pt>
                <c:pt idx="73">
                  <c:v>14.59</c:v>
                </c:pt>
                <c:pt idx="74">
                  <c:v>13.15</c:v>
                </c:pt>
                <c:pt idx="75">
                  <c:v>12.25</c:v>
                </c:pt>
                <c:pt idx="76">
                  <c:v>11.17</c:v>
                </c:pt>
                <c:pt idx="77">
                  <c:v>8.64</c:v>
                </c:pt>
                <c:pt idx="78">
                  <c:v>9.19</c:v>
                </c:pt>
                <c:pt idx="79">
                  <c:v>7.74</c:v>
                </c:pt>
                <c:pt idx="80">
                  <c:v>7.2</c:v>
                </c:pt>
                <c:pt idx="81">
                  <c:v>6.3</c:v>
                </c:pt>
                <c:pt idx="82">
                  <c:v>6.12</c:v>
                </c:pt>
                <c:pt idx="83">
                  <c:v>5.58</c:v>
                </c:pt>
                <c:pt idx="84">
                  <c:v>5.22</c:v>
                </c:pt>
                <c:pt idx="85">
                  <c:v>4.68</c:v>
                </c:pt>
                <c:pt idx="86">
                  <c:v>4.68</c:v>
                </c:pt>
                <c:pt idx="87">
                  <c:v>4.32</c:v>
                </c:pt>
                <c:pt idx="88">
                  <c:v>0.38</c:v>
                </c:pt>
                <c:pt idx="89">
                  <c:v>0.31</c:v>
                </c:pt>
                <c:pt idx="90">
                  <c:v>5.73</c:v>
                </c:pt>
                <c:pt idx="91">
                  <c:v>4.15</c:v>
                </c:pt>
                <c:pt idx="92">
                  <c:v>3.76</c:v>
                </c:pt>
                <c:pt idx="93">
                  <c:v>4.58</c:v>
                </c:pt>
                <c:pt idx="94">
                  <c:v>5.15</c:v>
                </c:pt>
                <c:pt idx="95">
                  <c:v>3.29</c:v>
                </c:pt>
                <c:pt idx="96">
                  <c:v>3.19</c:v>
                </c:pt>
                <c:pt idx="97">
                  <c:v>2.47</c:v>
                </c:pt>
                <c:pt idx="98">
                  <c:v>2.45</c:v>
                </c:pt>
                <c:pt idx="99">
                  <c:v>2.56</c:v>
                </c:pt>
                <c:pt idx="100">
                  <c:v>2.23</c:v>
                </c:pt>
                <c:pt idx="101">
                  <c:v>2.29</c:v>
                </c:pt>
                <c:pt idx="102">
                  <c:v>2.23</c:v>
                </c:pt>
                <c:pt idx="103">
                  <c:v>3.03</c:v>
                </c:pt>
                <c:pt idx="104">
                  <c:v>2.86</c:v>
                </c:pt>
                <c:pt idx="105">
                  <c:v>2.72</c:v>
                </c:pt>
                <c:pt idx="106">
                  <c:v>2.92</c:v>
                </c:pt>
                <c:pt idx="107">
                  <c:v>2.57</c:v>
                </c:pt>
                <c:pt idx="108">
                  <c:v>2.33</c:v>
                </c:pt>
                <c:pt idx="109">
                  <c:v>2.24</c:v>
                </c:pt>
                <c:pt idx="110">
                  <c:v>2.18</c:v>
                </c:pt>
                <c:pt idx="111">
                  <c:v>2.26</c:v>
                </c:pt>
                <c:pt idx="112">
                  <c:v>1.77</c:v>
                </c:pt>
                <c:pt idx="113">
                  <c:v>1.67</c:v>
                </c:pt>
                <c:pt idx="114">
                  <c:v>1.45</c:v>
                </c:pt>
                <c:pt idx="115">
                  <c:v>0.74</c:v>
                </c:pt>
                <c:pt idx="116">
                  <c:v>1.2</c:v>
                </c:pt>
                <c:pt idx="117">
                  <c:v>0.99</c:v>
                </c:pt>
                <c:pt idx="118">
                  <c:v>1.22</c:v>
                </c:pt>
                <c:pt idx="119">
                  <c:v>1.27</c:v>
                </c:pt>
                <c:pt idx="120">
                  <c:v>1.36</c:v>
                </c:pt>
                <c:pt idx="121">
                  <c:v>1.32</c:v>
                </c:pt>
                <c:pt idx="122">
                  <c:v>2.02</c:v>
                </c:pt>
                <c:pt idx="123">
                  <c:v>2.19</c:v>
                </c:pt>
                <c:pt idx="124">
                  <c:v>2.64</c:v>
                </c:pt>
                <c:pt idx="125">
                  <c:v>2.16</c:v>
                </c:pt>
                <c:pt idx="126">
                  <c:v>2.45</c:v>
                </c:pt>
                <c:pt idx="127">
                  <c:v>2.33</c:v>
                </c:pt>
                <c:pt idx="128">
                  <c:v>2.63</c:v>
                </c:pt>
                <c:pt idx="129">
                  <c:v>2.6</c:v>
                </c:pt>
                <c:pt idx="130">
                  <c:v>2.46</c:v>
                </c:pt>
                <c:pt idx="131">
                  <c:v>2.43</c:v>
                </c:pt>
                <c:pt idx="132">
                  <c:v>2.55</c:v>
                </c:pt>
                <c:pt idx="133">
                  <c:v>2.38</c:v>
                </c:pt>
                <c:pt idx="134">
                  <c:v>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Sheet1!$A$2:$A$136</c:f>
              <c:strCache>
                <c:ptCount val="135"/>
                <c:pt idx="0">
                  <c:v>Jan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Mar '18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Jun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Sep '18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Dec '18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Aug '19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Nov '19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Jan '20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Apr '20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>Jul '20</c:v>
                </c:pt>
                <c:pt idx="133">
                  <c:v/>
                </c:pt>
                <c:pt idx="134">
                  <c:v/>
                </c:pt>
              </c:strCache>
            </c:strRef>
          </c:cat>
          <c:val>
            <c:numRef>
              <c:f>Sheet1!$C$2:$C$136</c:f>
              <c:numCache>
                <c:formatCode>General</c:formatCode>
                <c:ptCount val="135"/>
                <c:pt idx="5">
                  <c:v>92.75</c:v>
                </c:pt>
                <c:pt idx="89">
                  <c:v>0.31</c:v>
                </c:pt>
                <c:pt idx="90">
                  <c:v>5.73</c:v>
                </c:pt>
                <c:pt idx="94">
                  <c:v>5.15</c:v>
                </c:pt>
                <c:pt idx="102">
                  <c:v>2.23</c:v>
                </c:pt>
                <c:pt idx="114">
                  <c:v>1.45</c:v>
                </c:pt>
                <c:pt idx="115">
                  <c:v>0.74</c:v>
                </c:pt>
                <c:pt idx="121">
                  <c:v>1.32</c:v>
                </c:pt>
                <c:pt idx="123">
                  <c:v>2.19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Tetraphase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TTPH  ·  acquired by La Jolla Pharmaceutical Company (California corporation)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24, 2020   ·   Closed Jul 28, 2020   ·   Status: completed   ·   Pre-ann. volume 0.38×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Tetraphase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Tetraphase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7009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5569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580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710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7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423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829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852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19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93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51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16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791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557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262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9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669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86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117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08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266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458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89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864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738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121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69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270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803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994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700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807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765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95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914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29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638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405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596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788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979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17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3554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3746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12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12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320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853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194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385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577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769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96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8152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110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meets with ten potential strategic partners…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F delivers unsolicited stock-for-stock acquisition…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meets telephonically; directs Financial…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F withdraws from discussions, citing financial and…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2019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delivers stock-for-stock proposal (20% combined…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G delivers all-cash proposal for aggregate…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04, 2019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G, and separately B, F, I, K, L withdraw from…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instructs management to engage an…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engages H.C. Wainwright &amp; Co. (HCW) for equity…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 officer meets with Maria Stahl and expresses…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halts public offering, pursues Company E…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holds telephonic meeting; directs…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terminates discussions with Company E due…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announces $8.0 million registered direct…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instructs management to prepare for…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24, 2019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 (affiliated with Armistice Capital; Steve Boyd is…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Therapeutics files voluntary Chapter 11 bankruptcy…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 delivers all-stock proposal valued at…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2020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Boyd of Armistice Capital informs Tetraphase it will no…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Larry Edwards attends J.P. Morgan Healthcare Conference…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John Freund (Tetraphase director) and Vincent Angotti…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21, 2020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Steve Boyd and Keith Maher (both Armistice Capital…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delivers all-stock proposal for $20–$25 million…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revises proposal to $13–$18 million fully diluted…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Tetraphase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O delivers cash proposal for $10.0 million plus…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forms M&amp;A Committee (Gage, Bohlin, Boyd…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K/O revise verbal offer to $15.0 million cash with…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M&amp;A Committee selects AcelRx over Company O; AcelRx granted…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Board and Tetraphase Board each unanimously approve…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16,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Both companies issue press releases announcing proposed…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emerges from Chapter 11 bankruptcy with Deerfield…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Kevin Tang (La Jolla Chairman) contacts Larry Edwards…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06,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delivers unsolicited proposal to Tetraphase for…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determines La Jolla Proposal could…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delivers amended proposal ($22.3 million cash +…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delivers unsolicited proposal to Tetraphase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revises proposal ($1.21/share upfront…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Board meets; proposes revised offer (~$30.0 million…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determines that revised AcelRx proposal…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and AcelRx execute amended merger agreement…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delivers further revised proposal (~$38.0 million…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amended AcelRx merger agreement executed; Melinta…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delivers Third Amended Melinta Proposal ($39.0…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determines Third Amended Melinta Proposal…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AcelRx publicly announces it will not further revise its…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meets; Janney delivers oral fairness…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unanimously approves termination of AcelRx…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Melinta commences tender offer (Melinta accession…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delivers June La Jolla Proposal to Tetraphase…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determines June La Jolla Proposal could…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determines June La Jolla Proposal is a…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files Schedule 13D disclosing approximately 14.9%…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Board unanimously approves termination of…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Tetraphase executes La Jolla Merger Agreement; pays…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commences tender offer (second SC 14D9 filed…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 Jolla completes acquisition; Tetraphase becomes wholly…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Tetraphase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Tetraphase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2018-01-02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Tetraphase Pharmaceuticals Announces Submission of New Drug Application to FDA for Eravacycline for the…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2018-02-13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Tetraphase Announces Top-Line Results from IGNITE3 Phase 3 Clinical Trial of Eravacycline in Complicated…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2018-02-27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Tetraphase Pharmaceuticals Announces FDA Acceptance for Filing of its NDA Submission for Eravacycline for…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2018-08-27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Tetraphase Pharmaceuticals Announces FDA Approval of XERAVA™ (Eravacycline) for Complicated Intra-Abdominal…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