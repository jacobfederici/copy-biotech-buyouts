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Sheet1!$A$2:$A$118</c:f>
              <c:strCache>
                <c:ptCount val="117"/>
                <c:pt idx="0">
                  <c:v>Aug '08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'08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'09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'09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'09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'09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'09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'09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'10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'10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'10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'10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</c:strCache>
            </c:strRef>
          </c:cat>
          <c:val>
            <c:numRef>
              <c:f>Sheet1!$B$2:$B$118</c:f>
              <c:numCache>
                <c:formatCode>General</c:formatCode>
                <c:ptCount val="117"/>
                <c:pt idx="0">
                  <c:v>4.03</c:v>
                </c:pt>
                <c:pt idx="1">
                  <c:v>3.97</c:v>
                </c:pt>
                <c:pt idx="2">
                  <c:v>3.69</c:v>
                </c:pt>
                <c:pt idx="3">
                  <c:v>3.66</c:v>
                </c:pt>
                <c:pt idx="4">
                  <c:v>2.85</c:v>
                </c:pt>
                <c:pt idx="5">
                  <c:v>2.98</c:v>
                </c:pt>
                <c:pt idx="6">
                  <c:v>2.0</c:v>
                </c:pt>
                <c:pt idx="7">
                  <c:v>1.73</c:v>
                </c:pt>
                <c:pt idx="8">
                  <c:v>0.95</c:v>
                </c:pt>
                <c:pt idx="9">
                  <c:v>1.08</c:v>
                </c:pt>
                <c:pt idx="10">
                  <c:v>1.01</c:v>
                </c:pt>
                <c:pt idx="11">
                  <c:v>1.25</c:v>
                </c:pt>
                <c:pt idx="12">
                  <c:v>1.16</c:v>
                </c:pt>
                <c:pt idx="13">
                  <c:v>0.93</c:v>
                </c:pt>
                <c:pt idx="14">
                  <c:v>0.37</c:v>
                </c:pt>
                <c:pt idx="15">
                  <c:v>0.99</c:v>
                </c:pt>
                <c:pt idx="16">
                  <c:v>0.77</c:v>
                </c:pt>
                <c:pt idx="17">
                  <c:v>1.04</c:v>
                </c:pt>
                <c:pt idx="18">
                  <c:v>1.37</c:v>
                </c:pt>
                <c:pt idx="19">
                  <c:v>1.32</c:v>
                </c:pt>
                <c:pt idx="20">
                  <c:v>1.67</c:v>
                </c:pt>
                <c:pt idx="21">
                  <c:v>2.07</c:v>
                </c:pt>
                <c:pt idx="22">
                  <c:v>1.91</c:v>
                </c:pt>
                <c:pt idx="23">
                  <c:v>1.84</c:v>
                </c:pt>
                <c:pt idx="24">
                  <c:v>1.77</c:v>
                </c:pt>
                <c:pt idx="25">
                  <c:v>1.5</c:v>
                </c:pt>
                <c:pt idx="26">
                  <c:v>1.5</c:v>
                </c:pt>
                <c:pt idx="27">
                  <c:v>1.59</c:v>
                </c:pt>
                <c:pt idx="28">
                  <c:v>1.85</c:v>
                </c:pt>
                <c:pt idx="29">
                  <c:v>1.5</c:v>
                </c:pt>
                <c:pt idx="30">
                  <c:v>1.47</c:v>
                </c:pt>
                <c:pt idx="31">
                  <c:v>1.59</c:v>
                </c:pt>
                <c:pt idx="32">
                  <c:v>1.62</c:v>
                </c:pt>
                <c:pt idx="33">
                  <c:v>1.75</c:v>
                </c:pt>
                <c:pt idx="34">
                  <c:v>1.67</c:v>
                </c:pt>
                <c:pt idx="35">
                  <c:v>1.64</c:v>
                </c:pt>
                <c:pt idx="36">
                  <c:v>1.63</c:v>
                </c:pt>
                <c:pt idx="37">
                  <c:v>1.78</c:v>
                </c:pt>
                <c:pt idx="38">
                  <c:v>2.04</c:v>
                </c:pt>
                <c:pt idx="39">
                  <c:v>2.01</c:v>
                </c:pt>
                <c:pt idx="40">
                  <c:v>2.02</c:v>
                </c:pt>
                <c:pt idx="41">
                  <c:v>2.39</c:v>
                </c:pt>
                <c:pt idx="42">
                  <c:v>2.18</c:v>
                </c:pt>
                <c:pt idx="43">
                  <c:v>2.46</c:v>
                </c:pt>
                <c:pt idx="44">
                  <c:v>3.01</c:v>
                </c:pt>
                <c:pt idx="45">
                  <c:v>2.77</c:v>
                </c:pt>
                <c:pt idx="46">
                  <c:v>2.7</c:v>
                </c:pt>
                <c:pt idx="47">
                  <c:v>2.59</c:v>
                </c:pt>
                <c:pt idx="48">
                  <c:v>2.61</c:v>
                </c:pt>
                <c:pt idx="49">
                  <c:v>2.9</c:v>
                </c:pt>
                <c:pt idx="50">
                  <c:v>2.74</c:v>
                </c:pt>
                <c:pt idx="51">
                  <c:v>2.81</c:v>
                </c:pt>
                <c:pt idx="52">
                  <c:v>2.42</c:v>
                </c:pt>
                <c:pt idx="53">
                  <c:v>2.47</c:v>
                </c:pt>
                <c:pt idx="54">
                  <c:v>2.44</c:v>
                </c:pt>
                <c:pt idx="55">
                  <c:v>2.34</c:v>
                </c:pt>
                <c:pt idx="56">
                  <c:v>2.49</c:v>
                </c:pt>
                <c:pt idx="57">
                  <c:v>2.33</c:v>
                </c:pt>
                <c:pt idx="58">
                  <c:v>2.25</c:v>
                </c:pt>
                <c:pt idx="59">
                  <c:v>1.97</c:v>
                </c:pt>
                <c:pt idx="60">
                  <c:v>2.06</c:v>
                </c:pt>
                <c:pt idx="61">
                  <c:v>1.95</c:v>
                </c:pt>
                <c:pt idx="62">
                  <c:v>1.95</c:v>
                </c:pt>
                <c:pt idx="63">
                  <c:v>2.16</c:v>
                </c:pt>
                <c:pt idx="64">
                  <c:v>2.32</c:v>
                </c:pt>
                <c:pt idx="65">
                  <c:v>2.28</c:v>
                </c:pt>
                <c:pt idx="66">
                  <c:v>2.28</c:v>
                </c:pt>
                <c:pt idx="67">
                  <c:v>2.34</c:v>
                </c:pt>
                <c:pt idx="68">
                  <c:v>2.28</c:v>
                </c:pt>
                <c:pt idx="69">
                  <c:v>2.21</c:v>
                </c:pt>
                <c:pt idx="70">
                  <c:v>2.41</c:v>
                </c:pt>
                <c:pt idx="71">
                  <c:v>2.75</c:v>
                </c:pt>
                <c:pt idx="72">
                  <c:v>2.59</c:v>
                </c:pt>
                <c:pt idx="73">
                  <c:v>2.53</c:v>
                </c:pt>
                <c:pt idx="74">
                  <c:v>2.48</c:v>
                </c:pt>
                <c:pt idx="75">
                  <c:v>2.49</c:v>
                </c:pt>
                <c:pt idx="76">
                  <c:v>2.6</c:v>
                </c:pt>
                <c:pt idx="77">
                  <c:v>2.5</c:v>
                </c:pt>
                <c:pt idx="78">
                  <c:v>2.5</c:v>
                </c:pt>
                <c:pt idx="79">
                  <c:v>2.5</c:v>
                </c:pt>
                <c:pt idx="80">
                  <c:v>2.5</c:v>
                </c:pt>
                <c:pt idx="81">
                  <c:v>3.04</c:v>
                </c:pt>
                <c:pt idx="82">
                  <c:v>3.0</c:v>
                </c:pt>
                <c:pt idx="83">
                  <c:v>3.52</c:v>
                </c:pt>
                <c:pt idx="84">
                  <c:v>3.5</c:v>
                </c:pt>
                <c:pt idx="85">
                  <c:v>3.46</c:v>
                </c:pt>
                <c:pt idx="86">
                  <c:v>3.61</c:v>
                </c:pt>
                <c:pt idx="87">
                  <c:v>3.63</c:v>
                </c:pt>
                <c:pt idx="88">
                  <c:v>3.74</c:v>
                </c:pt>
                <c:pt idx="89">
                  <c:v>3.51</c:v>
                </c:pt>
                <c:pt idx="90">
                  <c:v>3.5</c:v>
                </c:pt>
                <c:pt idx="91">
                  <c:v>3.43</c:v>
                </c:pt>
                <c:pt idx="92">
                  <c:v>3.06</c:v>
                </c:pt>
                <c:pt idx="93">
                  <c:v>2.92</c:v>
                </c:pt>
                <c:pt idx="94">
                  <c:v>2.95</c:v>
                </c:pt>
                <c:pt idx="95">
                  <c:v>3.5</c:v>
                </c:pt>
                <c:pt idx="96">
                  <c:v>3.42</c:v>
                </c:pt>
                <c:pt idx="97">
                  <c:v>3.42</c:v>
                </c:pt>
                <c:pt idx="98">
                  <c:v>3.2</c:v>
                </c:pt>
                <c:pt idx="99">
                  <c:v>3.27</c:v>
                </c:pt>
                <c:pt idx="100">
                  <c:v>3.16</c:v>
                </c:pt>
                <c:pt idx="101">
                  <c:v>3.26</c:v>
                </c:pt>
                <c:pt idx="102">
                  <c:v>3.38</c:v>
                </c:pt>
                <c:pt idx="103">
                  <c:v>4.21</c:v>
                </c:pt>
                <c:pt idx="104">
                  <c:v>4.97</c:v>
                </c:pt>
                <c:pt idx="105">
                  <c:v>5.05</c:v>
                </c:pt>
                <c:pt idx="106">
                  <c:v>4.99</c:v>
                </c:pt>
                <c:pt idx="107">
                  <c:v>4.98</c:v>
                </c:pt>
                <c:pt idx="108">
                  <c:v>4.98</c:v>
                </c:pt>
                <c:pt idx="109">
                  <c:v>4.99</c:v>
                </c:pt>
                <c:pt idx="110">
                  <c:v>4.98</c:v>
                </c:pt>
                <c:pt idx="111">
                  <c:v>4.98</c:v>
                </c:pt>
                <c:pt idx="112">
                  <c:v>4.98</c:v>
                </c:pt>
                <c:pt idx="113">
                  <c:v>4.99</c:v>
                </c:pt>
                <c:pt idx="114">
                  <c:v>4.98</c:v>
                </c:pt>
                <c:pt idx="115">
                  <c:v>5.0</c:v>
                </c:pt>
                <c:pt idx="116">
                  <c:v>4.99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Sheet1!$A$2:$A$118</c:f>
              <c:strCache>
                <c:ptCount val="117"/>
                <c:pt idx="0">
                  <c:v>Aug '08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'08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'09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'09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'09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'09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'09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'09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'10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'10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'10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'10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</c:strCache>
            </c:strRef>
          </c:cat>
          <c:val>
            <c:numRef>
              <c:f>Sheet1!$C$2:$C$118</c:f>
              <c:numCache>
                <c:formatCode>General</c:formatCode>
                <c:ptCount val="117"/>
                <c:pt idx="3">
                  <c:v>3.66</c:v>
                </c:pt>
                <c:pt idx="5">
                  <c:v>2.98</c:v>
                </c:pt>
                <c:pt idx="7">
                  <c:v>1.73</c:v>
                </c:pt>
                <c:pt idx="10">
                  <c:v>1.01</c:v>
                </c:pt>
                <c:pt idx="13">
                  <c:v>0.93</c:v>
                </c:pt>
                <c:pt idx="14">
                  <c:v>0.37</c:v>
                </c:pt>
                <c:pt idx="15">
                  <c:v>0.99</c:v>
                </c:pt>
                <c:pt idx="16">
                  <c:v>0.77</c:v>
                </c:pt>
                <c:pt idx="17">
                  <c:v>1.04</c:v>
                </c:pt>
                <c:pt idx="19">
                  <c:v>1.32</c:v>
                </c:pt>
                <c:pt idx="20">
                  <c:v>1.67</c:v>
                </c:pt>
                <c:pt idx="43">
                  <c:v>2.46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Sheet1!$A$2:$A$118</c:f>
              <c:strCache>
                <c:ptCount val="117"/>
                <c:pt idx="0">
                  <c:v>Aug '08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'08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'09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'09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'09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'09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'09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'09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'10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'10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'10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'10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</c:strCache>
            </c:strRef>
          </c:cat>
          <c:val>
            <c:numRef>
              <c:f>Sheet1!$D$2:$D$118</c:f>
              <c:numCache>
                <c:formatCode>General</c:formatCode>
                <c:ptCount val="117"/>
                <c:pt idx="103">
                  <c:v>4.21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PENWEST PHARMACEUTICALS CO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PPCO  ·  acquired by Endo Pharmaceuticals Holdings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53%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54%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Aug 09, 2010   ·   Closed Nov 04, 2010   ·   Status: completed   ·   Pre-ann. volume 0.7×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PENWEST PHARMACEUTICALS CO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PENWEST PHARMACEUTICALS CO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97652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783252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8450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11400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737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56364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4278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3200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5000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1978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Jul 2010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Nov 2010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06, 2010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New Penwest Board adopts operating priorities to wind down…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16, 2010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Endo informs Penwest it filed an NDA for a tamper-resistant…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23, 2010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Endo CFO Alan Levin inquires if Penwest would be interested…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27, 2010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Penwest counters at $6.50 per share.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28, 2010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Endo raises offer to $4.25; Penwest counters at $5.00 plus…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09, 2010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Penwest Board unanimously approves the Merger Agreement at…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20, 2010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17, 2010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approximately 82.8% of shares…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20, 2010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accepts shares for payment; change in control…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04, 2010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meeting of shareholders held to approve the…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10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PENWEST PHARMACEUTICALS 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13 unexplained pre-announcement move weeks (of 14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2008-11-28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+168%  ($0.37→$0.99)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619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2008-11-21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-60%  ($0.93→$0.37)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626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2008-10-10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-45%  ($1.73→$0.95)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668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2008-12-12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+35%  ($0.77→$1.04)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605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2008-09-26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-33%  ($2.98→$2)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682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2008-12-19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+32%  ($1.04→$1.37)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598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2009-01-02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+26%  ($1.32→$1.67)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584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2009-01-09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($1.67→$2.07)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577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PENWEST PHARMACEUTICALS 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2010-09-30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Penwest Announces Special Meeting Date of November 4, 2010 to Vote on Merger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