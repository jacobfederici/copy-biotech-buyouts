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Jan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Aug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'26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202.3</c:v>
                </c:pt>
                <c:pt idx="1">
                  <c:v>199.34</c:v>
                </c:pt>
                <c:pt idx="2">
                  <c:v>209.42</c:v>
                </c:pt>
                <c:pt idx="3">
                  <c:v>207.74</c:v>
                </c:pt>
                <c:pt idx="4">
                  <c:v>69.75</c:v>
                </c:pt>
                <c:pt idx="5">
                  <c:v>71.83</c:v>
                </c:pt>
                <c:pt idx="6">
                  <c:v>72.63</c:v>
                </c:pt>
                <c:pt idx="7">
                  <c:v>67.75</c:v>
                </c:pt>
                <c:pt idx="8">
                  <c:v>66.63</c:v>
                </c:pt>
                <c:pt idx="9">
                  <c:v>71.83</c:v>
                </c:pt>
                <c:pt idx="10">
                  <c:v>63.19</c:v>
                </c:pt>
                <c:pt idx="11">
                  <c:v>73.51</c:v>
                </c:pt>
                <c:pt idx="12">
                  <c:v>63.59</c:v>
                </c:pt>
                <c:pt idx="13">
                  <c:v>64.79</c:v>
                </c:pt>
                <c:pt idx="14">
                  <c:v>66.63</c:v>
                </c:pt>
                <c:pt idx="15">
                  <c:v>34.64</c:v>
                </c:pt>
                <c:pt idx="16">
                  <c:v>32.32</c:v>
                </c:pt>
                <c:pt idx="17">
                  <c:v>33.44</c:v>
                </c:pt>
                <c:pt idx="18">
                  <c:v>32.08</c:v>
                </c:pt>
                <c:pt idx="19">
                  <c:v>30.72</c:v>
                </c:pt>
                <c:pt idx="20">
                  <c:v>26.56</c:v>
                </c:pt>
                <c:pt idx="21">
                  <c:v>25.12</c:v>
                </c:pt>
                <c:pt idx="22">
                  <c:v>24.4</c:v>
                </c:pt>
                <c:pt idx="23">
                  <c:v>22.4</c:v>
                </c:pt>
                <c:pt idx="24">
                  <c:v>27.44</c:v>
                </c:pt>
                <c:pt idx="25">
                  <c:v>26.32</c:v>
                </c:pt>
                <c:pt idx="26">
                  <c:v>26.72</c:v>
                </c:pt>
                <c:pt idx="27">
                  <c:v>23.68</c:v>
                </c:pt>
                <c:pt idx="28">
                  <c:v>18.16</c:v>
                </c:pt>
                <c:pt idx="29">
                  <c:v>17.52</c:v>
                </c:pt>
                <c:pt idx="30">
                  <c:v>18.64</c:v>
                </c:pt>
                <c:pt idx="31">
                  <c:v>16.48</c:v>
                </c:pt>
                <c:pt idx="32">
                  <c:v>14.64</c:v>
                </c:pt>
                <c:pt idx="33">
                  <c:v>15.6</c:v>
                </c:pt>
                <c:pt idx="34">
                  <c:v>14.32</c:v>
                </c:pt>
                <c:pt idx="35">
                  <c:v>15.68</c:v>
                </c:pt>
                <c:pt idx="36">
                  <c:v>16.0</c:v>
                </c:pt>
                <c:pt idx="37">
                  <c:v>14.56</c:v>
                </c:pt>
                <c:pt idx="38">
                  <c:v>14.32</c:v>
                </c:pt>
                <c:pt idx="39">
                  <c:v>15.12</c:v>
                </c:pt>
                <c:pt idx="40">
                  <c:v>17.84</c:v>
                </c:pt>
                <c:pt idx="41">
                  <c:v>23.12</c:v>
                </c:pt>
                <c:pt idx="42">
                  <c:v>8.8</c:v>
                </c:pt>
                <c:pt idx="43">
                  <c:v>8.64</c:v>
                </c:pt>
                <c:pt idx="44">
                  <c:v>10.08</c:v>
                </c:pt>
                <c:pt idx="45">
                  <c:v>8.4</c:v>
                </c:pt>
                <c:pt idx="46">
                  <c:v>7.28</c:v>
                </c:pt>
                <c:pt idx="47">
                  <c:v>6.56</c:v>
                </c:pt>
                <c:pt idx="48">
                  <c:v>13.52</c:v>
                </c:pt>
                <c:pt idx="49">
                  <c:v>13.36</c:v>
                </c:pt>
                <c:pt idx="50">
                  <c:v>10.56</c:v>
                </c:pt>
                <c:pt idx="51">
                  <c:v>9.6</c:v>
                </c:pt>
                <c:pt idx="52">
                  <c:v>9.44</c:v>
                </c:pt>
                <c:pt idx="53">
                  <c:v>9.12</c:v>
                </c:pt>
                <c:pt idx="54">
                  <c:v>9.28</c:v>
                </c:pt>
                <c:pt idx="55">
                  <c:v>9.6</c:v>
                </c:pt>
                <c:pt idx="56">
                  <c:v>10.0</c:v>
                </c:pt>
                <c:pt idx="57">
                  <c:v>9.12</c:v>
                </c:pt>
                <c:pt idx="58">
                  <c:v>9.04</c:v>
                </c:pt>
                <c:pt idx="59">
                  <c:v>9.12</c:v>
                </c:pt>
                <c:pt idx="60">
                  <c:v>10.48</c:v>
                </c:pt>
                <c:pt idx="61">
                  <c:v>9.76</c:v>
                </c:pt>
                <c:pt idx="62">
                  <c:v>8.48</c:v>
                </c:pt>
                <c:pt idx="63">
                  <c:v>6.88</c:v>
                </c:pt>
                <c:pt idx="64">
                  <c:v>6.32</c:v>
                </c:pt>
                <c:pt idx="65">
                  <c:v>7.04</c:v>
                </c:pt>
                <c:pt idx="66">
                  <c:v>7.76</c:v>
                </c:pt>
                <c:pt idx="67">
                  <c:v>6.0</c:v>
                </c:pt>
                <c:pt idx="68">
                  <c:v>6.72</c:v>
                </c:pt>
                <c:pt idx="69">
                  <c:v>9.84</c:v>
                </c:pt>
                <c:pt idx="70">
                  <c:v>7.12</c:v>
                </c:pt>
                <c:pt idx="71">
                  <c:v>9.36</c:v>
                </c:pt>
                <c:pt idx="72">
                  <c:v>8.32</c:v>
                </c:pt>
                <c:pt idx="73">
                  <c:v>59.43</c:v>
                </c:pt>
                <c:pt idx="74">
                  <c:v>67.43</c:v>
                </c:pt>
                <c:pt idx="75">
                  <c:v>64.39</c:v>
                </c:pt>
                <c:pt idx="76">
                  <c:v>67.67</c:v>
                </c:pt>
                <c:pt idx="77">
                  <c:v>93.43</c:v>
                </c:pt>
                <c:pt idx="78">
                  <c:v>106.47</c:v>
                </c:pt>
                <c:pt idx="79">
                  <c:v>10.49</c:v>
                </c:pt>
                <c:pt idx="80">
                  <c:v>9.81</c:v>
                </c:pt>
                <c:pt idx="81">
                  <c:v>11.74</c:v>
                </c:pt>
                <c:pt idx="82">
                  <c:v>11.31</c:v>
                </c:pt>
                <c:pt idx="83">
                  <c:v>11.38</c:v>
                </c:pt>
                <c:pt idx="84">
                  <c:v>12.93</c:v>
                </c:pt>
                <c:pt idx="85">
                  <c:v>16.22</c:v>
                </c:pt>
                <c:pt idx="86">
                  <c:v>19.86</c:v>
                </c:pt>
                <c:pt idx="87">
                  <c:v>26.38</c:v>
                </c:pt>
                <c:pt idx="88">
                  <c:v>30.14</c:v>
                </c:pt>
                <c:pt idx="89">
                  <c:v>26.79</c:v>
                </c:pt>
                <c:pt idx="90">
                  <c:v>29.34</c:v>
                </c:pt>
                <c:pt idx="91">
                  <c:v>29.53</c:v>
                </c:pt>
                <c:pt idx="92">
                  <c:v>30.21</c:v>
                </c:pt>
                <c:pt idx="93">
                  <c:v>28.86</c:v>
                </c:pt>
                <c:pt idx="94">
                  <c:v>28.85</c:v>
                </c:pt>
                <c:pt idx="95">
                  <c:v>27.08</c:v>
                </c:pt>
                <c:pt idx="96">
                  <c:v>33.8</c:v>
                </c:pt>
                <c:pt idx="97">
                  <c:v>34.47</c:v>
                </c:pt>
                <c:pt idx="98">
                  <c:v>36.8</c:v>
                </c:pt>
                <c:pt idx="99">
                  <c:v>33.81</c:v>
                </c:pt>
                <c:pt idx="100">
                  <c:v>35.42</c:v>
                </c:pt>
                <c:pt idx="101">
                  <c:v>31.85</c:v>
                </c:pt>
                <c:pt idx="102">
                  <c:v>33.62</c:v>
                </c:pt>
                <c:pt idx="103">
                  <c:v>35.1</c:v>
                </c:pt>
                <c:pt idx="104">
                  <c:v>57.63</c:v>
                </c:pt>
                <c:pt idx="105">
                  <c:v>57.68</c:v>
                </c:pt>
                <c:pt idx="106">
                  <c:v>57.69</c:v>
                </c:pt>
                <c:pt idx="107">
                  <c:v>57.72</c:v>
                </c:pt>
                <c:pt idx="108">
                  <c:v>57.92</c:v>
                </c:pt>
                <c:pt idx="109">
                  <c:v>57.98</c:v>
                </c:pt>
                <c:pt idx="110">
                  <c:v>58.01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Jan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Aug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'26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86">
                  <c:v>19.86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Jan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Aug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'26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3">
                  <c:v>207.74</c:v>
                </c:pt>
                <c:pt idx="14">
                  <c:v>66.63</c:v>
                </c:pt>
                <c:pt idx="40">
                  <c:v>17.84</c:v>
                </c:pt>
                <c:pt idx="41">
                  <c:v>23.12</c:v>
                </c:pt>
                <c:pt idx="47">
                  <c:v>6.56</c:v>
                </c:pt>
                <c:pt idx="68">
                  <c:v>6.72</c:v>
                </c:pt>
                <c:pt idx="69">
                  <c:v>9.84</c:v>
                </c:pt>
                <c:pt idx="70">
                  <c:v>7.12</c:v>
                </c:pt>
                <c:pt idx="72">
                  <c:v>8.32</c:v>
                </c:pt>
                <c:pt idx="76">
                  <c:v>67.67</c:v>
                </c:pt>
                <c:pt idx="84">
                  <c:v>12.93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Jan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Aug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'26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57.63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RAPT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RAPT  ·  acquired by GSK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20, 2026   ·   Closed Mar 03, 2026   ·   Status: completed   ·   Pre-ann. volume 0.6×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RAPT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RAPT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53439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1999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856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256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213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170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81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860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282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993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239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084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7953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0409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9545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Oct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meeting between GSK Search &amp; Evaluation Director…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15,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RAPT and GSK enter into an initial confidentiality…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24,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RAPT management provides a presentation to GSK.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08,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SVP Chris Sheldon confirms interest in an acquisition…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submits initial non-binding proposal of $50.00 per…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23,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submits revised proposal of $53.00 cash plus a $4.00…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30,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submits third proposal of $55.50 cash plus a $4.00 CVR…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01,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submits 'best and final' proposal of $58.00 per share…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02,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RAPT enters into exclusivity agreement with GSK through…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15,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Exclusivity extended to January 20, 2026.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19,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RAPT Board unanimously approves the Merger Agreement; J.P.…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20,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02,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02,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03,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RAPT becomes a wholly owned subsidiary of…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RAPT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19 unexplained pre-announcement move weeks (of 20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2025-06-20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+614%  ($1.04→$7.43)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214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2024-12-27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+105%  ($0.83→$1.69)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389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2024-02-23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-66%  ($25.97→$8.72)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697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2024-11-15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-62%  ($2.89→$1.1)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431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2024-05-10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-48%  ($8.33→$4.33)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620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2025-05-23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+47%  ($0.84→$1.23)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242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2025-07-18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+38%  ($8.46→$11.68)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186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2025-09-26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($19.86→$26.38)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116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RAPT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RAPT Therapeutics Announces Positive Data, Including Objective Response Rates and Progression-Free…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RAPT Therapeutics Reports Third Quarter 2023 Financial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RAPT Therapeutics Reports Third Quarter 2023 Financial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2024-09-25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RAPT Therapeutics, Inc. (RAPT) Stock Falls Following FDA Setback; Short Sellers Cite Unprofitability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RAPT Therapeutics Announces FDA Clearance of IND Application to Proceed to Phase 2b Trial of RPT904 in Food…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2025-10-19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RAPT Therapeutics to Report Topline Data from Phase 2 Clinical Trial of RPT904 in Chronic Spontaneous…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2025-10-26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Wells Fargo Boosts RAPT Therapeutics (RAPT) PT to $48 on Promising Anti-IgE Drug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2026-01-20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GSK Digs In On Allergies With $2.2 Billion Rapt Therapeutics Buyout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2026-01-21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GSK to Boost Respiratory &amp;amp; Immunology Pipeline With $2.2B RAPT Buyout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