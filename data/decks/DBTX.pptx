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Aug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'23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7.37</c:v>
                </c:pt>
                <c:pt idx="1">
                  <c:v>7.08</c:v>
                </c:pt>
                <c:pt idx="2">
                  <c:v>7.25</c:v>
                </c:pt>
                <c:pt idx="3">
                  <c:v>8.44</c:v>
                </c:pt>
                <c:pt idx="4">
                  <c:v>7.59</c:v>
                </c:pt>
                <c:pt idx="5">
                  <c:v>8.33</c:v>
                </c:pt>
                <c:pt idx="6">
                  <c:v>8.57</c:v>
                </c:pt>
                <c:pt idx="7">
                  <c:v>7.99</c:v>
                </c:pt>
                <c:pt idx="8">
                  <c:v>7.63</c:v>
                </c:pt>
                <c:pt idx="9">
                  <c:v>7.56</c:v>
                </c:pt>
                <c:pt idx="10">
                  <c:v>7.31</c:v>
                </c:pt>
                <c:pt idx="11">
                  <c:v>8.11</c:v>
                </c:pt>
                <c:pt idx="12">
                  <c:v>8.39</c:v>
                </c:pt>
                <c:pt idx="13">
                  <c:v>7.28</c:v>
                </c:pt>
                <c:pt idx="14">
                  <c:v>7.45</c:v>
                </c:pt>
                <c:pt idx="15">
                  <c:v>7.28</c:v>
                </c:pt>
                <c:pt idx="16">
                  <c:v>6.2</c:v>
                </c:pt>
                <c:pt idx="17">
                  <c:v>5.98</c:v>
                </c:pt>
                <c:pt idx="18">
                  <c:v>4.57</c:v>
                </c:pt>
                <c:pt idx="19">
                  <c:v>4.58</c:v>
                </c:pt>
                <c:pt idx="20">
                  <c:v>4.65</c:v>
                </c:pt>
                <c:pt idx="21">
                  <c:v>4.4</c:v>
                </c:pt>
                <c:pt idx="22">
                  <c:v>4.66</c:v>
                </c:pt>
                <c:pt idx="23">
                  <c:v>4.59</c:v>
                </c:pt>
                <c:pt idx="24">
                  <c:v>4.32</c:v>
                </c:pt>
                <c:pt idx="25">
                  <c:v>4.24</c:v>
                </c:pt>
                <c:pt idx="26">
                  <c:v>3.86</c:v>
                </c:pt>
                <c:pt idx="27">
                  <c:v>3.46</c:v>
                </c:pt>
                <c:pt idx="28">
                  <c:v>3.5</c:v>
                </c:pt>
                <c:pt idx="29">
                  <c:v>3.38</c:v>
                </c:pt>
                <c:pt idx="30">
                  <c:v>3.22</c:v>
                </c:pt>
                <c:pt idx="31">
                  <c:v>3.1</c:v>
                </c:pt>
                <c:pt idx="32">
                  <c:v>3.14</c:v>
                </c:pt>
                <c:pt idx="33">
                  <c:v>2.81</c:v>
                </c:pt>
                <c:pt idx="34">
                  <c:v>2.26</c:v>
                </c:pt>
                <c:pt idx="35">
                  <c:v>2.06</c:v>
                </c:pt>
                <c:pt idx="36">
                  <c:v>2.32</c:v>
                </c:pt>
                <c:pt idx="37">
                  <c:v>2.01</c:v>
                </c:pt>
                <c:pt idx="38">
                  <c:v>2.07</c:v>
                </c:pt>
                <c:pt idx="39">
                  <c:v>2.09</c:v>
                </c:pt>
                <c:pt idx="40">
                  <c:v>2.27</c:v>
                </c:pt>
                <c:pt idx="41">
                  <c:v>2.34</c:v>
                </c:pt>
                <c:pt idx="42">
                  <c:v>2.51</c:v>
                </c:pt>
                <c:pt idx="43">
                  <c:v>2.52</c:v>
                </c:pt>
                <c:pt idx="44">
                  <c:v>2.3</c:v>
                </c:pt>
                <c:pt idx="45">
                  <c:v>2.49</c:v>
                </c:pt>
                <c:pt idx="46">
                  <c:v>4.12</c:v>
                </c:pt>
                <c:pt idx="47">
                  <c:v>4.98</c:v>
                </c:pt>
                <c:pt idx="48">
                  <c:v>4.61</c:v>
                </c:pt>
                <c:pt idx="49">
                  <c:v>5.26</c:v>
                </c:pt>
                <c:pt idx="50">
                  <c:v>4.61</c:v>
                </c:pt>
                <c:pt idx="51">
                  <c:v>4.45</c:v>
                </c:pt>
                <c:pt idx="52">
                  <c:v>4.33</c:v>
                </c:pt>
                <c:pt idx="53">
                  <c:v>4.64</c:v>
                </c:pt>
                <c:pt idx="54">
                  <c:v>4.36</c:v>
                </c:pt>
                <c:pt idx="55">
                  <c:v>4.44</c:v>
                </c:pt>
                <c:pt idx="56">
                  <c:v>5.27</c:v>
                </c:pt>
                <c:pt idx="57">
                  <c:v>5.01</c:v>
                </c:pt>
                <c:pt idx="58">
                  <c:v>3.82</c:v>
                </c:pt>
                <c:pt idx="59">
                  <c:v>3.46</c:v>
                </c:pt>
                <c:pt idx="60">
                  <c:v>2.96</c:v>
                </c:pt>
                <c:pt idx="61">
                  <c:v>2.96</c:v>
                </c:pt>
                <c:pt idx="62">
                  <c:v>3.93</c:v>
                </c:pt>
                <c:pt idx="63">
                  <c:v>3.66</c:v>
                </c:pt>
                <c:pt idx="64">
                  <c:v>3.41</c:v>
                </c:pt>
                <c:pt idx="65">
                  <c:v>3.25</c:v>
                </c:pt>
                <c:pt idx="66">
                  <c:v>3.33</c:v>
                </c:pt>
                <c:pt idx="67">
                  <c:v>3.28</c:v>
                </c:pt>
                <c:pt idx="68">
                  <c:v>3.13</c:v>
                </c:pt>
                <c:pt idx="69">
                  <c:v>2.59</c:v>
                </c:pt>
                <c:pt idx="70">
                  <c:v>2.17</c:v>
                </c:pt>
                <c:pt idx="71">
                  <c:v>2.0</c:v>
                </c:pt>
                <c:pt idx="72">
                  <c:v>2.05</c:v>
                </c:pt>
                <c:pt idx="73">
                  <c:v>2.54</c:v>
                </c:pt>
                <c:pt idx="74">
                  <c:v>2.51</c:v>
                </c:pt>
                <c:pt idx="75">
                  <c:v>2.59</c:v>
                </c:pt>
                <c:pt idx="76">
                  <c:v>3.34</c:v>
                </c:pt>
                <c:pt idx="77">
                  <c:v>3.25</c:v>
                </c:pt>
                <c:pt idx="78">
                  <c:v>4.32</c:v>
                </c:pt>
                <c:pt idx="79">
                  <c:v>4.3</c:v>
                </c:pt>
                <c:pt idx="80">
                  <c:v>4.0</c:v>
                </c:pt>
                <c:pt idx="81">
                  <c:v>4.4</c:v>
                </c:pt>
                <c:pt idx="82">
                  <c:v>4.02</c:v>
                </c:pt>
                <c:pt idx="83">
                  <c:v>3.34</c:v>
                </c:pt>
                <c:pt idx="84">
                  <c:v>2.65</c:v>
                </c:pt>
                <c:pt idx="85">
                  <c:v>3.02</c:v>
                </c:pt>
                <c:pt idx="86">
                  <c:v>3.11</c:v>
                </c:pt>
                <c:pt idx="87">
                  <c:v>2.41</c:v>
                </c:pt>
                <c:pt idx="88">
                  <c:v>2.69</c:v>
                </c:pt>
                <c:pt idx="89">
                  <c:v>3.22</c:v>
                </c:pt>
                <c:pt idx="90">
                  <c:v>3.37</c:v>
                </c:pt>
                <c:pt idx="91">
                  <c:v>3.61</c:v>
                </c:pt>
                <c:pt idx="92">
                  <c:v>4.43</c:v>
                </c:pt>
                <c:pt idx="93">
                  <c:v>3.91</c:v>
                </c:pt>
                <c:pt idx="94">
                  <c:v>4.19</c:v>
                </c:pt>
                <c:pt idx="95">
                  <c:v>4.41</c:v>
                </c:pt>
                <c:pt idx="96">
                  <c:v>4.25</c:v>
                </c:pt>
                <c:pt idx="97">
                  <c:v>3.98</c:v>
                </c:pt>
                <c:pt idx="98">
                  <c:v>3.85</c:v>
                </c:pt>
                <c:pt idx="99">
                  <c:v>3.5</c:v>
                </c:pt>
                <c:pt idx="100">
                  <c:v>3.15</c:v>
                </c:pt>
                <c:pt idx="101">
                  <c:v>3.04</c:v>
                </c:pt>
                <c:pt idx="102">
                  <c:v>2.96</c:v>
                </c:pt>
                <c:pt idx="103">
                  <c:v>3.03</c:v>
                </c:pt>
                <c:pt idx="104">
                  <c:v>5.11</c:v>
                </c:pt>
                <c:pt idx="105">
                  <c:v>5.02</c:v>
                </c:pt>
                <c:pt idx="106">
                  <c:v>5.14</c:v>
                </c:pt>
                <c:pt idx="107">
                  <c:v>5.11</c:v>
                </c:pt>
                <c:pt idx="108">
                  <c:v>5.12</c:v>
                </c:pt>
                <c:pt idx="109">
                  <c:v>5.1</c:v>
                </c:pt>
                <c:pt idx="110">
                  <c:v>4.91</c:v>
                </c:pt>
                <c:pt idx="111">
                  <c:v>4.91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Aug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'23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45">
                  <c:v>2.49</c:v>
                </c:pt>
                <c:pt idx="46">
                  <c:v>4.12</c:v>
                </c:pt>
                <c:pt idx="61">
                  <c:v>2.96</c:v>
                </c:pt>
                <c:pt idx="83">
                  <c:v>3.34</c:v>
                </c:pt>
                <c:pt idx="91">
                  <c:v>3.61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Aug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'23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7">
                  <c:v>5.98</c:v>
                </c:pt>
                <c:pt idx="57">
                  <c:v>5.01</c:v>
                </c:pt>
                <c:pt idx="72">
                  <c:v>2.05</c:v>
                </c:pt>
                <c:pt idx="75">
                  <c:v>2.59</c:v>
                </c:pt>
                <c:pt idx="77">
                  <c:v>3.25</c:v>
                </c:pt>
                <c:pt idx="86">
                  <c:v>3.11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Aug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'23</c:v>
                </c:pt>
                <c:pt idx="111">
                  <c:v/>
                </c:pt>
              </c:strCache>
            </c:strRef>
          </c:cat>
          <c:val>
            <c:numRef>
              <c:f>Sheet1!$E$2:$E$113</c:f>
              <c:numCache>
                <c:formatCode>General</c:formatCode>
                <c:ptCount val="112"/>
                <c:pt idx="104">
                  <c:v>5.11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Decibel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DBTX  ·  acquired by Regeneron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-94%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09, 2023   ·   Closed Sep 25, 2023   ·   Status: completed   ·   Pre-ann. volume 1.01×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Decibel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Decibel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8245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6805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564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225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038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648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530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699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208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462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818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225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2759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0894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513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Sep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Decibel and Regeneron enter into a strategic license and…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Regeneron's Nouhad Husseini advises Decibel CEO Laurence…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12, 2023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Regeneron submits a non-binding proposal to acquire Decibel…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Decibel counter-proposes $9.00 per share cash plus $4.00…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10,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Regeneron increases cash offer to $6.00 per share.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16, 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Regeneron CEO Leonard Schleifer proposes $6.00 cash plus…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09, 2023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Regeneron proposes $6.50 per share in all-cash with no CVR.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19, 2023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Regeneron expresses concerns regarding DB-OTO patient…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24, 2023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Regeneron reduces offer to $3.25 cash plus $3.25 CVR due to…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31, 2023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Regeneron submits 'best and final' proposal of $4.00 cash…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08, 2023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Decibel Board unanimously approves the Merger Agreement.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09, 2023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22, 2023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86.12% of shares tendered.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Decibel becomes a wholly owned subsidiary…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Decibel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11 unexplained pre-announcement move weeks (of 12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2022-07-01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+66%  ($2.49→$4.12)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2022-10-21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($2.96→$3.93)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2023-02-10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($3.25→$4.32)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180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2023-01-27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($2.59→$3.34)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194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2023-01-06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($2.05→$2.54)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215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2022-09-23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($5.01→$3.82)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320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2021-12-17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($5.98→$4.57)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600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2023-05-19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($3.61→$4.43)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82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Decibel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Decibel Therapeutics to Present DB-020 Phase 1b Clinical Trial Data at the American Society of Clinical…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Decibel Therapeutics Reports Second Quarter 2023 Financial Results and Corporate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4 big deal reports: Michael Kors parent rockets on huge buyout deal with Tapestry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CPRI, ZYNE, APGN, DBTX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CELL, DBTX, CPRI, ESTE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DBTX, CELL, ESTE, CPRI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NEWR, AMNB, DBTX, RETA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The M&amp;amp;A Class Action Firm Continues Investigating the Merger – DBTX, CELL, CCF, 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DBTX, RETA, VRTV, HCCI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