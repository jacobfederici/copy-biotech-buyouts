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Sheet1!$A$2:$A$27</c:f>
              <c:strCache>
                <c:ptCount val="26"/>
                <c:pt idx="0">
                  <c:v>Jun '18</c:v>
                </c:pt>
                <c:pt idx="1">
                  <c:v/>
                </c:pt>
                <c:pt idx="2">
                  <c:v>Aug '18</c:v>
                </c:pt>
                <c:pt idx="3">
                  <c:v/>
                </c:pt>
                <c:pt idx="4">
                  <c:v>Dec '18</c:v>
                </c:pt>
                <c:pt idx="5">
                  <c:v/>
                </c:pt>
                <c:pt idx="6">
                  <c:v>Apr '19</c:v>
                </c:pt>
                <c:pt idx="7">
                  <c:v/>
                </c:pt>
                <c:pt idx="8">
                  <c:v>Aug '19</c:v>
                </c:pt>
                <c:pt idx="9">
                  <c:v/>
                </c:pt>
                <c:pt idx="10">
                  <c:v>Jan '20</c:v>
                </c:pt>
                <c:pt idx="11">
                  <c:v/>
                </c:pt>
                <c:pt idx="12">
                  <c:v>Mar '20</c:v>
                </c:pt>
                <c:pt idx="13">
                  <c:v/>
                </c:pt>
                <c:pt idx="14">
                  <c:v>May '20</c:v>
                </c:pt>
                <c:pt idx="15">
                  <c:v/>
                </c:pt>
                <c:pt idx="16">
                  <c:v>Jun '20</c:v>
                </c:pt>
                <c:pt idx="17">
                  <c:v/>
                </c:pt>
                <c:pt idx="18">
                  <c:v>Jun '20</c:v>
                </c:pt>
                <c:pt idx="19">
                  <c:v/>
                </c:pt>
                <c:pt idx="20">
                  <c:v>Aug '20</c:v>
                </c:pt>
                <c:pt idx="21">
                  <c:v/>
                </c:pt>
                <c:pt idx="22">
                  <c:v>Sep '20</c:v>
                </c:pt>
                <c:pt idx="23">
                  <c:v/>
                </c:pt>
                <c:pt idx="24">
                  <c:v>Sep '20</c:v>
                </c:pt>
                <c:pt idx="25">
                  <c:v/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21.9</c:v>
                </c:pt>
                <c:pt idx="1">
                  <c:v>28.0</c:v>
                </c:pt>
                <c:pt idx="2">
                  <c:v>26.35</c:v>
                </c:pt>
                <c:pt idx="3">
                  <c:v>17.42</c:v>
                </c:pt>
                <c:pt idx="4">
                  <c:v>22.15</c:v>
                </c:pt>
                <c:pt idx="5">
                  <c:v>23.8</c:v>
                </c:pt>
                <c:pt idx="6">
                  <c:v>28.05</c:v>
                </c:pt>
                <c:pt idx="7">
                  <c:v>31.35</c:v>
                </c:pt>
                <c:pt idx="8">
                  <c:v>37.5</c:v>
                </c:pt>
                <c:pt idx="9">
                  <c:v>38.2</c:v>
                </c:pt>
                <c:pt idx="10">
                  <c:v>45.4</c:v>
                </c:pt>
                <c:pt idx="11">
                  <c:v>35.03</c:v>
                </c:pt>
                <c:pt idx="12">
                  <c:v>22.08</c:v>
                </c:pt>
                <c:pt idx="13">
                  <c:v>26.4</c:v>
                </c:pt>
                <c:pt idx="14">
                  <c:v>27.08</c:v>
                </c:pt>
                <c:pt idx="15">
                  <c:v>31.6</c:v>
                </c:pt>
                <c:pt idx="16">
                  <c:v>31.05</c:v>
                </c:pt>
                <c:pt idx="17">
                  <c:v>35.65</c:v>
                </c:pt>
                <c:pt idx="18">
                  <c:v>39.27</c:v>
                </c:pt>
                <c:pt idx="19">
                  <c:v>44.95</c:v>
                </c:pt>
                <c:pt idx="20">
                  <c:v>29.14</c:v>
                </c:pt>
                <c:pt idx="21">
                  <c:v>50.7</c:v>
                </c:pt>
                <c:pt idx="22">
                  <c:v>52.18</c:v>
                </c:pt>
                <c:pt idx="23">
                  <c:v>52.08</c:v>
                </c:pt>
                <c:pt idx="24">
                  <c:v>52.26</c:v>
                </c:pt>
                <c:pt idx="25">
                  <c:v>52.4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Sheet1!$A$2:$A$27</c:f>
              <c:strCache>
                <c:ptCount val="26"/>
                <c:pt idx="0">
                  <c:v>Jun '18</c:v>
                </c:pt>
                <c:pt idx="1">
                  <c:v/>
                </c:pt>
                <c:pt idx="2">
                  <c:v>Aug '18</c:v>
                </c:pt>
                <c:pt idx="3">
                  <c:v/>
                </c:pt>
                <c:pt idx="4">
                  <c:v>Dec '18</c:v>
                </c:pt>
                <c:pt idx="5">
                  <c:v/>
                </c:pt>
                <c:pt idx="6">
                  <c:v>Apr '19</c:v>
                </c:pt>
                <c:pt idx="7">
                  <c:v/>
                </c:pt>
                <c:pt idx="8">
                  <c:v>Aug '19</c:v>
                </c:pt>
                <c:pt idx="9">
                  <c:v/>
                </c:pt>
                <c:pt idx="10">
                  <c:v>Jan '20</c:v>
                </c:pt>
                <c:pt idx="11">
                  <c:v/>
                </c:pt>
                <c:pt idx="12">
                  <c:v>Mar '20</c:v>
                </c:pt>
                <c:pt idx="13">
                  <c:v/>
                </c:pt>
                <c:pt idx="14">
                  <c:v>May '20</c:v>
                </c:pt>
                <c:pt idx="15">
                  <c:v/>
                </c:pt>
                <c:pt idx="16">
                  <c:v>Jun '20</c:v>
                </c:pt>
                <c:pt idx="17">
                  <c:v/>
                </c:pt>
                <c:pt idx="18">
                  <c:v>Jun '20</c:v>
                </c:pt>
                <c:pt idx="19">
                  <c:v/>
                </c:pt>
                <c:pt idx="20">
                  <c:v>Aug '20</c:v>
                </c:pt>
                <c:pt idx="21">
                  <c:v/>
                </c:pt>
                <c:pt idx="22">
                  <c:v>Sep '20</c:v>
                </c:pt>
                <c:pt idx="23">
                  <c:v/>
                </c:pt>
                <c:pt idx="24">
                  <c:v>Sep '20</c:v>
                </c:pt>
                <c:pt idx="25">
                  <c:v/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9">
                  <c:v>38.2</c:v>
                </c:pt>
                <c:pt idx="10">
                  <c:v>45.4</c:v>
                </c:pt>
                <c:pt idx="12">
                  <c:v>22.08</c:v>
                </c:pt>
                <c:pt idx="14">
                  <c:v>27.08</c:v>
                </c:pt>
                <c:pt idx="17">
                  <c:v>35.65</c:v>
                </c:pt>
                <c:pt idx="18">
                  <c:v>39.27</c:v>
                </c:pt>
                <c:pt idx="19">
                  <c:v>44.95</c:v>
                </c:pt>
                <c:pt idx="20">
                  <c:v>29.14</c:v>
                </c:pt>
                <c:pt idx="21">
                  <c:v>50.7</c:v>
                </c:pt>
                <c:pt idx="22">
                  <c:v>52.18</c:v>
                </c:pt>
                <c:pt idx="23">
                  <c:v>52.08</c:v>
                </c:pt>
                <c:pt idx="24">
                  <c:v>52.26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Sheet1!$A$2:$A$27</c:f>
              <c:strCache>
                <c:ptCount val="26"/>
                <c:pt idx="0">
                  <c:v>Jun '18</c:v>
                </c:pt>
                <c:pt idx="1">
                  <c:v/>
                </c:pt>
                <c:pt idx="2">
                  <c:v>Aug '18</c:v>
                </c:pt>
                <c:pt idx="3">
                  <c:v/>
                </c:pt>
                <c:pt idx="4">
                  <c:v>Dec '18</c:v>
                </c:pt>
                <c:pt idx="5">
                  <c:v/>
                </c:pt>
                <c:pt idx="6">
                  <c:v>Apr '19</c:v>
                </c:pt>
                <c:pt idx="7">
                  <c:v/>
                </c:pt>
                <c:pt idx="8">
                  <c:v>Aug '19</c:v>
                </c:pt>
                <c:pt idx="9">
                  <c:v/>
                </c:pt>
                <c:pt idx="10">
                  <c:v>Jan '20</c:v>
                </c:pt>
                <c:pt idx="11">
                  <c:v/>
                </c:pt>
                <c:pt idx="12">
                  <c:v>Mar '20</c:v>
                </c:pt>
                <c:pt idx="13">
                  <c:v/>
                </c:pt>
                <c:pt idx="14">
                  <c:v>May '20</c:v>
                </c:pt>
                <c:pt idx="15">
                  <c:v/>
                </c:pt>
                <c:pt idx="16">
                  <c:v>Jun '20</c:v>
                </c:pt>
                <c:pt idx="17">
                  <c:v/>
                </c:pt>
                <c:pt idx="18">
                  <c:v>Jun '20</c:v>
                </c:pt>
                <c:pt idx="19">
                  <c:v/>
                </c:pt>
                <c:pt idx="20">
                  <c:v>Aug '20</c:v>
                </c:pt>
                <c:pt idx="21">
                  <c:v/>
                </c:pt>
                <c:pt idx="22">
                  <c:v>Sep '20</c:v>
                </c:pt>
                <c:pt idx="23">
                  <c:v/>
                </c:pt>
                <c:pt idx="24">
                  <c:v>Sep '20</c:v>
                </c:pt>
                <c:pt idx="25">
                  <c:v/>
                </c:pt>
              </c:strCache>
            </c:strRef>
          </c:cat>
          <c:val>
            <c:numRef>
              <c:f>Sheet1!$D$2:$D$27</c:f>
              <c:numCache>
                <c:formatCode>General</c:formatCode>
                <c:ptCount val="26"/>
                <c:pt idx="16">
                  <c:v>31.05</c:v>
                </c:pt>
                <c:pt idx="17">
                  <c:v>35.65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Momenta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MNTA  ·  acquired by Johnson &amp; Johnson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$52.5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94%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Jun 15, 2020   ·   Closed Oct 01, 2020   ·   Status: completed   ·   Pre-ann. volume 0.91×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Momenta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Momenta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324829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0429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2928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2420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0894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26996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1233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7335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9538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3776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0216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4454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34793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9030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57166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9199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7674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4623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Apr 2019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Oct 2020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15, 2019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Confidential Disclosure Agreement executed with Janssen…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15, 2020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Confidential Disclosure Agreement terms superseded by new…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29, 2020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Momenta announced it would release interim analysis results…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12, 2020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Momenta released M281 interim Phase 2 data showing positive…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15, 2020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J&amp;J representatives contacted Momenta CEO Craig Wheeler…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22, 2020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J&amp;J delivered initial non-binding proposal; Board engaged…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25, 2020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At Board direction, Goldman Sachs and Centerview contacted…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01, 2020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Momenta and Janssen executed Confidentiality Agreement with…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08, 2020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Committee met and concluded additional outreach…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21, 2020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J&amp;J provided revised non-binding proposal at $47.50 per…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28, 2020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FDA granted M281 rare pediatric disease designation.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07, 2020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J&amp;J provided improved non-binding proposal at $50.50 per…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14, 2020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Stock price closed at $29.14 per share (25% decline from…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18, 2020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J&amp;J Board of Directors approved final offer at $52.50 per…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19, 2020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Momenta Board of Directors approved Agreement and Plan of…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02, 2020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Momenta filed SC 14D9 (Solicitation/Recommendation…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30, 2020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expired; approximately 100,595,118 shares…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01, 2020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Vigor Sub accepted for purchase all tendered shares; Merger…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18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Momenta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Momenta 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2020-06-12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Momenta Announces Positive Interim Data from Phase 2 Study of M281 in Generalized Myasthenia Gravis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2020-07-28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FDA Grants M281 Rare Pediatric Disease Designation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2020-08-19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Momenta Enters into Merger Agreement with Johnson &amp; Johnson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2020-09-02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Merger Agreement Submitted to Shareholders; Board Recommends Acceptance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2020-10-01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Momenta Merger with J&amp;J Subsidiary Becomes Effective; Company Delisted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