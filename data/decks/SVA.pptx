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Aug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'23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6.47</c:v>
                </c:pt>
                <c:pt idx="1">
                  <c:v>6.47</c:v>
                </c:pt>
                <c:pt idx="2">
                  <c:v>6.47</c:v>
                </c:pt>
                <c:pt idx="3">
                  <c:v>6.47</c:v>
                </c:pt>
                <c:pt idx="4">
                  <c:v>6.47</c:v>
                </c:pt>
                <c:pt idx="5">
                  <c:v>6.47</c:v>
                </c:pt>
                <c:pt idx="6">
                  <c:v>6.47</c:v>
                </c:pt>
                <c:pt idx="7">
                  <c:v>6.47</c:v>
                </c:pt>
                <c:pt idx="8">
                  <c:v>6.47</c:v>
                </c:pt>
                <c:pt idx="9">
                  <c:v>6.47</c:v>
                </c:pt>
                <c:pt idx="10">
                  <c:v>6.47</c:v>
                </c:pt>
                <c:pt idx="11">
                  <c:v>6.47</c:v>
                </c:pt>
                <c:pt idx="12">
                  <c:v>6.47</c:v>
                </c:pt>
                <c:pt idx="13">
                  <c:v>6.47</c:v>
                </c:pt>
                <c:pt idx="14">
                  <c:v>6.47</c:v>
                </c:pt>
                <c:pt idx="15">
                  <c:v>6.47</c:v>
                </c:pt>
                <c:pt idx="16">
                  <c:v>6.47</c:v>
                </c:pt>
                <c:pt idx="17">
                  <c:v>6.47</c:v>
                </c:pt>
                <c:pt idx="18">
                  <c:v>6.47</c:v>
                </c:pt>
                <c:pt idx="19">
                  <c:v>6.47</c:v>
                </c:pt>
                <c:pt idx="20">
                  <c:v>6.47</c:v>
                </c:pt>
                <c:pt idx="21">
                  <c:v>6.47</c:v>
                </c:pt>
                <c:pt idx="22">
                  <c:v>6.47</c:v>
                </c:pt>
                <c:pt idx="23">
                  <c:v>6.47</c:v>
                </c:pt>
                <c:pt idx="24">
                  <c:v>6.47</c:v>
                </c:pt>
                <c:pt idx="25">
                  <c:v>6.47</c:v>
                </c:pt>
                <c:pt idx="26">
                  <c:v>6.47</c:v>
                </c:pt>
                <c:pt idx="27">
                  <c:v>6.47</c:v>
                </c:pt>
                <c:pt idx="28">
                  <c:v>6.47</c:v>
                </c:pt>
                <c:pt idx="29">
                  <c:v>6.47</c:v>
                </c:pt>
                <c:pt idx="30">
                  <c:v>6.47</c:v>
                </c:pt>
                <c:pt idx="31">
                  <c:v>6.47</c:v>
                </c:pt>
                <c:pt idx="32">
                  <c:v>6.47</c:v>
                </c:pt>
                <c:pt idx="33">
                  <c:v>6.47</c:v>
                </c:pt>
                <c:pt idx="34">
                  <c:v>6.47</c:v>
                </c:pt>
                <c:pt idx="35">
                  <c:v>6.47</c:v>
                </c:pt>
                <c:pt idx="36">
                  <c:v>6.47</c:v>
                </c:pt>
                <c:pt idx="37">
                  <c:v>6.47</c:v>
                </c:pt>
                <c:pt idx="38">
                  <c:v>6.47</c:v>
                </c:pt>
                <c:pt idx="39">
                  <c:v>6.47</c:v>
                </c:pt>
                <c:pt idx="40">
                  <c:v>6.47</c:v>
                </c:pt>
                <c:pt idx="41">
                  <c:v>6.47</c:v>
                </c:pt>
                <c:pt idx="42">
                  <c:v>6.47</c:v>
                </c:pt>
                <c:pt idx="43">
                  <c:v>6.47</c:v>
                </c:pt>
                <c:pt idx="44">
                  <c:v>6.47</c:v>
                </c:pt>
                <c:pt idx="45">
                  <c:v>6.47</c:v>
                </c:pt>
                <c:pt idx="46">
                  <c:v>6.47</c:v>
                </c:pt>
                <c:pt idx="47">
                  <c:v>6.47</c:v>
                </c:pt>
                <c:pt idx="48">
                  <c:v>6.47</c:v>
                </c:pt>
                <c:pt idx="49">
                  <c:v>6.47</c:v>
                </c:pt>
                <c:pt idx="50">
                  <c:v>6.47</c:v>
                </c:pt>
                <c:pt idx="51">
                  <c:v>6.47</c:v>
                </c:pt>
                <c:pt idx="52">
                  <c:v>6.47</c:v>
                </c:pt>
                <c:pt idx="53">
                  <c:v>6.47</c:v>
                </c:pt>
                <c:pt idx="54">
                  <c:v>6.47</c:v>
                </c:pt>
                <c:pt idx="55">
                  <c:v>6.47</c:v>
                </c:pt>
                <c:pt idx="56">
                  <c:v>6.47</c:v>
                </c:pt>
                <c:pt idx="57">
                  <c:v>6.47</c:v>
                </c:pt>
                <c:pt idx="58">
                  <c:v>6.47</c:v>
                </c:pt>
                <c:pt idx="59">
                  <c:v>6.47</c:v>
                </c:pt>
                <c:pt idx="60">
                  <c:v>6.47</c:v>
                </c:pt>
                <c:pt idx="61">
                  <c:v>6.47</c:v>
                </c:pt>
                <c:pt idx="62">
                  <c:v>6.47</c:v>
                </c:pt>
                <c:pt idx="63">
                  <c:v>6.47</c:v>
                </c:pt>
                <c:pt idx="64">
                  <c:v>6.47</c:v>
                </c:pt>
                <c:pt idx="65">
                  <c:v>6.47</c:v>
                </c:pt>
                <c:pt idx="66">
                  <c:v>6.47</c:v>
                </c:pt>
                <c:pt idx="67">
                  <c:v>6.47</c:v>
                </c:pt>
                <c:pt idx="68">
                  <c:v>6.47</c:v>
                </c:pt>
                <c:pt idx="69">
                  <c:v>6.47</c:v>
                </c:pt>
                <c:pt idx="70">
                  <c:v>6.47</c:v>
                </c:pt>
                <c:pt idx="71">
                  <c:v>6.47</c:v>
                </c:pt>
                <c:pt idx="72">
                  <c:v>6.47</c:v>
                </c:pt>
                <c:pt idx="73">
                  <c:v>6.47</c:v>
                </c:pt>
                <c:pt idx="74">
                  <c:v>6.47</c:v>
                </c:pt>
                <c:pt idx="75">
                  <c:v>6.47</c:v>
                </c:pt>
                <c:pt idx="76">
                  <c:v>6.47</c:v>
                </c:pt>
                <c:pt idx="77">
                  <c:v>6.47</c:v>
                </c:pt>
                <c:pt idx="78">
                  <c:v>6.47</c:v>
                </c:pt>
                <c:pt idx="79">
                  <c:v>6.47</c:v>
                </c:pt>
                <c:pt idx="80">
                  <c:v>6.47</c:v>
                </c:pt>
                <c:pt idx="81">
                  <c:v>6.47</c:v>
                </c:pt>
                <c:pt idx="82">
                  <c:v>6.47</c:v>
                </c:pt>
                <c:pt idx="83">
                  <c:v>6.47</c:v>
                </c:pt>
                <c:pt idx="84">
                  <c:v>6.47</c:v>
                </c:pt>
                <c:pt idx="85">
                  <c:v>6.47</c:v>
                </c:pt>
                <c:pt idx="86">
                  <c:v>6.47</c:v>
                </c:pt>
                <c:pt idx="87">
                  <c:v>6.47</c:v>
                </c:pt>
                <c:pt idx="88">
                  <c:v>6.47</c:v>
                </c:pt>
                <c:pt idx="89">
                  <c:v>6.47</c:v>
                </c:pt>
                <c:pt idx="90">
                  <c:v>6.47</c:v>
                </c:pt>
                <c:pt idx="91">
                  <c:v>6.47</c:v>
                </c:pt>
                <c:pt idx="92">
                  <c:v>6.47</c:v>
                </c:pt>
                <c:pt idx="93">
                  <c:v>6.47</c:v>
                </c:pt>
                <c:pt idx="94">
                  <c:v>6.47</c:v>
                </c:pt>
                <c:pt idx="95">
                  <c:v>6.47</c:v>
                </c:pt>
                <c:pt idx="96">
                  <c:v>6.47</c:v>
                </c:pt>
                <c:pt idx="97">
                  <c:v>6.47</c:v>
                </c:pt>
                <c:pt idx="98">
                  <c:v>6.47</c:v>
                </c:pt>
                <c:pt idx="99">
                  <c:v>6.47</c:v>
                </c:pt>
                <c:pt idx="100">
                  <c:v>6.47</c:v>
                </c:pt>
                <c:pt idx="101">
                  <c:v>6.47</c:v>
                </c:pt>
                <c:pt idx="102">
                  <c:v>6.47</c:v>
                </c:pt>
                <c:pt idx="103">
                  <c:v>6.47</c:v>
                </c:pt>
                <c:pt idx="104">
                  <c:v>6.47</c:v>
                </c:pt>
                <c:pt idx="105">
                  <c:v>6.47</c:v>
                </c:pt>
                <c:pt idx="106">
                  <c:v>6.47</c:v>
                </c:pt>
                <c:pt idx="107">
                  <c:v>6.47</c:v>
                </c:pt>
                <c:pt idx="108">
                  <c:v>6.47</c:v>
                </c:pt>
                <c:pt idx="109">
                  <c:v>6.47</c:v>
                </c:pt>
                <c:pt idx="110">
                  <c:v>6.47</c:v>
                </c:pt>
                <c:pt idx="111">
                  <c:v>6.47</c:v>
                </c:pt>
                <c:pt idx="112">
                  <c:v>6.47</c:v>
                </c:pt>
                <c:pt idx="113">
                  <c:v>6.47</c:v>
                </c:pt>
                <c:pt idx="114">
                  <c:v>6.47</c:v>
                </c:pt>
                <c:pt idx="115">
                  <c:v>6.47</c:v>
                </c:pt>
                <c:pt idx="116">
                  <c:v>6.47</c:v>
                </c:pt>
                <c:pt idx="117">
                  <c:v>6.47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SINOVAC BIOTECH LTD.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SVA  ·  acquired by Alternative Liquidity Index 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25, 2023   ·   Closed n/a   ·   Status: not_acquisition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SINOVAC BIOTECH LTD.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SINOVAC BIOTECH LTD.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7432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501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010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066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120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Alternative Liquidity Index LP files a Schedule TO for an…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05, 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Sinovac Board of Directors files a Schedule 14D-9…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Expiration date of the initial unsolicited tender offer.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Alternative Liquidity Index LP files a second Schedule TO…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18,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Sinovac Board of Directors files a second Schedule 14D-9…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21,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Expiration date of the second unsolicited tender offer.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SINOVAC BIOTECH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SINOVAC BIOTECH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2021-08-10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SINOVAC Announces Positive Data on Booster Shots of CoronaVac®, Induces Strong Immune Response in Adult and…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2021-09-09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UPDATE 1-European regulator says more data needed on Sputnik, Sinovac vaccines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2E7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Partnership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2021-09-10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Sinovac in talks about setting up S.Africa vaccine production, partner says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2021-11-09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Preliminary Results Show SINOVAC’s COVID-19 Vaccine Demonstrates Good Safety Profile Among the Pediatric…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2021-12-30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SINOVAC Reports Unaudited First Half of 2021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SINOVAC Reports Unaudited Second Half of 2021 Financial Results and Files 2021 Annual Report on Form 20-F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SINOVAC Reports Unaudited First Half of 2022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SINOVAC Reports Unaudited Second Half of 2022 Financial Results and Files 2022 Annual Report on Form 20-F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SINOVAC Reports Unaudited First Half of 2023 Financial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