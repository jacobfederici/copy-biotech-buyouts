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Sheet1!$A$2:$A$119</c:f>
              <c:strCache>
                <c:ptCount val="118"/>
                <c:pt idx="0">
                  <c:v>Jun '06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'06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'06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'07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'07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'07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'07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'07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'08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'08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'08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Aug '08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Sheet1!$B$2:$B$119</c:f>
              <c:numCache>
                <c:formatCode>General</c:formatCode>
                <c:ptCount val="118"/>
                <c:pt idx="0">
                  <c:v>10.61</c:v>
                </c:pt>
                <c:pt idx="1">
                  <c:v>10.99</c:v>
                </c:pt>
                <c:pt idx="2">
                  <c:v>10.26</c:v>
                </c:pt>
                <c:pt idx="3">
                  <c:v>10.73</c:v>
                </c:pt>
                <c:pt idx="4">
                  <c:v>10.3</c:v>
                </c:pt>
                <c:pt idx="5">
                  <c:v>11.9</c:v>
                </c:pt>
                <c:pt idx="6">
                  <c:v>12.53</c:v>
                </c:pt>
                <c:pt idx="7">
                  <c:v>12.49</c:v>
                </c:pt>
                <c:pt idx="8">
                  <c:v>14.5</c:v>
                </c:pt>
                <c:pt idx="9">
                  <c:v>13.56</c:v>
                </c:pt>
                <c:pt idx="10">
                  <c:v>14.2</c:v>
                </c:pt>
                <c:pt idx="11">
                  <c:v>13.73</c:v>
                </c:pt>
                <c:pt idx="12">
                  <c:v>13.09</c:v>
                </c:pt>
                <c:pt idx="13">
                  <c:v>13.3</c:v>
                </c:pt>
                <c:pt idx="14">
                  <c:v>12.21</c:v>
                </c:pt>
                <c:pt idx="15">
                  <c:v>12.91</c:v>
                </c:pt>
                <c:pt idx="16">
                  <c:v>12.5</c:v>
                </c:pt>
                <c:pt idx="17">
                  <c:v>12.01</c:v>
                </c:pt>
                <c:pt idx="18">
                  <c:v>10.27</c:v>
                </c:pt>
                <c:pt idx="19">
                  <c:v>10.19</c:v>
                </c:pt>
                <c:pt idx="20">
                  <c:v>10.57</c:v>
                </c:pt>
                <c:pt idx="21">
                  <c:v>10.52</c:v>
                </c:pt>
                <c:pt idx="22">
                  <c:v>9.64</c:v>
                </c:pt>
                <c:pt idx="23">
                  <c:v>11.12</c:v>
                </c:pt>
                <c:pt idx="24">
                  <c:v>10.0</c:v>
                </c:pt>
                <c:pt idx="25">
                  <c:v>10.25</c:v>
                </c:pt>
                <c:pt idx="26">
                  <c:v>10.0</c:v>
                </c:pt>
                <c:pt idx="27">
                  <c:v>10.17</c:v>
                </c:pt>
                <c:pt idx="28">
                  <c:v>9.5</c:v>
                </c:pt>
                <c:pt idx="29">
                  <c:v>9.7</c:v>
                </c:pt>
                <c:pt idx="30">
                  <c:v>8.55</c:v>
                </c:pt>
                <c:pt idx="31">
                  <c:v>9.7</c:v>
                </c:pt>
                <c:pt idx="32">
                  <c:v>8.75</c:v>
                </c:pt>
                <c:pt idx="33">
                  <c:v>9.0</c:v>
                </c:pt>
                <c:pt idx="34">
                  <c:v>9.1</c:v>
                </c:pt>
                <c:pt idx="35">
                  <c:v>9.07</c:v>
                </c:pt>
                <c:pt idx="36">
                  <c:v>9.8</c:v>
                </c:pt>
                <c:pt idx="37">
                  <c:v>9.0</c:v>
                </c:pt>
                <c:pt idx="38">
                  <c:v>8.55</c:v>
                </c:pt>
                <c:pt idx="39">
                  <c:v>7.56</c:v>
                </c:pt>
                <c:pt idx="40">
                  <c:v>7.3</c:v>
                </c:pt>
                <c:pt idx="41">
                  <c:v>6.85</c:v>
                </c:pt>
                <c:pt idx="42">
                  <c:v>6.9</c:v>
                </c:pt>
                <c:pt idx="43">
                  <c:v>6.15</c:v>
                </c:pt>
                <c:pt idx="44">
                  <c:v>6.0</c:v>
                </c:pt>
                <c:pt idx="45">
                  <c:v>6.5</c:v>
                </c:pt>
                <c:pt idx="46">
                  <c:v>6.1</c:v>
                </c:pt>
                <c:pt idx="47">
                  <c:v>7.5</c:v>
                </c:pt>
                <c:pt idx="48">
                  <c:v>7.48</c:v>
                </c:pt>
                <c:pt idx="49">
                  <c:v>7.48</c:v>
                </c:pt>
                <c:pt idx="50">
                  <c:v>7.34</c:v>
                </c:pt>
                <c:pt idx="51">
                  <c:v>7.23</c:v>
                </c:pt>
                <c:pt idx="52">
                  <c:v>6.65</c:v>
                </c:pt>
                <c:pt idx="53">
                  <c:v>6.45</c:v>
                </c:pt>
                <c:pt idx="54">
                  <c:v>7.1</c:v>
                </c:pt>
                <c:pt idx="55">
                  <c:v>7.15</c:v>
                </c:pt>
                <c:pt idx="56">
                  <c:v>7.4</c:v>
                </c:pt>
                <c:pt idx="57">
                  <c:v>6.71</c:v>
                </c:pt>
                <c:pt idx="58">
                  <c:v>7.55</c:v>
                </c:pt>
                <c:pt idx="59">
                  <c:v>7.4</c:v>
                </c:pt>
                <c:pt idx="60">
                  <c:v>7.41</c:v>
                </c:pt>
                <c:pt idx="61">
                  <c:v>7.55</c:v>
                </c:pt>
                <c:pt idx="62">
                  <c:v>7.6</c:v>
                </c:pt>
                <c:pt idx="63">
                  <c:v>7.62</c:v>
                </c:pt>
                <c:pt idx="64">
                  <c:v>7.6</c:v>
                </c:pt>
                <c:pt idx="65">
                  <c:v>7.6</c:v>
                </c:pt>
                <c:pt idx="66">
                  <c:v>7.47</c:v>
                </c:pt>
                <c:pt idx="67">
                  <c:v>7.27</c:v>
                </c:pt>
                <c:pt idx="68">
                  <c:v>7.3</c:v>
                </c:pt>
                <c:pt idx="69">
                  <c:v>7.3</c:v>
                </c:pt>
                <c:pt idx="70">
                  <c:v>7.35</c:v>
                </c:pt>
                <c:pt idx="71">
                  <c:v>7.4</c:v>
                </c:pt>
                <c:pt idx="72">
                  <c:v>7.45</c:v>
                </c:pt>
                <c:pt idx="73">
                  <c:v>7.2</c:v>
                </c:pt>
                <c:pt idx="74">
                  <c:v>7.4</c:v>
                </c:pt>
                <c:pt idx="75">
                  <c:v>7.6</c:v>
                </c:pt>
                <c:pt idx="76">
                  <c:v>7.6</c:v>
                </c:pt>
                <c:pt idx="77">
                  <c:v>7.65</c:v>
                </c:pt>
                <c:pt idx="78">
                  <c:v>7.61</c:v>
                </c:pt>
                <c:pt idx="79">
                  <c:v>7.65</c:v>
                </c:pt>
                <c:pt idx="80">
                  <c:v>7.61</c:v>
                </c:pt>
                <c:pt idx="81">
                  <c:v>7.3</c:v>
                </c:pt>
                <c:pt idx="82">
                  <c:v>7.4</c:v>
                </c:pt>
                <c:pt idx="83">
                  <c:v>7.6</c:v>
                </c:pt>
                <c:pt idx="84">
                  <c:v>7.75</c:v>
                </c:pt>
                <c:pt idx="85">
                  <c:v>7.76</c:v>
                </c:pt>
                <c:pt idx="86">
                  <c:v>8.4</c:v>
                </c:pt>
                <c:pt idx="87">
                  <c:v>7.75</c:v>
                </c:pt>
                <c:pt idx="88">
                  <c:v>7.7</c:v>
                </c:pt>
                <c:pt idx="89">
                  <c:v>7.75</c:v>
                </c:pt>
                <c:pt idx="90">
                  <c:v>7.75</c:v>
                </c:pt>
                <c:pt idx="91">
                  <c:v>7.85</c:v>
                </c:pt>
                <c:pt idx="92">
                  <c:v>8.35</c:v>
                </c:pt>
                <c:pt idx="93">
                  <c:v>7.95</c:v>
                </c:pt>
                <c:pt idx="94">
                  <c:v>8.15</c:v>
                </c:pt>
                <c:pt idx="95">
                  <c:v>8.25</c:v>
                </c:pt>
                <c:pt idx="96">
                  <c:v>8.36</c:v>
                </c:pt>
                <c:pt idx="97">
                  <c:v>8.25</c:v>
                </c:pt>
                <c:pt idx="98">
                  <c:v>8.3</c:v>
                </c:pt>
                <c:pt idx="99">
                  <c:v>8.3</c:v>
                </c:pt>
                <c:pt idx="100">
                  <c:v>9.5</c:v>
                </c:pt>
                <c:pt idx="101">
                  <c:v>9.0</c:v>
                </c:pt>
                <c:pt idx="102">
                  <c:v>9.0</c:v>
                </c:pt>
                <c:pt idx="103">
                  <c:v>9.1</c:v>
                </c:pt>
                <c:pt idx="104">
                  <c:v>9.5</c:v>
                </c:pt>
                <c:pt idx="105">
                  <c:v>9.45</c:v>
                </c:pt>
                <c:pt idx="106">
                  <c:v>9.45</c:v>
                </c:pt>
                <c:pt idx="107">
                  <c:v>9.35</c:v>
                </c:pt>
                <c:pt idx="108">
                  <c:v>9.75</c:v>
                </c:pt>
                <c:pt idx="109">
                  <c:v>10.0</c:v>
                </c:pt>
                <c:pt idx="110">
                  <c:v>9.77</c:v>
                </c:pt>
                <c:pt idx="111">
                  <c:v>9.75</c:v>
                </c:pt>
                <c:pt idx="112">
                  <c:v>9.8</c:v>
                </c:pt>
                <c:pt idx="113">
                  <c:v>9.8</c:v>
                </c:pt>
                <c:pt idx="114">
                  <c:v>9.8</c:v>
                </c:pt>
                <c:pt idx="115">
                  <c:v>9.75</c:v>
                </c:pt>
                <c:pt idx="116">
                  <c:v>9.25</c:v>
                </c:pt>
                <c:pt idx="117">
                  <c:v>9.75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Sheet1!$A$2:$A$119</c:f>
              <c:strCache>
                <c:ptCount val="118"/>
                <c:pt idx="0">
                  <c:v>Jun '06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'06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'06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'07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'07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'07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'07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'07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'08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'08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'08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Aug '08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Sheet1!$C$2:$C$119</c:f>
              <c:numCache>
                <c:formatCode>General</c:formatCode>
                <c:ptCount val="118"/>
                <c:pt idx="46">
                  <c:v>6.1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TARO PHARMACEUTICAL INDUSTRIES LTD.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TARO  ·  acquired by Sun Pharmaceutical Industries Ltd.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$7.75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-7%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-145%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Jun 25, 2008   ·   Closed n/a   ·   Status: terminated   ·   Pre-ann. volume 0.61×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TARO PHARMACEUTICAL INDUSTRIES LTD.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TARO PHARMACEUTICAL INDUSTRIES LTD.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31892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217492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sp>
        <p:nvSpPr>
          <p:cNvPr id="8" name="Oval 7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885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8629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2390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498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2508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07702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687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1463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May 2007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Jul 2008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18, 2007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Taro enters into a Merger Agreement with Sun at $7.75 per…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19, 2008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Sun purchases 3,712,557 shares from Brandes Investment…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14, 2008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Sun Chairman Dilip Shanghvi demands Taro accept a $10.25…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27, 2008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Taro Board determines the Merger Agreement is stale and no…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28, 2008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Taro announces termination of the Merger Agreement and…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23, 2008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Sun purchases 797,870 shares from Harel Insurance Company…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25, 2008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Sun purports to exercise options to acquire shares from the…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30, 2008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Sun formally commences the tender offer at $7.75 per share.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08, 2008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Taro Board meeting held to formally evaluate the Sun Offer.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10, 2008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Taro files Schedule 14D-9 recommending shareholders reject…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10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TARO PHARMACEUTICAL INDUSTRIES LTD.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 unexplained pre-announcement move weeks (of 1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2007-05-25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+23%  ($6.1→$7.5)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397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TARO PHARMACEUTICAL INDUSTRIES LTD.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2023-10-26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Taro Provides Results for September 30, 2023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2023-12-26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Senti Bio (SNTI) Rises as FDA Clears IND for Cancer Candidate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2024-01-17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Taro Announces Merger Agreement with Sun Pharma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2024-01-17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Taro Announces Merger Agreement with Sun Pharma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2024-01-25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Taro Provides Results for December 31, 2023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2024-04-15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Taro Announces Extraordinary General Meeting and Ordinary Class Meeting of Shareholders for Approval of…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2024-05-08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Leading Independent Proxy Advisory Firms ISS and Glass Lewis Recommend Taro Shareholders Vote "FOR" Taro…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2024-05-20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Taro Provides Results for Year Ended March 31, 2024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2024-05-23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Taro Shareholders Approve Merger with Sun Pharma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