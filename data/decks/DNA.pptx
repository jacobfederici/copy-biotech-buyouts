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Sheet1!$A$2:$A$141</c:f>
              <c:strCache>
                <c:ptCount val="140"/>
                <c:pt idx="0">
                  <c:v>Jul '06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Oct '06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Jan '07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Apr '07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Jun '07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Dec '07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>Mar '08</c:v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>May '08</c:v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>Aug '08</c:v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>Nov '08</c:v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>Feb '09</c:v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</c:strCache>
            </c:strRef>
          </c:cat>
          <c:val>
            <c:numRef>
              <c:f>Sheet1!$B$2:$B$141</c:f>
              <c:numCache>
                <c:formatCode>General</c:formatCode>
                <c:ptCount val="140"/>
                <c:pt idx="0">
                  <c:v>80.14</c:v>
                </c:pt>
                <c:pt idx="1">
                  <c:v>80.77</c:v>
                </c:pt>
                <c:pt idx="2">
                  <c:v>79.56</c:v>
                </c:pt>
                <c:pt idx="3">
                  <c:v>82.03</c:v>
                </c:pt>
                <c:pt idx="4">
                  <c:v>80.0</c:v>
                </c:pt>
                <c:pt idx="5">
                  <c:v>82.69</c:v>
                </c:pt>
                <c:pt idx="6">
                  <c:v>82.07</c:v>
                </c:pt>
                <c:pt idx="7">
                  <c:v>78.99</c:v>
                </c:pt>
                <c:pt idx="8">
                  <c:v>78.49</c:v>
                </c:pt>
                <c:pt idx="9">
                  <c:v>82.7</c:v>
                </c:pt>
                <c:pt idx="10">
                  <c:v>83.2</c:v>
                </c:pt>
                <c:pt idx="11">
                  <c:v>82.74</c:v>
                </c:pt>
                <c:pt idx="12">
                  <c:v>83.16</c:v>
                </c:pt>
                <c:pt idx="13">
                  <c:v>84.46</c:v>
                </c:pt>
                <c:pt idx="14">
                  <c:v>81.07</c:v>
                </c:pt>
                <c:pt idx="15">
                  <c:v>81.59</c:v>
                </c:pt>
                <c:pt idx="16">
                  <c:v>81.87</c:v>
                </c:pt>
                <c:pt idx="17">
                  <c:v>80.59</c:v>
                </c:pt>
                <c:pt idx="18">
                  <c:v>82.71</c:v>
                </c:pt>
                <c:pt idx="19">
                  <c:v>83.39</c:v>
                </c:pt>
                <c:pt idx="20">
                  <c:v>80.79</c:v>
                </c:pt>
                <c:pt idx="21">
                  <c:v>80.35</c:v>
                </c:pt>
                <c:pt idx="22">
                  <c:v>81.13</c:v>
                </c:pt>
                <c:pt idx="23">
                  <c:v>83.68</c:v>
                </c:pt>
                <c:pt idx="24">
                  <c:v>86.83</c:v>
                </c:pt>
                <c:pt idx="25">
                  <c:v>89.05</c:v>
                </c:pt>
                <c:pt idx="26">
                  <c:v>86.57</c:v>
                </c:pt>
                <c:pt idx="27">
                  <c:v>87.4</c:v>
                </c:pt>
                <c:pt idx="28">
                  <c:v>86.79</c:v>
                </c:pt>
                <c:pt idx="29">
                  <c:v>86.47</c:v>
                </c:pt>
                <c:pt idx="30">
                  <c:v>85.49</c:v>
                </c:pt>
                <c:pt idx="31">
                  <c:v>82.79</c:v>
                </c:pt>
                <c:pt idx="32">
                  <c:v>81.58</c:v>
                </c:pt>
                <c:pt idx="33">
                  <c:v>81.48</c:v>
                </c:pt>
                <c:pt idx="34">
                  <c:v>82.56</c:v>
                </c:pt>
                <c:pt idx="35">
                  <c:v>82.12</c:v>
                </c:pt>
                <c:pt idx="36">
                  <c:v>83.4</c:v>
                </c:pt>
                <c:pt idx="37">
                  <c:v>81.33</c:v>
                </c:pt>
                <c:pt idx="38">
                  <c:v>82.4</c:v>
                </c:pt>
                <c:pt idx="39">
                  <c:v>81.32</c:v>
                </c:pt>
                <c:pt idx="40">
                  <c:v>81.42</c:v>
                </c:pt>
                <c:pt idx="41">
                  <c:v>80.14</c:v>
                </c:pt>
                <c:pt idx="42">
                  <c:v>77.28</c:v>
                </c:pt>
                <c:pt idx="43">
                  <c:v>77.54</c:v>
                </c:pt>
                <c:pt idx="44">
                  <c:v>79.5</c:v>
                </c:pt>
                <c:pt idx="45">
                  <c:v>76.97</c:v>
                </c:pt>
                <c:pt idx="46">
                  <c:v>77.0</c:v>
                </c:pt>
                <c:pt idx="47">
                  <c:v>74.83</c:v>
                </c:pt>
                <c:pt idx="48">
                  <c:v>75.66</c:v>
                </c:pt>
                <c:pt idx="49">
                  <c:v>75.1</c:v>
                </c:pt>
                <c:pt idx="50">
                  <c:v>75.5</c:v>
                </c:pt>
                <c:pt idx="51">
                  <c:v>75.15</c:v>
                </c:pt>
                <c:pt idx="52">
                  <c:v>75.47</c:v>
                </c:pt>
                <c:pt idx="53">
                  <c:v>73.42</c:v>
                </c:pt>
                <c:pt idx="54">
                  <c:v>71.67</c:v>
                </c:pt>
                <c:pt idx="55">
                  <c:v>72.62</c:v>
                </c:pt>
                <c:pt idx="56">
                  <c:v>73.51</c:v>
                </c:pt>
                <c:pt idx="57">
                  <c:v>74.81</c:v>
                </c:pt>
                <c:pt idx="58">
                  <c:v>79.09</c:v>
                </c:pt>
                <c:pt idx="59">
                  <c:v>78.99</c:v>
                </c:pt>
                <c:pt idx="60">
                  <c:v>79.38</c:v>
                </c:pt>
                <c:pt idx="61">
                  <c:v>78.02</c:v>
                </c:pt>
                <c:pt idx="62">
                  <c:v>78.28</c:v>
                </c:pt>
                <c:pt idx="63">
                  <c:v>77.25</c:v>
                </c:pt>
                <c:pt idx="64">
                  <c:v>75.0</c:v>
                </c:pt>
                <c:pt idx="65">
                  <c:v>74.14</c:v>
                </c:pt>
                <c:pt idx="66">
                  <c:v>74.83</c:v>
                </c:pt>
                <c:pt idx="67">
                  <c:v>75.09</c:v>
                </c:pt>
                <c:pt idx="68">
                  <c:v>74.99</c:v>
                </c:pt>
                <c:pt idx="69">
                  <c:v>74.82</c:v>
                </c:pt>
                <c:pt idx="70">
                  <c:v>76.25</c:v>
                </c:pt>
                <c:pt idx="71">
                  <c:v>68.49</c:v>
                </c:pt>
                <c:pt idx="72">
                  <c:v>68.43</c:v>
                </c:pt>
                <c:pt idx="73">
                  <c:v>67.9</c:v>
                </c:pt>
                <c:pt idx="74">
                  <c:v>67.51</c:v>
                </c:pt>
                <c:pt idx="75">
                  <c:v>66.38</c:v>
                </c:pt>
                <c:pt idx="76">
                  <c:v>71.5</c:v>
                </c:pt>
                <c:pt idx="77">
                  <c:v>68.77</c:v>
                </c:pt>
                <c:pt idx="78">
                  <c:v>67.79</c:v>
                </c:pt>
                <c:pt idx="79">
                  <c:v>70.81</c:v>
                </c:pt>
                <c:pt idx="80">
                  <c:v>69.79</c:v>
                </c:pt>
                <c:pt idx="81">
                  <c:v>72.67</c:v>
                </c:pt>
                <c:pt idx="82">
                  <c:v>71.6</c:v>
                </c:pt>
                <c:pt idx="83">
                  <c:v>75.75</c:v>
                </c:pt>
                <c:pt idx="84">
                  <c:v>79.39</c:v>
                </c:pt>
                <c:pt idx="85">
                  <c:v>78.83</c:v>
                </c:pt>
                <c:pt idx="86">
                  <c:v>79.26</c:v>
                </c:pt>
                <c:pt idx="87">
                  <c:v>80.0</c:v>
                </c:pt>
                <c:pt idx="88">
                  <c:v>79.73</c:v>
                </c:pt>
                <c:pt idx="89">
                  <c:v>76.79</c:v>
                </c:pt>
                <c:pt idx="90">
                  <c:v>72.72</c:v>
                </c:pt>
                <c:pt idx="91">
                  <c:v>71.97</c:v>
                </c:pt>
                <c:pt idx="92">
                  <c:v>67.24</c:v>
                </c:pt>
                <c:pt idx="93">
                  <c:v>68.53</c:v>
                </c:pt>
                <c:pt idx="94">
                  <c:v>70.19</c:v>
                </c:pt>
                <c:pt idx="95">
                  <c:v>68.53</c:v>
                </c:pt>
                <c:pt idx="96">
                  <c:v>70.87</c:v>
                </c:pt>
                <c:pt idx="97">
                  <c:v>73.69</c:v>
                </c:pt>
                <c:pt idx="98">
                  <c:v>73.77</c:v>
                </c:pt>
                <c:pt idx="99">
                  <c:v>74.76</c:v>
                </c:pt>
                <c:pt idx="100">
                  <c:v>72.72</c:v>
                </c:pt>
                <c:pt idx="101">
                  <c:v>77.94</c:v>
                </c:pt>
                <c:pt idx="102">
                  <c:v>77.75</c:v>
                </c:pt>
                <c:pt idx="103">
                  <c:v>81.82</c:v>
                </c:pt>
                <c:pt idx="104">
                  <c:v>96.0</c:v>
                </c:pt>
                <c:pt idx="105">
                  <c:v>95.35</c:v>
                </c:pt>
                <c:pt idx="106">
                  <c:v>96.95</c:v>
                </c:pt>
                <c:pt idx="107">
                  <c:v>98.23</c:v>
                </c:pt>
                <c:pt idx="108">
                  <c:v>98.06</c:v>
                </c:pt>
                <c:pt idx="109">
                  <c:v>98.75</c:v>
                </c:pt>
                <c:pt idx="110">
                  <c:v>96.64</c:v>
                </c:pt>
                <c:pt idx="111">
                  <c:v>96.56</c:v>
                </c:pt>
                <c:pt idx="112">
                  <c:v>92.27</c:v>
                </c:pt>
                <c:pt idx="113">
                  <c:v>91.19</c:v>
                </c:pt>
                <c:pt idx="114">
                  <c:v>87.53</c:v>
                </c:pt>
                <c:pt idx="115">
                  <c:v>73.0</c:v>
                </c:pt>
                <c:pt idx="116">
                  <c:v>83.53</c:v>
                </c:pt>
                <c:pt idx="117">
                  <c:v>79.84</c:v>
                </c:pt>
                <c:pt idx="118">
                  <c:v>82.94</c:v>
                </c:pt>
                <c:pt idx="119">
                  <c:v>83.46</c:v>
                </c:pt>
                <c:pt idx="120">
                  <c:v>81.59</c:v>
                </c:pt>
                <c:pt idx="121">
                  <c:v>72.74</c:v>
                </c:pt>
                <c:pt idx="122">
                  <c:v>76.6</c:v>
                </c:pt>
                <c:pt idx="123">
                  <c:v>74.38</c:v>
                </c:pt>
                <c:pt idx="124">
                  <c:v>77.74</c:v>
                </c:pt>
                <c:pt idx="125">
                  <c:v>83.75</c:v>
                </c:pt>
                <c:pt idx="126">
                  <c:v>82.21</c:v>
                </c:pt>
                <c:pt idx="127">
                  <c:v>82.6</c:v>
                </c:pt>
                <c:pt idx="128">
                  <c:v>86.34</c:v>
                </c:pt>
                <c:pt idx="129">
                  <c:v>85.1</c:v>
                </c:pt>
                <c:pt idx="130">
                  <c:v>84.3</c:v>
                </c:pt>
                <c:pt idx="131">
                  <c:v>81.24</c:v>
                </c:pt>
                <c:pt idx="132">
                  <c:v>83.0</c:v>
                </c:pt>
                <c:pt idx="133">
                  <c:v>83.25</c:v>
                </c:pt>
                <c:pt idx="134">
                  <c:v>85.02</c:v>
                </c:pt>
                <c:pt idx="135">
                  <c:v>85.55</c:v>
                </c:pt>
                <c:pt idx="136">
                  <c:v>90.86</c:v>
                </c:pt>
                <c:pt idx="137">
                  <c:v>94.2</c:v>
                </c:pt>
                <c:pt idx="138">
                  <c:v>93.72</c:v>
                </c:pt>
                <c:pt idx="139">
                  <c:v>94.97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GENENTECH INC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DNA  ·  acquired by Roche Holding Ltd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27%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Jul 21, 2008   ·   Closed Mar 26, 2009   ·   Status: completed   ·   Pre-ann. volume 1.18×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GENENTECH INC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GENENTECH INC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27432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684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9437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3920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0342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5337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9213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0640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5230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2269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Jul 2008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Mar 2009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21, 2008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publicly announces a proposal to acquire all…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24, 2008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Genentech Board establishes a Special Committee of…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13, 2008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formally rejects the $89.00 proposal…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10, 2008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Sanders (Genentech) and Dr. Humer (Roche) meet in…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12, 2008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Genentech Special Committee suggests $112.00 per share as a…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30, 2009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announces intent to commence a unilateral tender…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09, 2009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formally commences the tender offer at $86.50 per…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23, 2009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Genentech Special Committee files Schedule 14D-9…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12, 2009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Genentech and Roche reach a definitive agreement for Roche…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25, 2009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expiration date at the increased $95.00 price.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26, 2009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Genentech becomes a wholly-owned…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11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GENENTECH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GENENTECH INC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2009-03-12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Genentech and Roche enter into definitive Merger Agreement at $95.00 per share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2009-03-19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Genentech provides instructions to employees regarding stock option exercises in light of pending merger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