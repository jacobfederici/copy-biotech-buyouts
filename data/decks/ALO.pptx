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22.21</c:v>
                </c:pt>
                <c:pt idx="1">
                  <c:v>23.37</c:v>
                </c:pt>
                <c:pt idx="2">
                  <c:v>23.36</c:v>
                </c:pt>
                <c:pt idx="3">
                  <c:v>23.84</c:v>
                </c:pt>
                <c:pt idx="4">
                  <c:v>24.1</c:v>
                </c:pt>
                <c:pt idx="5">
                  <c:v>24.03</c:v>
                </c:pt>
                <c:pt idx="6">
                  <c:v>24.58</c:v>
                </c:pt>
                <c:pt idx="7">
                  <c:v>26.15</c:v>
                </c:pt>
                <c:pt idx="8">
                  <c:v>26.71</c:v>
                </c:pt>
                <c:pt idx="9">
                  <c:v>27.97</c:v>
                </c:pt>
                <c:pt idx="10">
                  <c:v>28.16</c:v>
                </c:pt>
                <c:pt idx="11">
                  <c:v>28.02</c:v>
                </c:pt>
                <c:pt idx="12">
                  <c:v>27.99</c:v>
                </c:pt>
                <c:pt idx="13">
                  <c:v>25.49</c:v>
                </c:pt>
                <c:pt idx="14">
                  <c:v>25.87</c:v>
                </c:pt>
                <c:pt idx="15">
                  <c:v>23.65</c:v>
                </c:pt>
                <c:pt idx="16">
                  <c:v>24.4</c:v>
                </c:pt>
                <c:pt idx="17">
                  <c:v>24.08</c:v>
                </c:pt>
                <c:pt idx="18">
                  <c:v>24.38</c:v>
                </c:pt>
                <c:pt idx="19">
                  <c:v>24.65</c:v>
                </c:pt>
                <c:pt idx="20">
                  <c:v>24.88</c:v>
                </c:pt>
                <c:pt idx="21">
                  <c:v>24.51</c:v>
                </c:pt>
                <c:pt idx="22">
                  <c:v>23.32</c:v>
                </c:pt>
                <c:pt idx="23">
                  <c:v>22.73</c:v>
                </c:pt>
                <c:pt idx="24">
                  <c:v>23.85</c:v>
                </c:pt>
                <c:pt idx="25">
                  <c:v>23.63</c:v>
                </c:pt>
                <c:pt idx="26">
                  <c:v>25.09</c:v>
                </c:pt>
                <c:pt idx="27">
                  <c:v>25.63</c:v>
                </c:pt>
                <c:pt idx="28">
                  <c:v>25.65</c:v>
                </c:pt>
                <c:pt idx="29">
                  <c:v>26.15</c:v>
                </c:pt>
                <c:pt idx="30">
                  <c:v>26.01</c:v>
                </c:pt>
                <c:pt idx="31">
                  <c:v>26.87</c:v>
                </c:pt>
                <c:pt idx="32">
                  <c:v>25.99</c:v>
                </c:pt>
                <c:pt idx="33">
                  <c:v>25.55</c:v>
                </c:pt>
                <c:pt idx="34">
                  <c:v>25.44</c:v>
                </c:pt>
                <c:pt idx="35">
                  <c:v>22.91</c:v>
                </c:pt>
                <c:pt idx="36">
                  <c:v>23.79</c:v>
                </c:pt>
                <c:pt idx="37">
                  <c:v>23.99</c:v>
                </c:pt>
                <c:pt idx="38">
                  <c:v>23.85</c:v>
                </c:pt>
                <c:pt idx="39">
                  <c:v>22.9</c:v>
                </c:pt>
                <c:pt idx="40">
                  <c:v>21.42</c:v>
                </c:pt>
                <c:pt idx="41">
                  <c:v>21.28</c:v>
                </c:pt>
                <c:pt idx="42">
                  <c:v>22.05</c:v>
                </c:pt>
                <c:pt idx="43">
                  <c:v>21.36</c:v>
                </c:pt>
                <c:pt idx="44">
                  <c:v>21.59</c:v>
                </c:pt>
                <c:pt idx="45">
                  <c:v>21.31</c:v>
                </c:pt>
                <c:pt idx="46">
                  <c:v>20.26</c:v>
                </c:pt>
                <c:pt idx="47">
                  <c:v>20.79</c:v>
                </c:pt>
                <c:pt idx="48">
                  <c:v>20.08</c:v>
                </c:pt>
                <c:pt idx="49">
                  <c:v>20.24</c:v>
                </c:pt>
                <c:pt idx="50">
                  <c:v>19.35</c:v>
                </c:pt>
                <c:pt idx="51">
                  <c:v>19.69</c:v>
                </c:pt>
                <c:pt idx="52">
                  <c:v>21.0</c:v>
                </c:pt>
                <c:pt idx="53">
                  <c:v>21.12</c:v>
                </c:pt>
                <c:pt idx="54">
                  <c:v>19.63</c:v>
                </c:pt>
                <c:pt idx="55">
                  <c:v>21.03</c:v>
                </c:pt>
                <c:pt idx="56">
                  <c:v>20.63</c:v>
                </c:pt>
                <c:pt idx="57">
                  <c:v>19.42</c:v>
                </c:pt>
                <c:pt idx="58">
                  <c:v>18.83</c:v>
                </c:pt>
                <c:pt idx="59">
                  <c:v>18.72</c:v>
                </c:pt>
                <c:pt idx="60">
                  <c:v>18.0</c:v>
                </c:pt>
                <c:pt idx="61">
                  <c:v>20.43</c:v>
                </c:pt>
                <c:pt idx="62">
                  <c:v>24.6</c:v>
                </c:pt>
                <c:pt idx="63">
                  <c:v>23.73</c:v>
                </c:pt>
                <c:pt idx="64">
                  <c:v>24.46</c:v>
                </c:pt>
                <c:pt idx="65">
                  <c:v>25.18</c:v>
                </c:pt>
                <c:pt idx="66">
                  <c:v>26.61</c:v>
                </c:pt>
                <c:pt idx="67">
                  <c:v>26.93</c:v>
                </c:pt>
                <c:pt idx="68">
                  <c:v>27.52</c:v>
                </c:pt>
                <c:pt idx="69">
                  <c:v>25.71</c:v>
                </c:pt>
                <c:pt idx="70">
                  <c:v>26.53</c:v>
                </c:pt>
                <c:pt idx="71">
                  <c:v>27.72</c:v>
                </c:pt>
                <c:pt idx="72">
                  <c:v>28.34</c:v>
                </c:pt>
                <c:pt idx="73">
                  <c:v>25.6</c:v>
                </c:pt>
                <c:pt idx="74">
                  <c:v>24.74</c:v>
                </c:pt>
                <c:pt idx="75">
                  <c:v>25.32</c:v>
                </c:pt>
                <c:pt idx="76">
                  <c:v>25.55</c:v>
                </c:pt>
                <c:pt idx="77">
                  <c:v>25.89</c:v>
                </c:pt>
                <c:pt idx="78">
                  <c:v>25.19</c:v>
                </c:pt>
                <c:pt idx="79">
                  <c:v>24.94</c:v>
                </c:pt>
                <c:pt idx="80">
                  <c:v>23.71</c:v>
                </c:pt>
                <c:pt idx="81">
                  <c:v>22.87</c:v>
                </c:pt>
                <c:pt idx="82">
                  <c:v>22.64</c:v>
                </c:pt>
                <c:pt idx="83">
                  <c:v>22.77</c:v>
                </c:pt>
                <c:pt idx="84">
                  <c:v>22.87</c:v>
                </c:pt>
                <c:pt idx="85">
                  <c:v>24.51</c:v>
                </c:pt>
                <c:pt idx="86">
                  <c:v>24.87</c:v>
                </c:pt>
                <c:pt idx="87">
                  <c:v>21.9</c:v>
                </c:pt>
                <c:pt idx="88">
                  <c:v>24.29</c:v>
                </c:pt>
                <c:pt idx="89">
                  <c:v>24.55</c:v>
                </c:pt>
                <c:pt idx="90">
                  <c:v>34.51</c:v>
                </c:pt>
                <c:pt idx="91">
                  <c:v>35.7</c:v>
                </c:pt>
                <c:pt idx="92">
                  <c:v>35.58</c:v>
                </c:pt>
                <c:pt idx="93">
                  <c:v>37.75</c:v>
                </c:pt>
                <c:pt idx="94">
                  <c:v>37.35</c:v>
                </c:pt>
                <c:pt idx="95">
                  <c:v>37.25</c:v>
                </c:pt>
                <c:pt idx="96">
                  <c:v>34.86</c:v>
                </c:pt>
                <c:pt idx="97">
                  <c:v>30.62</c:v>
                </c:pt>
                <c:pt idx="98">
                  <c:v>33.0</c:v>
                </c:pt>
                <c:pt idx="99">
                  <c:v>29.44</c:v>
                </c:pt>
                <c:pt idx="100">
                  <c:v>31.31</c:v>
                </c:pt>
                <c:pt idx="101">
                  <c:v>31.27</c:v>
                </c:pt>
                <c:pt idx="102">
                  <c:v>34.75</c:v>
                </c:pt>
                <c:pt idx="103">
                  <c:v>33.5</c:v>
                </c:pt>
                <c:pt idx="104">
                  <c:v>36.1</c:v>
                </c:pt>
                <c:pt idx="105">
                  <c:v>35.84</c:v>
                </c:pt>
                <c:pt idx="106">
                  <c:v>35.6</c:v>
                </c:pt>
                <c:pt idx="107">
                  <c:v>36.25</c:v>
                </c:pt>
                <c:pt idx="108">
                  <c:v>36.99</c:v>
                </c:pt>
                <c:pt idx="109">
                  <c:v>36.94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61">
                  <c:v>20.43</c:v>
                </c:pt>
                <c:pt idx="89">
                  <c:v>24.55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ALPHARMA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ALO  ·  acquired by King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24, 2008   ·   Closed Dec 29, 2008   ·   Status: completed   ·   Pre-ann. volume 0.59×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ALPHARMA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ALPHARMA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9426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7986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578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760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032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578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941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578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214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668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41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21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757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02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CEO Brian Markison informally inquires about 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proposes acquiring Alpharma for $33.00 per share in…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formalizes the $33.00 per share offer in a letter to…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Alpharma Board unanimously determines the $33.00 offer is…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publicly discloses its $33.00 per share proposal…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Alpharma Board adopts a shareholder rights plan (poison…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indicates a willingness to increase the offer to…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Alpharma Board initiates a formal process to explore…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Alpharma receives a preliminary indication of interest from…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commences an unsolicited tender offer at $37.00 per…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Alpharma Board formally recommends shareholders reject the…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Alpharma and King enter into a definitive Agreement and…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expiration date.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King accepts shares for payment, exercises top-up option…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ALPHARMA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2008-08-22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($24.55→$34.51)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2008-02-08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($20.43→$24.6)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ALPHARMA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2008-11-24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Alpharma and King Pharmaceuticals Enter into Definitive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