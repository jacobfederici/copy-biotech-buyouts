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Nov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8.0</c:v>
                </c:pt>
                <c:pt idx="1">
                  <c:v>7.49</c:v>
                </c:pt>
                <c:pt idx="2">
                  <c:v>7.02</c:v>
                </c:pt>
                <c:pt idx="3">
                  <c:v>6.92</c:v>
                </c:pt>
                <c:pt idx="4">
                  <c:v>6.65</c:v>
                </c:pt>
                <c:pt idx="5">
                  <c:v>6.49</c:v>
                </c:pt>
                <c:pt idx="6">
                  <c:v>5.24</c:v>
                </c:pt>
                <c:pt idx="7">
                  <c:v>5.0</c:v>
                </c:pt>
                <c:pt idx="8">
                  <c:v>4.69</c:v>
                </c:pt>
                <c:pt idx="9">
                  <c:v>4.56</c:v>
                </c:pt>
                <c:pt idx="10">
                  <c:v>3.94</c:v>
                </c:pt>
                <c:pt idx="11">
                  <c:v>3.92</c:v>
                </c:pt>
                <c:pt idx="12">
                  <c:v>3.98</c:v>
                </c:pt>
                <c:pt idx="13">
                  <c:v>3.89</c:v>
                </c:pt>
                <c:pt idx="14">
                  <c:v>3.95</c:v>
                </c:pt>
                <c:pt idx="15">
                  <c:v>3.89</c:v>
                </c:pt>
                <c:pt idx="16">
                  <c:v>3.9</c:v>
                </c:pt>
                <c:pt idx="17">
                  <c:v>3.73</c:v>
                </c:pt>
                <c:pt idx="18">
                  <c:v>2.34</c:v>
                </c:pt>
                <c:pt idx="19">
                  <c:v>2.31</c:v>
                </c:pt>
                <c:pt idx="20">
                  <c:v>4.06</c:v>
                </c:pt>
                <c:pt idx="21">
                  <c:v>4.01</c:v>
                </c:pt>
                <c:pt idx="22">
                  <c:v>3.91</c:v>
                </c:pt>
                <c:pt idx="23">
                  <c:v>3.99</c:v>
                </c:pt>
                <c:pt idx="24">
                  <c:v>3.67</c:v>
                </c:pt>
                <c:pt idx="25">
                  <c:v>3.64</c:v>
                </c:pt>
                <c:pt idx="26">
                  <c:v>3.7</c:v>
                </c:pt>
                <c:pt idx="27">
                  <c:v>3.94</c:v>
                </c:pt>
                <c:pt idx="28">
                  <c:v>3.8</c:v>
                </c:pt>
                <c:pt idx="29">
                  <c:v>4.0</c:v>
                </c:pt>
                <c:pt idx="30">
                  <c:v>3.97</c:v>
                </c:pt>
                <c:pt idx="31">
                  <c:v>3.65</c:v>
                </c:pt>
                <c:pt idx="32">
                  <c:v>3.95</c:v>
                </c:pt>
                <c:pt idx="33">
                  <c:v>4.0</c:v>
                </c:pt>
                <c:pt idx="34">
                  <c:v>3.27</c:v>
                </c:pt>
                <c:pt idx="35">
                  <c:v>2.71</c:v>
                </c:pt>
                <c:pt idx="36">
                  <c:v>2.77</c:v>
                </c:pt>
                <c:pt idx="37">
                  <c:v>2.82</c:v>
                </c:pt>
                <c:pt idx="38">
                  <c:v>2.77</c:v>
                </c:pt>
                <c:pt idx="39">
                  <c:v>2.7</c:v>
                </c:pt>
                <c:pt idx="40">
                  <c:v>2.78</c:v>
                </c:pt>
                <c:pt idx="41">
                  <c:v>2.8</c:v>
                </c:pt>
                <c:pt idx="42">
                  <c:v>2.89</c:v>
                </c:pt>
                <c:pt idx="43">
                  <c:v>4.46</c:v>
                </c:pt>
                <c:pt idx="44">
                  <c:v>4.86</c:v>
                </c:pt>
                <c:pt idx="45">
                  <c:v>4.07</c:v>
                </c:pt>
                <c:pt idx="46">
                  <c:v>3.53</c:v>
                </c:pt>
                <c:pt idx="47">
                  <c:v>4.38</c:v>
                </c:pt>
                <c:pt idx="48">
                  <c:v>4.03</c:v>
                </c:pt>
                <c:pt idx="49">
                  <c:v>4.27</c:v>
                </c:pt>
                <c:pt idx="50">
                  <c:v>4.45</c:v>
                </c:pt>
                <c:pt idx="51">
                  <c:v>3.93</c:v>
                </c:pt>
                <c:pt idx="52">
                  <c:v>4.39</c:v>
                </c:pt>
                <c:pt idx="53">
                  <c:v>4.35</c:v>
                </c:pt>
                <c:pt idx="54">
                  <c:v>4.25</c:v>
                </c:pt>
                <c:pt idx="55">
                  <c:v>4.02</c:v>
                </c:pt>
                <c:pt idx="56">
                  <c:v>4.16</c:v>
                </c:pt>
                <c:pt idx="57">
                  <c:v>4.1</c:v>
                </c:pt>
                <c:pt idx="58">
                  <c:v>2.88</c:v>
                </c:pt>
                <c:pt idx="59">
                  <c:v>2.61</c:v>
                </c:pt>
                <c:pt idx="60">
                  <c:v>2.99</c:v>
                </c:pt>
                <c:pt idx="61">
                  <c:v>3.28</c:v>
                </c:pt>
                <c:pt idx="62">
                  <c:v>3.26</c:v>
                </c:pt>
                <c:pt idx="63">
                  <c:v>3.0</c:v>
                </c:pt>
                <c:pt idx="64">
                  <c:v>3.43</c:v>
                </c:pt>
                <c:pt idx="65">
                  <c:v>3.15</c:v>
                </c:pt>
                <c:pt idx="66">
                  <c:v>3.04</c:v>
                </c:pt>
                <c:pt idx="67">
                  <c:v>2.85</c:v>
                </c:pt>
                <c:pt idx="68">
                  <c:v>2.73</c:v>
                </c:pt>
                <c:pt idx="69">
                  <c:v>2.62</c:v>
                </c:pt>
                <c:pt idx="70">
                  <c:v>1.5</c:v>
                </c:pt>
                <c:pt idx="71">
                  <c:v>1.59</c:v>
                </c:pt>
                <c:pt idx="72">
                  <c:v>1.53</c:v>
                </c:pt>
                <c:pt idx="73">
                  <c:v>1.68</c:v>
                </c:pt>
                <c:pt idx="74">
                  <c:v>1.55</c:v>
                </c:pt>
                <c:pt idx="75">
                  <c:v>1.36</c:v>
                </c:pt>
                <c:pt idx="76">
                  <c:v>1.4</c:v>
                </c:pt>
                <c:pt idx="77">
                  <c:v>1.22</c:v>
                </c:pt>
                <c:pt idx="78">
                  <c:v>1.12</c:v>
                </c:pt>
                <c:pt idx="79">
                  <c:v>1.12</c:v>
                </c:pt>
                <c:pt idx="80">
                  <c:v>1.03</c:v>
                </c:pt>
                <c:pt idx="81">
                  <c:v>0.95</c:v>
                </c:pt>
                <c:pt idx="82">
                  <c:v>1.0</c:v>
                </c:pt>
                <c:pt idx="83">
                  <c:v>1.6</c:v>
                </c:pt>
                <c:pt idx="84">
                  <c:v>1.6</c:v>
                </c:pt>
                <c:pt idx="85">
                  <c:v>2.03</c:v>
                </c:pt>
                <c:pt idx="86">
                  <c:v>1.75</c:v>
                </c:pt>
                <c:pt idx="87">
                  <c:v>1.8</c:v>
                </c:pt>
                <c:pt idx="88">
                  <c:v>1.81</c:v>
                </c:pt>
                <c:pt idx="89">
                  <c:v>1.74</c:v>
                </c:pt>
                <c:pt idx="90">
                  <c:v>1.37</c:v>
                </c:pt>
                <c:pt idx="91">
                  <c:v>1.36</c:v>
                </c:pt>
                <c:pt idx="92">
                  <c:v>1.28</c:v>
                </c:pt>
                <c:pt idx="93">
                  <c:v>1.41</c:v>
                </c:pt>
                <c:pt idx="94">
                  <c:v>1.26</c:v>
                </c:pt>
                <c:pt idx="95">
                  <c:v>1.38</c:v>
                </c:pt>
                <c:pt idx="96">
                  <c:v>1.46</c:v>
                </c:pt>
                <c:pt idx="97">
                  <c:v>1.36</c:v>
                </c:pt>
                <c:pt idx="98">
                  <c:v>1.35</c:v>
                </c:pt>
                <c:pt idx="99">
                  <c:v>1.31</c:v>
                </c:pt>
                <c:pt idx="100">
                  <c:v>1.15</c:v>
                </c:pt>
                <c:pt idx="101">
                  <c:v>1.19</c:v>
                </c:pt>
                <c:pt idx="102">
                  <c:v>1.19</c:v>
                </c:pt>
                <c:pt idx="103">
                  <c:v>1.04</c:v>
                </c:pt>
                <c:pt idx="104">
                  <c:v>3.34</c:v>
                </c:pt>
                <c:pt idx="105">
                  <c:v>3.38</c:v>
                </c:pt>
                <c:pt idx="106">
                  <c:v>3.31</c:v>
                </c:pt>
                <c:pt idx="107">
                  <c:v>3.34</c:v>
                </c:pt>
                <c:pt idx="108">
                  <c:v>3.39</c:v>
                </c:pt>
                <c:pt idx="109">
                  <c:v>3.39</c:v>
                </c:pt>
                <c:pt idx="110">
                  <c:v>3.39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7">
                  <c:v>3.73</c:v>
                </c:pt>
                <c:pt idx="19">
                  <c:v>2.31</c:v>
                </c:pt>
                <c:pt idx="57">
                  <c:v>4.1</c:v>
                </c:pt>
                <c:pt idx="69">
                  <c:v>2.62</c:v>
                </c:pt>
                <c:pt idx="89">
                  <c:v>1.74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'23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42">
                  <c:v>2.89</c:v>
                </c:pt>
                <c:pt idx="46">
                  <c:v>3.53</c:v>
                </c:pt>
                <c:pt idx="82">
                  <c:v>1.0</c:v>
                </c:pt>
                <c:pt idx="84">
                  <c:v>1.6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'23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3.34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Miromatrix Medical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MIRO  ·  acquired by United Therapeutics Corporation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30, 2023   ·   Closed Dec 13, 2023   ·   Status: completed   ·   Pre-ann. volume 0.6×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Miromatrix Medical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Miromatrix Medical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9921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8481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685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344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910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7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698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05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923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8829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10,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Miromatrix completes a $10 million equity financing but…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approves commencement of a broad strategic partnering…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United Therapeutics expresses interest in an acquisition…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United Therapeutics submits initial non-binding indication…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United Therapeutics revises offer to $3.25 cash plus $1.25…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United Therapeutics submits 'best and final' offer of $3.25…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by Miromatrix, United…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~83.43% of shares tendered.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Miromatrix becomes a wholly owned…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Miromatrix Medical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+76%  ($2.31→$4.06)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2023-06-09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+60%  ($1→$1.6)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+54%  ($2.89→$4.46)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-43%  ($2.62→$1.5)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234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-37%  ($3.73→$2.34)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($4.1→$2.88)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2023-06-23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($1.6→$2.03)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129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($3.53→$4.38)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395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Miromatrix Medical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Miromatrix Reports Fourth Quarter and Full Year 2022 Results and Provides Corporate 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Miromatrix to Report First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Miromatrix Reports First Quarter 2023 Results and Provides Corporate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Miromatrix to Report Second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Miromatrix Reports Second Quarter 2023 Results and Provides Corporate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Miromatrix Reports Third Quarter 2023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TGH, SRC, MIRO, SMMF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- NGAB, JVA, SRC, MIRO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2023-12-13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United Therapeutics and Miromatrix Medical Announce Completion of Tender Offer and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