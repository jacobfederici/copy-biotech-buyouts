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Dec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'07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'07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'08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'08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'08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'08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28.37</c:v>
                </c:pt>
                <c:pt idx="1">
                  <c:v>33.2</c:v>
                </c:pt>
                <c:pt idx="2">
                  <c:v>31.11</c:v>
                </c:pt>
                <c:pt idx="3">
                  <c:v>31.9</c:v>
                </c:pt>
                <c:pt idx="4">
                  <c:v>30.26</c:v>
                </c:pt>
                <c:pt idx="5">
                  <c:v>31.99</c:v>
                </c:pt>
                <c:pt idx="6">
                  <c:v>33.45</c:v>
                </c:pt>
                <c:pt idx="7">
                  <c:v>33.42</c:v>
                </c:pt>
                <c:pt idx="8">
                  <c:v>34.18</c:v>
                </c:pt>
                <c:pt idx="9">
                  <c:v>36.91</c:v>
                </c:pt>
                <c:pt idx="10">
                  <c:v>36.47</c:v>
                </c:pt>
                <c:pt idx="11">
                  <c:v>35.04</c:v>
                </c:pt>
                <c:pt idx="12">
                  <c:v>34.65</c:v>
                </c:pt>
                <c:pt idx="13">
                  <c:v>34.73</c:v>
                </c:pt>
                <c:pt idx="14">
                  <c:v>37.86</c:v>
                </c:pt>
                <c:pt idx="15">
                  <c:v>39.58</c:v>
                </c:pt>
                <c:pt idx="16">
                  <c:v>38.45</c:v>
                </c:pt>
                <c:pt idx="17">
                  <c:v>38.27</c:v>
                </c:pt>
                <c:pt idx="18">
                  <c:v>35.92</c:v>
                </c:pt>
                <c:pt idx="19">
                  <c:v>37.37</c:v>
                </c:pt>
                <c:pt idx="20">
                  <c:v>37.0</c:v>
                </c:pt>
                <c:pt idx="21">
                  <c:v>37.12</c:v>
                </c:pt>
                <c:pt idx="22">
                  <c:v>36.21</c:v>
                </c:pt>
                <c:pt idx="23">
                  <c:v>32.64</c:v>
                </c:pt>
                <c:pt idx="24">
                  <c:v>30.03</c:v>
                </c:pt>
                <c:pt idx="25">
                  <c:v>32.91</c:v>
                </c:pt>
                <c:pt idx="26">
                  <c:v>33.61</c:v>
                </c:pt>
                <c:pt idx="27">
                  <c:v>32.18</c:v>
                </c:pt>
                <c:pt idx="28">
                  <c:v>32.71</c:v>
                </c:pt>
                <c:pt idx="29">
                  <c:v>31.83</c:v>
                </c:pt>
                <c:pt idx="30">
                  <c:v>31.46</c:v>
                </c:pt>
                <c:pt idx="31">
                  <c:v>33.55</c:v>
                </c:pt>
                <c:pt idx="32">
                  <c:v>33.69</c:v>
                </c:pt>
                <c:pt idx="33">
                  <c:v>30.26</c:v>
                </c:pt>
                <c:pt idx="34">
                  <c:v>27.23</c:v>
                </c:pt>
                <c:pt idx="35">
                  <c:v>28.24</c:v>
                </c:pt>
                <c:pt idx="36">
                  <c:v>29.33</c:v>
                </c:pt>
                <c:pt idx="37">
                  <c:v>26.93</c:v>
                </c:pt>
                <c:pt idx="38">
                  <c:v>29.1</c:v>
                </c:pt>
                <c:pt idx="39">
                  <c:v>35.01</c:v>
                </c:pt>
                <c:pt idx="40">
                  <c:v>33.69</c:v>
                </c:pt>
                <c:pt idx="41">
                  <c:v>35.23</c:v>
                </c:pt>
                <c:pt idx="42">
                  <c:v>34.3</c:v>
                </c:pt>
                <c:pt idx="43">
                  <c:v>35.31</c:v>
                </c:pt>
                <c:pt idx="44">
                  <c:v>37.72</c:v>
                </c:pt>
                <c:pt idx="45">
                  <c:v>38.84</c:v>
                </c:pt>
                <c:pt idx="46">
                  <c:v>36.86</c:v>
                </c:pt>
                <c:pt idx="47">
                  <c:v>33.37</c:v>
                </c:pt>
                <c:pt idx="48">
                  <c:v>34.9</c:v>
                </c:pt>
                <c:pt idx="49">
                  <c:v>37.18</c:v>
                </c:pt>
                <c:pt idx="50">
                  <c:v>37.74</c:v>
                </c:pt>
                <c:pt idx="51">
                  <c:v>33.63</c:v>
                </c:pt>
                <c:pt idx="52">
                  <c:v>33.39</c:v>
                </c:pt>
                <c:pt idx="53">
                  <c:v>36.42</c:v>
                </c:pt>
                <c:pt idx="54">
                  <c:v>36.64</c:v>
                </c:pt>
                <c:pt idx="55">
                  <c:v>34.54</c:v>
                </c:pt>
                <c:pt idx="56">
                  <c:v>34.53</c:v>
                </c:pt>
                <c:pt idx="57">
                  <c:v>33.87</c:v>
                </c:pt>
                <c:pt idx="58">
                  <c:v>30.77</c:v>
                </c:pt>
                <c:pt idx="59">
                  <c:v>27.43</c:v>
                </c:pt>
                <c:pt idx="60">
                  <c:v>26.69</c:v>
                </c:pt>
                <c:pt idx="61">
                  <c:v>20.43</c:v>
                </c:pt>
                <c:pt idx="62">
                  <c:v>23.67</c:v>
                </c:pt>
                <c:pt idx="63">
                  <c:v>25.47</c:v>
                </c:pt>
                <c:pt idx="64">
                  <c:v>23.79</c:v>
                </c:pt>
                <c:pt idx="65">
                  <c:v>24.15</c:v>
                </c:pt>
                <c:pt idx="66">
                  <c:v>15.6</c:v>
                </c:pt>
                <c:pt idx="67">
                  <c:v>13.87</c:v>
                </c:pt>
                <c:pt idx="68">
                  <c:v>12.2</c:v>
                </c:pt>
                <c:pt idx="69">
                  <c:v>13.31</c:v>
                </c:pt>
                <c:pt idx="70">
                  <c:v>15.67</c:v>
                </c:pt>
                <c:pt idx="71">
                  <c:v>15.02</c:v>
                </c:pt>
                <c:pt idx="72">
                  <c:v>15.46</c:v>
                </c:pt>
                <c:pt idx="73">
                  <c:v>15.57</c:v>
                </c:pt>
                <c:pt idx="74">
                  <c:v>14.79</c:v>
                </c:pt>
                <c:pt idx="75">
                  <c:v>13.58</c:v>
                </c:pt>
                <c:pt idx="76">
                  <c:v>15.02</c:v>
                </c:pt>
                <c:pt idx="77">
                  <c:v>15.05</c:v>
                </c:pt>
                <c:pt idx="78">
                  <c:v>18.19</c:v>
                </c:pt>
                <c:pt idx="79">
                  <c:v>17.05</c:v>
                </c:pt>
                <c:pt idx="80">
                  <c:v>17.62</c:v>
                </c:pt>
                <c:pt idx="81">
                  <c:v>17.5</c:v>
                </c:pt>
                <c:pt idx="82">
                  <c:v>15.86</c:v>
                </c:pt>
                <c:pt idx="83">
                  <c:v>16.76</c:v>
                </c:pt>
                <c:pt idx="84">
                  <c:v>16.35</c:v>
                </c:pt>
                <c:pt idx="85">
                  <c:v>18.41</c:v>
                </c:pt>
                <c:pt idx="86">
                  <c:v>19.02</c:v>
                </c:pt>
                <c:pt idx="87">
                  <c:v>18.84</c:v>
                </c:pt>
                <c:pt idx="88">
                  <c:v>18.73</c:v>
                </c:pt>
                <c:pt idx="89">
                  <c:v>22.13</c:v>
                </c:pt>
                <c:pt idx="90">
                  <c:v>22.72</c:v>
                </c:pt>
                <c:pt idx="91">
                  <c:v>23.0</c:v>
                </c:pt>
                <c:pt idx="92">
                  <c:v>21.39</c:v>
                </c:pt>
                <c:pt idx="93">
                  <c:v>21.53</c:v>
                </c:pt>
                <c:pt idx="94">
                  <c:v>20.65</c:v>
                </c:pt>
                <c:pt idx="95">
                  <c:v>19.43</c:v>
                </c:pt>
                <c:pt idx="96">
                  <c:v>19.5</c:v>
                </c:pt>
                <c:pt idx="97">
                  <c:v>11.62</c:v>
                </c:pt>
                <c:pt idx="98">
                  <c:v>14.48</c:v>
                </c:pt>
                <c:pt idx="99">
                  <c:v>14.75</c:v>
                </c:pt>
                <c:pt idx="100">
                  <c:v>17.33</c:v>
                </c:pt>
                <c:pt idx="101">
                  <c:v>17.97</c:v>
                </c:pt>
                <c:pt idx="102">
                  <c:v>18.18</c:v>
                </c:pt>
                <c:pt idx="103">
                  <c:v>21.16</c:v>
                </c:pt>
                <c:pt idx="104">
                  <c:v>24.88</c:v>
                </c:pt>
                <c:pt idx="105">
                  <c:v>24.92</c:v>
                </c:pt>
                <c:pt idx="106">
                  <c:v>24.9</c:v>
                </c:pt>
                <c:pt idx="107">
                  <c:v>24.95</c:v>
                </c:pt>
                <c:pt idx="108">
                  <c:v>24.98</c:v>
                </c:pt>
                <c:pt idx="109">
                  <c:v>24.99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Dec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'07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'07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'08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'08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'08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'08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38">
                  <c:v>29.1</c:v>
                </c:pt>
                <c:pt idx="60">
                  <c:v>26.69</c:v>
                </c:pt>
                <c:pt idx="65">
                  <c:v>24.15</c:v>
                </c:pt>
                <c:pt idx="77">
                  <c:v>15.05</c:v>
                </c:pt>
                <c:pt idx="96">
                  <c:v>19.5</c:v>
                </c:pt>
                <c:pt idx="97">
                  <c:v>11.62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Omrix Biopharmaceuticals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OMRI  ·  acquired by Johnson &amp; Johnson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69%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63%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Nov 24, 2008   ·   Closed n/a   ·   Status: pending   ·   Pre-ann. volume 0.9×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Omrix Biopharmaceuticals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Omrix Biopharmaceuticals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455492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541092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sp>
        <p:nvSpPr>
          <p:cNvPr id="8" name="Oval 7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90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65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98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166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653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226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243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881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7520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3346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0062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Jun 2008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Nov 2008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13, 2008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CEO Robert Taub informs the Board of an approach by an…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17, 2008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selects UBS as financial advisor and…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25, 2008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Investor Group submits a non-binding proposal of $21.00 to…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09, 2008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authorizes UBS to contact Johnson &amp;…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01, 2008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Omrix and Parent execute a Non-Disclosure Agreement; Parent…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26, 2008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submits a preliminary proposal of $25.00 per share.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08, 2008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increases its non-binding proposal to $29.00 per…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22, 2008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reduces its proposal back to $25.00 per share…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26, 2008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and Board initially reject the $25.00…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13, 2008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reverses decision and votes unanimously…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23, 2008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unanimously approves the Merger Agreement and the…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24, 2008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Joint press release issued announcing the transaction.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25, 2008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commences the tender offer.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Omrix Biopharmaceuticals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6 unexplained pre-announcement move weeks (of 6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2008-10-10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-40%  ($19.5→$11.62)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45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2008-03-07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-35%  ($24.15→$15.6)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262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2008-10-17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($11.62→$14.48)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38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2008-02-01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-24%  ($26.69→$20.43)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297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2008-05-30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($15.05→$18.19)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178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2007-08-31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+20%  ($29.1→$35.01)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451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Omrix Biopharmaceuticals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2008-11-23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Omrix enters into Agreement and Plan of Merger with Johnson &amp; Johnson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2008-11-24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Johnson &amp; Johnson and Omrix Biopharmaceuticals, Inc. announce merger agreement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