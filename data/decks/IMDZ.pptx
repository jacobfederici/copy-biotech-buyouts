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Feb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'17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'18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'18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'19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5.5</c:v>
                </c:pt>
                <c:pt idx="1">
                  <c:v>5.25</c:v>
                </c:pt>
                <c:pt idx="2">
                  <c:v>6.35</c:v>
                </c:pt>
                <c:pt idx="3">
                  <c:v>7.15</c:v>
                </c:pt>
                <c:pt idx="4">
                  <c:v>6.45</c:v>
                </c:pt>
                <c:pt idx="5">
                  <c:v>6.8</c:v>
                </c:pt>
                <c:pt idx="6">
                  <c:v>6.7</c:v>
                </c:pt>
                <c:pt idx="7">
                  <c:v>5.75</c:v>
                </c:pt>
                <c:pt idx="8">
                  <c:v>6.15</c:v>
                </c:pt>
                <c:pt idx="9">
                  <c:v>6.55</c:v>
                </c:pt>
                <c:pt idx="10">
                  <c:v>5.75</c:v>
                </c:pt>
                <c:pt idx="11">
                  <c:v>6.2</c:v>
                </c:pt>
                <c:pt idx="12">
                  <c:v>7.3</c:v>
                </c:pt>
                <c:pt idx="13">
                  <c:v>8.0</c:v>
                </c:pt>
                <c:pt idx="14">
                  <c:v>7.25</c:v>
                </c:pt>
                <c:pt idx="15">
                  <c:v>6.75</c:v>
                </c:pt>
                <c:pt idx="16">
                  <c:v>7.2</c:v>
                </c:pt>
                <c:pt idx="17">
                  <c:v>9.65</c:v>
                </c:pt>
                <c:pt idx="18">
                  <c:v>9.75</c:v>
                </c:pt>
                <c:pt idx="19">
                  <c:v>9.25</c:v>
                </c:pt>
                <c:pt idx="20">
                  <c:v>9.5</c:v>
                </c:pt>
                <c:pt idx="21">
                  <c:v>9.95</c:v>
                </c:pt>
                <c:pt idx="22">
                  <c:v>11.5</c:v>
                </c:pt>
                <c:pt idx="23">
                  <c:v>10.47</c:v>
                </c:pt>
                <c:pt idx="24">
                  <c:v>8.8</c:v>
                </c:pt>
                <c:pt idx="25">
                  <c:v>7.95</c:v>
                </c:pt>
                <c:pt idx="26">
                  <c:v>8.15</c:v>
                </c:pt>
                <c:pt idx="27">
                  <c:v>11.0</c:v>
                </c:pt>
                <c:pt idx="28">
                  <c:v>10.2</c:v>
                </c:pt>
                <c:pt idx="29">
                  <c:v>9.35</c:v>
                </c:pt>
                <c:pt idx="30">
                  <c:v>10.5</c:v>
                </c:pt>
                <c:pt idx="31">
                  <c:v>10.35</c:v>
                </c:pt>
                <c:pt idx="32">
                  <c:v>10.5</c:v>
                </c:pt>
                <c:pt idx="33">
                  <c:v>10.95</c:v>
                </c:pt>
                <c:pt idx="34">
                  <c:v>5.2</c:v>
                </c:pt>
                <c:pt idx="35">
                  <c:v>4.1</c:v>
                </c:pt>
                <c:pt idx="36">
                  <c:v>4.15</c:v>
                </c:pt>
                <c:pt idx="37">
                  <c:v>4.95</c:v>
                </c:pt>
                <c:pt idx="38">
                  <c:v>4.4</c:v>
                </c:pt>
                <c:pt idx="39">
                  <c:v>4.65</c:v>
                </c:pt>
                <c:pt idx="40">
                  <c:v>4.2</c:v>
                </c:pt>
                <c:pt idx="41">
                  <c:v>3.95</c:v>
                </c:pt>
                <c:pt idx="42">
                  <c:v>3.6</c:v>
                </c:pt>
                <c:pt idx="43">
                  <c:v>3.6</c:v>
                </c:pt>
                <c:pt idx="44">
                  <c:v>3.9</c:v>
                </c:pt>
                <c:pt idx="45">
                  <c:v>4.2</c:v>
                </c:pt>
                <c:pt idx="46">
                  <c:v>3.65</c:v>
                </c:pt>
                <c:pt idx="47">
                  <c:v>3.7</c:v>
                </c:pt>
                <c:pt idx="48">
                  <c:v>3.75</c:v>
                </c:pt>
                <c:pt idx="49">
                  <c:v>3.2</c:v>
                </c:pt>
                <c:pt idx="50">
                  <c:v>3.2</c:v>
                </c:pt>
                <c:pt idx="51">
                  <c:v>3.35</c:v>
                </c:pt>
                <c:pt idx="52">
                  <c:v>3.25</c:v>
                </c:pt>
                <c:pt idx="53">
                  <c:v>3.25</c:v>
                </c:pt>
                <c:pt idx="54">
                  <c:v>3.7</c:v>
                </c:pt>
                <c:pt idx="55">
                  <c:v>3.65</c:v>
                </c:pt>
                <c:pt idx="56">
                  <c:v>3.7</c:v>
                </c:pt>
                <c:pt idx="57">
                  <c:v>3.3</c:v>
                </c:pt>
                <c:pt idx="58">
                  <c:v>3.15</c:v>
                </c:pt>
                <c:pt idx="59">
                  <c:v>3.6</c:v>
                </c:pt>
                <c:pt idx="60">
                  <c:v>3.5</c:v>
                </c:pt>
                <c:pt idx="61">
                  <c:v>3.65</c:v>
                </c:pt>
                <c:pt idx="62">
                  <c:v>3.8</c:v>
                </c:pt>
                <c:pt idx="63">
                  <c:v>3.8</c:v>
                </c:pt>
                <c:pt idx="64">
                  <c:v>4.25</c:v>
                </c:pt>
                <c:pt idx="65">
                  <c:v>4.25</c:v>
                </c:pt>
                <c:pt idx="66">
                  <c:v>4.6</c:v>
                </c:pt>
                <c:pt idx="67">
                  <c:v>4.25</c:v>
                </c:pt>
                <c:pt idx="68">
                  <c:v>4.65</c:v>
                </c:pt>
                <c:pt idx="69">
                  <c:v>4.4</c:v>
                </c:pt>
                <c:pt idx="70">
                  <c:v>4.55</c:v>
                </c:pt>
                <c:pt idx="71">
                  <c:v>4.95</c:v>
                </c:pt>
                <c:pt idx="72">
                  <c:v>4.65</c:v>
                </c:pt>
                <c:pt idx="73">
                  <c:v>4.3</c:v>
                </c:pt>
                <c:pt idx="74">
                  <c:v>3.75</c:v>
                </c:pt>
                <c:pt idx="75">
                  <c:v>3.5</c:v>
                </c:pt>
                <c:pt idx="76">
                  <c:v>3.5</c:v>
                </c:pt>
                <c:pt idx="77">
                  <c:v>3.25</c:v>
                </c:pt>
                <c:pt idx="78">
                  <c:v>3.35</c:v>
                </c:pt>
                <c:pt idx="79">
                  <c:v>3.8</c:v>
                </c:pt>
                <c:pt idx="80">
                  <c:v>3.5</c:v>
                </c:pt>
                <c:pt idx="81">
                  <c:v>3.3</c:v>
                </c:pt>
                <c:pt idx="82">
                  <c:v>3.5</c:v>
                </c:pt>
                <c:pt idx="83">
                  <c:v>3.45</c:v>
                </c:pt>
                <c:pt idx="84">
                  <c:v>3.17</c:v>
                </c:pt>
                <c:pt idx="85">
                  <c:v>1.85</c:v>
                </c:pt>
                <c:pt idx="86">
                  <c:v>1.66</c:v>
                </c:pt>
                <c:pt idx="87">
                  <c:v>1.43</c:v>
                </c:pt>
                <c:pt idx="88">
                  <c:v>1.57</c:v>
                </c:pt>
                <c:pt idx="89">
                  <c:v>1.48</c:v>
                </c:pt>
                <c:pt idx="90">
                  <c:v>1.38</c:v>
                </c:pt>
                <c:pt idx="91">
                  <c:v>1.41</c:v>
                </c:pt>
                <c:pt idx="92">
                  <c:v>1.6</c:v>
                </c:pt>
                <c:pt idx="93">
                  <c:v>2.01</c:v>
                </c:pt>
                <c:pt idx="94">
                  <c:v>1.57</c:v>
                </c:pt>
                <c:pt idx="95">
                  <c:v>1.15</c:v>
                </c:pt>
                <c:pt idx="96">
                  <c:v>1.29</c:v>
                </c:pt>
                <c:pt idx="97">
                  <c:v>1.5</c:v>
                </c:pt>
                <c:pt idx="98">
                  <c:v>1.54</c:v>
                </c:pt>
                <c:pt idx="99">
                  <c:v>1.42</c:v>
                </c:pt>
                <c:pt idx="100">
                  <c:v>1.53</c:v>
                </c:pt>
                <c:pt idx="101">
                  <c:v>1.55</c:v>
                </c:pt>
                <c:pt idx="102">
                  <c:v>1.46</c:v>
                </c:pt>
                <c:pt idx="103">
                  <c:v>1.44</c:v>
                </c:pt>
                <c:pt idx="104">
                  <c:v>5.83</c:v>
                </c:pt>
                <c:pt idx="105">
                  <c:v>5.83</c:v>
                </c:pt>
                <c:pt idx="106">
                  <c:v>5.84</c:v>
                </c:pt>
                <c:pt idx="107">
                  <c:v>5.85</c:v>
                </c:pt>
                <c:pt idx="108">
                  <c:v>5.85</c:v>
                </c:pt>
                <c:pt idx="109">
                  <c:v>5.85</c:v>
                </c:pt>
                <c:pt idx="110">
                  <c:v>5.85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Feb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'17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'18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'18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'19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6">
                  <c:v>7.2</c:v>
                </c:pt>
                <c:pt idx="33">
                  <c:v>10.95</c:v>
                </c:pt>
                <c:pt idx="34">
                  <c:v>5.2</c:v>
                </c:pt>
                <c:pt idx="84">
                  <c:v>3.17</c:v>
                </c:pt>
                <c:pt idx="92">
                  <c:v>1.6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Feb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'17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'18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'18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'19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5.83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Immune Design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IMDZ  ·  acquired by Merck &amp; Co.,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$5.85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21, 2019   ·   Closed Apr 02, 2019   ·   Status: completed   ·   Pre-ann. volume 0.3×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Immune Design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Immune Design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47799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6359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688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243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286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862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395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949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612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634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66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699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210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721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231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786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7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808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318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829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873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405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449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7960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046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753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64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285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796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5329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840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351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861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7372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9416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2481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546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057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720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42312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3616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41548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Sep 2018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01, 2018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Business Development team had been discussing a…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Immune Design board reviewed initial Phase 2 results of…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07, 2018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decided to discontinue Phase 3 SYNOVATE trial of…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11, 2018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program prioritization decision.…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18, 2018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Carlos Paya (CEO) and a senior executive of Merck…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21, 2018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At a business dinner at the ESMO conference in Munich, a…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26, 2018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held telephonic meeting with management and Cooley…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10, 2018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 senior member of Merck's Business Development team called…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2018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submitted the November 12 Offer — a non-binding…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15, 2018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reviewed qualifications and fee…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2018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telephonic meeting with Lazard and…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Paya communicated to Merck that, as a precondition to…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20, 2018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Lazard contacted Strategic Party A, Strategic Party B, and…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21, 2018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telephonic meeting; Lazard provided…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26, 2018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submitted the November 26 Offer — a non-binding…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27, 2018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meeting; directed Lazard to negotiate…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28, 2018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Strategic Party A declined to pursue a transaction. Lazard…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29, 2018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Strategic Party B declined to pursue a transaction.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30, 2018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Lazard communicated to Merck that the company would allow…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04, 2018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executed a new confidentiality agreement with Immune…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07, 2018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Lazard contacted Strategic Party C again; Strategic Party C…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11, 2018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representatives conducted due diligence calls with…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2018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meeting with management, Lazard, and Cooley.…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20, 2018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meeting; Lazard provided update on due diligence…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42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Immune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08, 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 senior executive of Merck contacted Lazard and stated…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Another senior Merck executive met with Dr. Paya and…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11, 2019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meeting with management, Lazard, and Cooley. Dr. Paya…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12, 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Lazard provided Merck and Credit Suisse (Merck's financial…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15,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Credit Suisse communicated to Lazard a price-per-share…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16, 2019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At the direction of the Company, Lazard communicated to…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17, 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provided Lazard the January 17 Offer — a revised…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18, 2019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held telephonic meeting; after reviewing the…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19, 2019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Management conducted several due diligence calls and…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23, 2019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Cooley sent a draft merger agreement to Gibson, Dunn &amp;…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Cooley sent draft disclosure schedules to Gibson.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04, 2019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Gibson sent Cooley a revised draft merger agreement…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05, 2019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Cooley and Gibson negotiated and finalized the remaining…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telephonic meeting with management, Lazard, and…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21, 2019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issued announcing the execution of the…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05, 2019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Merck's Cascade Merger Sub commenced tender offer. Immune…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expiration time.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02, 2019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announced expiration of the offer. 41,970,607 Shares…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Immune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Immune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2017-02-22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Immune Design Receives Orphan Drug Designation for G100 Intratumoral Product Candidate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2017-05-17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New Clinical and Biomarker Data Validate Immune Design's Lead Programs and Discovery Platforms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2017-06-05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Immune Design Updates Positive Data from Lead Cancer Immunotherapy Programs at ASCO Annual Meeting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2017-08-30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Immune Design Announces New CMB305 + Checkpoint Inhibitor Topline Data from an Upcoming Presentation at the…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2017-09-08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New Randomized Data From CMB305 + Checkpoint Inhibitor Study Demonstrate Greater Clinical Benefit and…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2017-10-16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Immune Design Announces Positive FDA Feedback on Phase 3 Clinical Trial Design for CMB305 in Synovial…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2017-10-19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Immune Design Announces G100's Receipt of Orphan Drug Designation by the EMA for the Treatment of…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2018-03-12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Immune Design Reports Data Update for Lead Immunotherapy Programs: Improvement in Survival for CMB305…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2018-05-24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Immune Design Announces Launch of Web Portal for SYNOVATE Phase 3 Study of CMB305 Immunotherapy in Synovial…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