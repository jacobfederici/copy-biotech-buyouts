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52.95</c:v>
                </c:pt>
                <c:pt idx="1">
                  <c:v>55.41</c:v>
                </c:pt>
                <c:pt idx="2">
                  <c:v>53.41</c:v>
                </c:pt>
                <c:pt idx="3">
                  <c:v>57.6</c:v>
                </c:pt>
                <c:pt idx="4">
                  <c:v>57.93</c:v>
                </c:pt>
                <c:pt idx="5">
                  <c:v>59.19</c:v>
                </c:pt>
                <c:pt idx="6">
                  <c:v>57.53</c:v>
                </c:pt>
                <c:pt idx="7">
                  <c:v>62.07</c:v>
                </c:pt>
                <c:pt idx="8">
                  <c:v>57.06</c:v>
                </c:pt>
                <c:pt idx="9">
                  <c:v>53.26</c:v>
                </c:pt>
                <c:pt idx="10">
                  <c:v>47.0</c:v>
                </c:pt>
                <c:pt idx="11">
                  <c:v>49.76</c:v>
                </c:pt>
                <c:pt idx="12">
                  <c:v>42.33</c:v>
                </c:pt>
                <c:pt idx="13">
                  <c:v>47.17</c:v>
                </c:pt>
                <c:pt idx="14">
                  <c:v>45.52</c:v>
                </c:pt>
                <c:pt idx="15">
                  <c:v>42.34</c:v>
                </c:pt>
                <c:pt idx="16">
                  <c:v>40.99</c:v>
                </c:pt>
                <c:pt idx="17">
                  <c:v>40.11</c:v>
                </c:pt>
                <c:pt idx="18">
                  <c:v>42.69</c:v>
                </c:pt>
                <c:pt idx="19">
                  <c:v>43.41</c:v>
                </c:pt>
                <c:pt idx="20">
                  <c:v>47.75</c:v>
                </c:pt>
                <c:pt idx="21">
                  <c:v>49.67</c:v>
                </c:pt>
                <c:pt idx="22">
                  <c:v>52.61</c:v>
                </c:pt>
                <c:pt idx="23">
                  <c:v>54.31</c:v>
                </c:pt>
                <c:pt idx="24">
                  <c:v>51.99</c:v>
                </c:pt>
                <c:pt idx="25">
                  <c:v>53.85</c:v>
                </c:pt>
                <c:pt idx="26">
                  <c:v>49.94</c:v>
                </c:pt>
                <c:pt idx="27">
                  <c:v>47.36</c:v>
                </c:pt>
                <c:pt idx="28">
                  <c:v>50.48</c:v>
                </c:pt>
                <c:pt idx="29">
                  <c:v>49.32</c:v>
                </c:pt>
                <c:pt idx="30">
                  <c:v>46.97</c:v>
                </c:pt>
                <c:pt idx="31">
                  <c:v>49.63</c:v>
                </c:pt>
                <c:pt idx="32">
                  <c:v>49.82</c:v>
                </c:pt>
                <c:pt idx="33">
                  <c:v>46.58</c:v>
                </c:pt>
                <c:pt idx="34">
                  <c:v>47.51</c:v>
                </c:pt>
                <c:pt idx="35">
                  <c:v>46.22</c:v>
                </c:pt>
                <c:pt idx="36">
                  <c:v>47.42</c:v>
                </c:pt>
                <c:pt idx="37">
                  <c:v>50.14</c:v>
                </c:pt>
                <c:pt idx="38">
                  <c:v>49.17</c:v>
                </c:pt>
                <c:pt idx="39">
                  <c:v>50.8</c:v>
                </c:pt>
                <c:pt idx="40">
                  <c:v>53.52</c:v>
                </c:pt>
                <c:pt idx="41">
                  <c:v>54.9</c:v>
                </c:pt>
                <c:pt idx="42">
                  <c:v>53.27</c:v>
                </c:pt>
                <c:pt idx="43">
                  <c:v>56.53</c:v>
                </c:pt>
                <c:pt idx="44">
                  <c:v>53.92</c:v>
                </c:pt>
                <c:pt idx="45">
                  <c:v>52.82</c:v>
                </c:pt>
                <c:pt idx="46">
                  <c:v>53.77</c:v>
                </c:pt>
                <c:pt idx="47">
                  <c:v>52.41</c:v>
                </c:pt>
                <c:pt idx="48">
                  <c:v>53.9</c:v>
                </c:pt>
                <c:pt idx="49">
                  <c:v>61.32</c:v>
                </c:pt>
                <c:pt idx="50">
                  <c:v>51.18</c:v>
                </c:pt>
                <c:pt idx="51">
                  <c:v>54.14</c:v>
                </c:pt>
                <c:pt idx="52">
                  <c:v>53.55</c:v>
                </c:pt>
                <c:pt idx="53">
                  <c:v>57.79</c:v>
                </c:pt>
                <c:pt idx="54">
                  <c:v>57.45</c:v>
                </c:pt>
                <c:pt idx="55">
                  <c:v>59.31</c:v>
                </c:pt>
                <c:pt idx="56">
                  <c:v>60.01</c:v>
                </c:pt>
                <c:pt idx="57">
                  <c:v>54.95</c:v>
                </c:pt>
                <c:pt idx="58">
                  <c:v>61.28</c:v>
                </c:pt>
                <c:pt idx="59">
                  <c:v>65.15</c:v>
                </c:pt>
                <c:pt idx="60">
                  <c:v>67.43</c:v>
                </c:pt>
                <c:pt idx="61">
                  <c:v>66.7</c:v>
                </c:pt>
                <c:pt idx="62">
                  <c:v>70.18</c:v>
                </c:pt>
                <c:pt idx="63">
                  <c:v>74.12</c:v>
                </c:pt>
                <c:pt idx="64">
                  <c:v>71.95</c:v>
                </c:pt>
                <c:pt idx="65">
                  <c:v>71.59</c:v>
                </c:pt>
                <c:pt idx="66">
                  <c:v>73.74</c:v>
                </c:pt>
                <c:pt idx="67">
                  <c:v>68.96</c:v>
                </c:pt>
                <c:pt idx="68">
                  <c:v>68.03</c:v>
                </c:pt>
                <c:pt idx="69">
                  <c:v>70.37</c:v>
                </c:pt>
                <c:pt idx="70">
                  <c:v>70.4</c:v>
                </c:pt>
                <c:pt idx="71">
                  <c:v>66.55</c:v>
                </c:pt>
                <c:pt idx="72">
                  <c:v>63.39</c:v>
                </c:pt>
                <c:pt idx="73">
                  <c:v>62.78</c:v>
                </c:pt>
                <c:pt idx="74">
                  <c:v>51.5</c:v>
                </c:pt>
                <c:pt idx="75">
                  <c:v>45.35</c:v>
                </c:pt>
                <c:pt idx="76">
                  <c:v>53.42</c:v>
                </c:pt>
                <c:pt idx="77">
                  <c:v>46.37</c:v>
                </c:pt>
                <c:pt idx="78">
                  <c:v>52.92</c:v>
                </c:pt>
                <c:pt idx="79">
                  <c:v>60.13</c:v>
                </c:pt>
                <c:pt idx="80">
                  <c:v>64.83</c:v>
                </c:pt>
                <c:pt idx="81">
                  <c:v>56.91</c:v>
                </c:pt>
                <c:pt idx="82">
                  <c:v>61.09</c:v>
                </c:pt>
                <c:pt idx="83">
                  <c:v>121.69</c:v>
                </c:pt>
                <c:pt idx="84">
                  <c:v>107.5</c:v>
                </c:pt>
                <c:pt idx="85">
                  <c:v>102.29</c:v>
                </c:pt>
                <c:pt idx="86">
                  <c:v>98.23</c:v>
                </c:pt>
                <c:pt idx="87">
                  <c:v>94.16</c:v>
                </c:pt>
                <c:pt idx="88">
                  <c:v>100.02</c:v>
                </c:pt>
                <c:pt idx="89">
                  <c:v>98.47</c:v>
                </c:pt>
                <c:pt idx="90">
                  <c:v>94.11</c:v>
                </c:pt>
                <c:pt idx="91">
                  <c:v>92.86</c:v>
                </c:pt>
                <c:pt idx="92">
                  <c:v>91.56</c:v>
                </c:pt>
                <c:pt idx="93">
                  <c:v>92.22</c:v>
                </c:pt>
                <c:pt idx="94">
                  <c:v>90.13</c:v>
                </c:pt>
                <c:pt idx="95">
                  <c:v>103.4</c:v>
                </c:pt>
                <c:pt idx="96">
                  <c:v>99.24</c:v>
                </c:pt>
                <c:pt idx="97">
                  <c:v>100.43</c:v>
                </c:pt>
                <c:pt idx="98">
                  <c:v>103.83</c:v>
                </c:pt>
                <c:pt idx="99">
                  <c:v>113.31</c:v>
                </c:pt>
                <c:pt idx="100">
                  <c:v>115.5</c:v>
                </c:pt>
                <c:pt idx="101">
                  <c:v>136.56</c:v>
                </c:pt>
                <c:pt idx="102">
                  <c:v>132.72</c:v>
                </c:pt>
                <c:pt idx="103">
                  <c:v>139.6</c:v>
                </c:pt>
                <c:pt idx="104">
                  <c:v>221.23</c:v>
                </c:pt>
                <c:pt idx="105">
                  <c:v>222.0</c:v>
                </c:pt>
                <c:pt idx="106">
                  <c:v>222.97</c:v>
                </c:pt>
                <c:pt idx="107">
                  <c:v>223.53</c:v>
                </c:pt>
                <c:pt idx="108">
                  <c:v>224.41</c:v>
                </c:pt>
                <c:pt idx="109">
                  <c:v>224.8</c:v>
                </c:pt>
                <c:pt idx="110">
                  <c:v>224.91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2">
                  <c:v>61.09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221.23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MyoKardia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MYOK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05, 2020   ·   Closed Nov 17, 2020   ·   Status: completed   ·   Pre-ann. volume 1.17×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7519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6079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0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371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95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568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5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09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245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71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104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873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434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78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76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76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649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996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343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64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8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8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58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558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32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90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90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252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52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252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426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60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773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773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20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294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294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467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81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988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988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988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335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6509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509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509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682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6682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682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85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85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85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85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203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9632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2236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4492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entered into a confidentiality agreement with…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Meetings between representatives of MyoKardia and Bristol…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Meetings between representatives of MyoKardia and Bristol…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Intermittent discussions continued, including a discussion…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representative of Bristol Myers Squibb contacted Jake…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MyoKardia and Bristol Myers Squibb had…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MyoKardia and Bristol Myers Squibb had…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MyoKardia and Bristol Myers Squibb had…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and Bristol Myers Squibb entered into a…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MyoKardia presented to Bristol Myers…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Bristol Myers Squibb presented to…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Giovanni Caforio, M.D., Chairman and CEO of Bristol Myers…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Senior leadership teams of MyoKardia and Bristol Myers…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presented updated results from its pivotal Phase…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2020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 via telephone and…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sent a non-binding proposal letter to Mr.…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Gianakakos spoke telephonically with Dr. Caforio…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Gianakakos. Later, they had a…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 and made a verbal…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directed Centerview and Guggenheim Securities to…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Guggenheim Securities contacted Party A…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Gianakakos contacted Dr. Caforio, advising that full…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Ms. Mily contacted Mr. Bauer to discuss next steps for…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and Bristol Myers Squibb entered into 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Bristol Myers Squibb sent a list of priority due diligence…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contacted Centerview and indicated they were not…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a telephone call with Ms. Mily to discuss…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provided access to a virtual data room to…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MyoKardia's senior management made presentations to Bristol…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From September 21 to 23, 2020, Bristol Myers Squibb made…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 via telephone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 and made a verbal…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Gianakakos spoke telephonically with Dr. Caforio…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Gianakakos spoke telephonically with Dr. Caforio, who…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a telephone call with Ms. Mily to discuss…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Kirkland &amp; Ellis LLP (Kirkland), outside…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provided Bristol Myers Squibb and its…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telephone conversations with Bristol Myers…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Procter sent a revised draft of the merger…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further telephone conversations with Bristol…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Kirkland provided Goodwin Procter with an initial draft of…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Kirkland sent a revised draft of the merger agreement to…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and Mr. Gianakakos spoke telephonically…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a telephone call with Ms. Mily to discuss…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Procter sent a revised draft of the merger…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MyoKardia, Bristol Myers Squibb, Goodwin…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Caforio contacted Mr. Gianakakos via telephone to…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Goodwin Procter and Kirkland finalized…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Bauer had several conversations with Bristol Myers…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 Board meeting with senior management and…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MyoKardia, Bristol Myers Squibb, and Merger Sub executed…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Before market open, MyoKardia and Bristol Myers Squibb…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commenced the Offer. MyoKardia filed its…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required waiting period under the HSR Act was set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Offer expired at midnight (New York City time).…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and Merger Sub accepted for payment all validly…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+99%  ($61.09→$121.69)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MyoKardia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CORRECTION: MyoKardia Doses First Patient in Phase 3 VALOR-HCM Trial of Mavacamten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Doses First Patient in Phase 3 VALOR-HCM Trial of Mavacamten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Reports Second Quarter 2020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Data from EXPLORER-HCM Study Selected for Virtual Late-Breaker Presentation at the European Society of…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Presents Results from Phase 3 EXPLORER-HCM Clinical Trial of Mavacamten for the Treatment of…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Doses First Patient in Phase 2 Clinical Trial of Danicamtiv in Genetic Dilated Cardiomyopathy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Reports Third Quarter 2020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Presents Mavacamten Clinical and Non-Clinical Data at the American Heart Association’s Scientific…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MyoKardia Presents Cardiac Imaging Data from 30-Week EXPLORER-HCM Study of Mavacamten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