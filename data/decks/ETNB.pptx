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15.94</c:v>
                </c:pt>
                <c:pt idx="1">
                  <c:v>15.44</c:v>
                </c:pt>
                <c:pt idx="2">
                  <c:v>16.03</c:v>
                </c:pt>
                <c:pt idx="3">
                  <c:v>7.62</c:v>
                </c:pt>
                <c:pt idx="4">
                  <c:v>6.84</c:v>
                </c:pt>
                <c:pt idx="5">
                  <c:v>6.7</c:v>
                </c:pt>
                <c:pt idx="6">
                  <c:v>8.41</c:v>
                </c:pt>
                <c:pt idx="7">
                  <c:v>7.46</c:v>
                </c:pt>
                <c:pt idx="8">
                  <c:v>7.91</c:v>
                </c:pt>
                <c:pt idx="9">
                  <c:v>7.92</c:v>
                </c:pt>
                <c:pt idx="10">
                  <c:v>8.4</c:v>
                </c:pt>
                <c:pt idx="11">
                  <c:v>9.86</c:v>
                </c:pt>
                <c:pt idx="12">
                  <c:v>10.6</c:v>
                </c:pt>
                <c:pt idx="13">
                  <c:v>10.9</c:v>
                </c:pt>
                <c:pt idx="14">
                  <c:v>11.17</c:v>
                </c:pt>
                <c:pt idx="15">
                  <c:v>11.53</c:v>
                </c:pt>
                <c:pt idx="16">
                  <c:v>11.09</c:v>
                </c:pt>
                <c:pt idx="17">
                  <c:v>11.04</c:v>
                </c:pt>
                <c:pt idx="18">
                  <c:v>10.17</c:v>
                </c:pt>
                <c:pt idx="19">
                  <c:v>9.94</c:v>
                </c:pt>
                <c:pt idx="20">
                  <c:v>8.45</c:v>
                </c:pt>
                <c:pt idx="21">
                  <c:v>9.74</c:v>
                </c:pt>
                <c:pt idx="22">
                  <c:v>11.18</c:v>
                </c:pt>
                <c:pt idx="23">
                  <c:v>12.62</c:v>
                </c:pt>
                <c:pt idx="24">
                  <c:v>12.93</c:v>
                </c:pt>
                <c:pt idx="25">
                  <c:v>13.52</c:v>
                </c:pt>
                <c:pt idx="26">
                  <c:v>11.5</c:v>
                </c:pt>
                <c:pt idx="27">
                  <c:v>11.64</c:v>
                </c:pt>
                <c:pt idx="28">
                  <c:v>10.76</c:v>
                </c:pt>
                <c:pt idx="29">
                  <c:v>9.82</c:v>
                </c:pt>
                <c:pt idx="30">
                  <c:v>9.08</c:v>
                </c:pt>
                <c:pt idx="31">
                  <c:v>8.26</c:v>
                </c:pt>
                <c:pt idx="32">
                  <c:v>9.22</c:v>
                </c:pt>
                <c:pt idx="33">
                  <c:v>8.71</c:v>
                </c:pt>
                <c:pt idx="34">
                  <c:v>8.63</c:v>
                </c:pt>
                <c:pt idx="35">
                  <c:v>8.14</c:v>
                </c:pt>
                <c:pt idx="36">
                  <c:v>7.9</c:v>
                </c:pt>
                <c:pt idx="37">
                  <c:v>8.1</c:v>
                </c:pt>
                <c:pt idx="38">
                  <c:v>8.77</c:v>
                </c:pt>
                <c:pt idx="39">
                  <c:v>8.52</c:v>
                </c:pt>
                <c:pt idx="40">
                  <c:v>8.01</c:v>
                </c:pt>
                <c:pt idx="41">
                  <c:v>7.52</c:v>
                </c:pt>
                <c:pt idx="42">
                  <c:v>8.78</c:v>
                </c:pt>
                <c:pt idx="43">
                  <c:v>8.35</c:v>
                </c:pt>
                <c:pt idx="44">
                  <c:v>9.24</c:v>
                </c:pt>
                <c:pt idx="45">
                  <c:v>8.91</c:v>
                </c:pt>
                <c:pt idx="46">
                  <c:v>7.8</c:v>
                </c:pt>
                <c:pt idx="47">
                  <c:v>8.04</c:v>
                </c:pt>
                <c:pt idx="48">
                  <c:v>8.86</c:v>
                </c:pt>
                <c:pt idx="49">
                  <c:v>9.5</c:v>
                </c:pt>
                <c:pt idx="50">
                  <c:v>8.47</c:v>
                </c:pt>
                <c:pt idx="51">
                  <c:v>8.48</c:v>
                </c:pt>
                <c:pt idx="52">
                  <c:v>8.19</c:v>
                </c:pt>
                <c:pt idx="53">
                  <c:v>7.25</c:v>
                </c:pt>
                <c:pt idx="54">
                  <c:v>7.19</c:v>
                </c:pt>
                <c:pt idx="55">
                  <c:v>7.79</c:v>
                </c:pt>
                <c:pt idx="56">
                  <c:v>8.35</c:v>
                </c:pt>
                <c:pt idx="57">
                  <c:v>7.87</c:v>
                </c:pt>
                <c:pt idx="58">
                  <c:v>9.14</c:v>
                </c:pt>
                <c:pt idx="59">
                  <c:v>10.45</c:v>
                </c:pt>
                <c:pt idx="60">
                  <c:v>7.93</c:v>
                </c:pt>
                <c:pt idx="61">
                  <c:v>8.76</c:v>
                </c:pt>
                <c:pt idx="62">
                  <c:v>8.99</c:v>
                </c:pt>
                <c:pt idx="63">
                  <c:v>8.07</c:v>
                </c:pt>
                <c:pt idx="64">
                  <c:v>7.69</c:v>
                </c:pt>
                <c:pt idx="65">
                  <c:v>7.94</c:v>
                </c:pt>
                <c:pt idx="66">
                  <c:v>7.88</c:v>
                </c:pt>
                <c:pt idx="67">
                  <c:v>7.96</c:v>
                </c:pt>
                <c:pt idx="68">
                  <c:v>6.51</c:v>
                </c:pt>
                <c:pt idx="69">
                  <c:v>6.31</c:v>
                </c:pt>
                <c:pt idx="70">
                  <c:v>7.13</c:v>
                </c:pt>
                <c:pt idx="71">
                  <c:v>9.6</c:v>
                </c:pt>
                <c:pt idx="72">
                  <c:v>11.41</c:v>
                </c:pt>
                <c:pt idx="73">
                  <c:v>10.57</c:v>
                </c:pt>
                <c:pt idx="74">
                  <c:v>11.06</c:v>
                </c:pt>
                <c:pt idx="75">
                  <c:v>9.23</c:v>
                </c:pt>
                <c:pt idx="76">
                  <c:v>7.85</c:v>
                </c:pt>
                <c:pt idx="77">
                  <c:v>8.47</c:v>
                </c:pt>
                <c:pt idx="78">
                  <c:v>8.52</c:v>
                </c:pt>
                <c:pt idx="79">
                  <c:v>8.08</c:v>
                </c:pt>
                <c:pt idx="80">
                  <c:v>5.77</c:v>
                </c:pt>
                <c:pt idx="81">
                  <c:v>5.53</c:v>
                </c:pt>
                <c:pt idx="82">
                  <c:v>6.06</c:v>
                </c:pt>
                <c:pt idx="83">
                  <c:v>6.94</c:v>
                </c:pt>
                <c:pt idx="84">
                  <c:v>8.73</c:v>
                </c:pt>
                <c:pt idx="85">
                  <c:v>7.7</c:v>
                </c:pt>
                <c:pt idx="86">
                  <c:v>7.78</c:v>
                </c:pt>
                <c:pt idx="87">
                  <c:v>9.49</c:v>
                </c:pt>
                <c:pt idx="88">
                  <c:v>9.84</c:v>
                </c:pt>
                <c:pt idx="89">
                  <c:v>10.25</c:v>
                </c:pt>
                <c:pt idx="90">
                  <c:v>10.41</c:v>
                </c:pt>
                <c:pt idx="91">
                  <c:v>10.08</c:v>
                </c:pt>
                <c:pt idx="92">
                  <c:v>9.86</c:v>
                </c:pt>
                <c:pt idx="93">
                  <c:v>10.16</c:v>
                </c:pt>
                <c:pt idx="94">
                  <c:v>11.0</c:v>
                </c:pt>
                <c:pt idx="95">
                  <c:v>10.49</c:v>
                </c:pt>
                <c:pt idx="96">
                  <c:v>9.59</c:v>
                </c:pt>
                <c:pt idx="97">
                  <c:v>9.16</c:v>
                </c:pt>
                <c:pt idx="98">
                  <c:v>9.16</c:v>
                </c:pt>
                <c:pt idx="99">
                  <c:v>9.23</c:v>
                </c:pt>
                <c:pt idx="100">
                  <c:v>9.43</c:v>
                </c:pt>
                <c:pt idx="101">
                  <c:v>9.03</c:v>
                </c:pt>
                <c:pt idx="102">
                  <c:v>8.87</c:v>
                </c:pt>
                <c:pt idx="103">
                  <c:v>8.07</c:v>
                </c:pt>
                <c:pt idx="104">
                  <c:v>14.87</c:v>
                </c:pt>
                <c:pt idx="105">
                  <c:v>14.7</c:v>
                </c:pt>
                <c:pt idx="106">
                  <c:v>14.85</c:v>
                </c:pt>
                <c:pt idx="107">
                  <c:v>14.8</c:v>
                </c:pt>
                <c:pt idx="108">
                  <c:v>14.76</c:v>
                </c:pt>
                <c:pt idx="109">
                  <c:v>14.79</c:v>
                </c:pt>
                <c:pt idx="110">
                  <c:v>14.84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5">
                  <c:v>6.7</c:v>
                </c:pt>
                <c:pt idx="70">
                  <c:v>7.13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2">
                  <c:v>16.03</c:v>
                </c:pt>
                <c:pt idx="59">
                  <c:v>10.45</c:v>
                </c:pt>
                <c:pt idx="79">
                  <c:v>8.08</c:v>
                </c:pt>
                <c:pt idx="83">
                  <c:v>6.94</c:v>
                </c:pt>
                <c:pt idx="86">
                  <c:v>7.78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'25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14.87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89bio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ETNB  ·  acquired by Roche Holdings,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18, 2025   ·   Closed Oct 30, 2025   ·   Status: completed   ·   Pre-ann. volume 0.86×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89bio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89bio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9271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7831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999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492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926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274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928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337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276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3785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7055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636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89bio formally engages Moelis as financial advisor to…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89bio and Genentech (Roche affiliate) enter into a mutual…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27,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Positive clinical data from competitor Akero Therapeutics…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07,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initial non-binding proposal of $13.00 per…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increases offer to $14.00 cash plus $2.00 CVR.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increases offer to $14.50 cash plus $5.00 in CVR…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'best and final' offer of $14.50 cash plus…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89bio Board unanimously approves the Merger Agreement.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60.49%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89bio becomes a wholly owned subsidiary…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89bio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7 unexplained pre-announcement move weeks (of 8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2023-10-13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-52%  ($16.03→$7.62)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+35%  ($7.13→$9.6)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($8.08→$5.77)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($6.94→$8.73)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139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($6.7→$8.41)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($10.45→$7.93)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307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($7.78→$9.49)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89bio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2025-01-27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Akero's Stock Skyrockets 112% After Game-Changing Liver Drug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Roche Digs Into Obesity-Tied Diseases With $3.5 Billion 89bio Buyout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Roche enters into a definitive merger agreement to acquire 89bio, and its phase 3 FGF21 analog for the…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Roche enters into a definitive merger agreement to acquire 89bio, and its phase 3 FGF21 analog for the…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89Bio (ETNB) Soars 86 Percent to Historic High on $3.5-Billion Roche Merger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Is Investigating the Merger – PGRE, BRY, ETNB, and COMP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89bio, Inc. (ETNB) Shareholders to Receive Up to $3.5B Total in Roche Buyout Deal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Roche Wins FDA Nod for Label Expansion of Tecentriq in Lung Cancer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Novo Nordisk Bulks Up Its Obesity-Tied Portfolio With $4.7 Billion Buyout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