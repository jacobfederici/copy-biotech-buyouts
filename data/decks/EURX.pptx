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'11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7.4</c:v>
                </c:pt>
                <c:pt idx="1">
                  <c:v>8.15</c:v>
                </c:pt>
                <c:pt idx="2">
                  <c:v>8.84</c:v>
                </c:pt>
                <c:pt idx="3">
                  <c:v>9.8</c:v>
                </c:pt>
                <c:pt idx="4">
                  <c:v>9.2</c:v>
                </c:pt>
                <c:pt idx="5">
                  <c:v>9.6</c:v>
                </c:pt>
                <c:pt idx="6">
                  <c:v>11.09</c:v>
                </c:pt>
                <c:pt idx="7">
                  <c:v>10.13</c:v>
                </c:pt>
                <c:pt idx="8">
                  <c:v>11.95</c:v>
                </c:pt>
                <c:pt idx="9">
                  <c:v>11.96</c:v>
                </c:pt>
                <c:pt idx="10">
                  <c:v>10.63</c:v>
                </c:pt>
                <c:pt idx="11">
                  <c:v>9.87</c:v>
                </c:pt>
                <c:pt idx="12">
                  <c:v>9.5</c:v>
                </c:pt>
                <c:pt idx="13">
                  <c:v>10.0</c:v>
                </c:pt>
                <c:pt idx="14">
                  <c:v>10.16</c:v>
                </c:pt>
                <c:pt idx="15">
                  <c:v>10.0</c:v>
                </c:pt>
                <c:pt idx="16">
                  <c:v>10.38</c:v>
                </c:pt>
                <c:pt idx="17">
                  <c:v>10.66</c:v>
                </c:pt>
                <c:pt idx="18">
                  <c:v>11.7</c:v>
                </c:pt>
                <c:pt idx="19">
                  <c:v>10.98</c:v>
                </c:pt>
                <c:pt idx="20">
                  <c:v>11.25</c:v>
                </c:pt>
                <c:pt idx="21">
                  <c:v>10.45</c:v>
                </c:pt>
                <c:pt idx="22">
                  <c:v>10.93</c:v>
                </c:pt>
                <c:pt idx="23">
                  <c:v>12.04</c:v>
                </c:pt>
                <c:pt idx="24">
                  <c:v>13.26</c:v>
                </c:pt>
                <c:pt idx="25">
                  <c:v>12.9</c:v>
                </c:pt>
                <c:pt idx="26">
                  <c:v>13.72</c:v>
                </c:pt>
                <c:pt idx="27">
                  <c:v>14.37</c:v>
                </c:pt>
                <c:pt idx="28">
                  <c:v>13.87</c:v>
                </c:pt>
                <c:pt idx="29">
                  <c:v>13.0</c:v>
                </c:pt>
                <c:pt idx="30">
                  <c:v>13.75</c:v>
                </c:pt>
                <c:pt idx="31">
                  <c:v>13.13</c:v>
                </c:pt>
                <c:pt idx="32">
                  <c:v>13.0</c:v>
                </c:pt>
                <c:pt idx="33">
                  <c:v>13.85</c:v>
                </c:pt>
                <c:pt idx="34">
                  <c:v>13.58</c:v>
                </c:pt>
                <c:pt idx="35">
                  <c:v>14.2</c:v>
                </c:pt>
                <c:pt idx="36">
                  <c:v>13.95</c:v>
                </c:pt>
                <c:pt idx="37">
                  <c:v>13.83</c:v>
                </c:pt>
                <c:pt idx="38">
                  <c:v>14.46</c:v>
                </c:pt>
                <c:pt idx="39">
                  <c:v>13.8</c:v>
                </c:pt>
                <c:pt idx="40">
                  <c:v>13.3</c:v>
                </c:pt>
                <c:pt idx="41">
                  <c:v>13.25</c:v>
                </c:pt>
                <c:pt idx="42">
                  <c:v>14.63</c:v>
                </c:pt>
                <c:pt idx="43">
                  <c:v>15.01</c:v>
                </c:pt>
                <c:pt idx="44">
                  <c:v>13.64</c:v>
                </c:pt>
                <c:pt idx="45">
                  <c:v>13.09</c:v>
                </c:pt>
                <c:pt idx="46">
                  <c:v>13.41</c:v>
                </c:pt>
                <c:pt idx="47">
                  <c:v>13.22</c:v>
                </c:pt>
                <c:pt idx="48">
                  <c:v>13.3</c:v>
                </c:pt>
                <c:pt idx="49">
                  <c:v>12.82</c:v>
                </c:pt>
                <c:pt idx="50">
                  <c:v>12.63</c:v>
                </c:pt>
                <c:pt idx="51">
                  <c:v>12.25</c:v>
                </c:pt>
                <c:pt idx="52">
                  <c:v>11.99</c:v>
                </c:pt>
                <c:pt idx="53">
                  <c:v>12.18</c:v>
                </c:pt>
                <c:pt idx="54">
                  <c:v>12.09</c:v>
                </c:pt>
                <c:pt idx="55">
                  <c:v>12.99</c:v>
                </c:pt>
                <c:pt idx="56">
                  <c:v>12.9</c:v>
                </c:pt>
                <c:pt idx="57">
                  <c:v>12.88</c:v>
                </c:pt>
                <c:pt idx="58">
                  <c:v>12.0</c:v>
                </c:pt>
                <c:pt idx="59">
                  <c:v>11.38</c:v>
                </c:pt>
                <c:pt idx="60">
                  <c:v>11.05</c:v>
                </c:pt>
                <c:pt idx="61">
                  <c:v>10.03</c:v>
                </c:pt>
                <c:pt idx="62">
                  <c:v>10.04</c:v>
                </c:pt>
                <c:pt idx="63">
                  <c:v>9.5</c:v>
                </c:pt>
                <c:pt idx="64">
                  <c:v>8.88</c:v>
                </c:pt>
                <c:pt idx="65">
                  <c:v>9.1</c:v>
                </c:pt>
                <c:pt idx="66">
                  <c:v>11.05</c:v>
                </c:pt>
                <c:pt idx="67">
                  <c:v>10.57</c:v>
                </c:pt>
                <c:pt idx="68">
                  <c:v>11.44</c:v>
                </c:pt>
                <c:pt idx="69">
                  <c:v>11.46</c:v>
                </c:pt>
                <c:pt idx="70">
                  <c:v>12.55</c:v>
                </c:pt>
                <c:pt idx="71">
                  <c:v>10.38</c:v>
                </c:pt>
                <c:pt idx="72">
                  <c:v>10.27</c:v>
                </c:pt>
                <c:pt idx="73">
                  <c:v>10.3</c:v>
                </c:pt>
                <c:pt idx="74">
                  <c:v>9.07</c:v>
                </c:pt>
                <c:pt idx="75">
                  <c:v>9.07</c:v>
                </c:pt>
                <c:pt idx="76">
                  <c:v>10.08</c:v>
                </c:pt>
                <c:pt idx="77">
                  <c:v>8.94</c:v>
                </c:pt>
                <c:pt idx="78">
                  <c:v>8.08</c:v>
                </c:pt>
                <c:pt idx="79">
                  <c:v>8.49</c:v>
                </c:pt>
                <c:pt idx="80">
                  <c:v>9.64</c:v>
                </c:pt>
                <c:pt idx="81">
                  <c:v>10.51</c:v>
                </c:pt>
                <c:pt idx="82">
                  <c:v>10.04</c:v>
                </c:pt>
                <c:pt idx="83">
                  <c:v>10.54</c:v>
                </c:pt>
                <c:pt idx="84">
                  <c:v>8.75</c:v>
                </c:pt>
                <c:pt idx="85">
                  <c:v>8.5</c:v>
                </c:pt>
                <c:pt idx="86">
                  <c:v>7.95</c:v>
                </c:pt>
                <c:pt idx="87">
                  <c:v>8.89</c:v>
                </c:pt>
                <c:pt idx="88">
                  <c:v>8.71</c:v>
                </c:pt>
                <c:pt idx="89">
                  <c:v>8.88</c:v>
                </c:pt>
                <c:pt idx="90">
                  <c:v>9.15</c:v>
                </c:pt>
                <c:pt idx="91">
                  <c:v>9.33</c:v>
                </c:pt>
                <c:pt idx="92">
                  <c:v>9.28</c:v>
                </c:pt>
                <c:pt idx="93">
                  <c:v>9.62</c:v>
                </c:pt>
                <c:pt idx="94">
                  <c:v>9.9</c:v>
                </c:pt>
                <c:pt idx="95">
                  <c:v>10.01</c:v>
                </c:pt>
                <c:pt idx="96">
                  <c:v>11.07</c:v>
                </c:pt>
                <c:pt idx="97">
                  <c:v>10.96</c:v>
                </c:pt>
                <c:pt idx="98">
                  <c:v>10.48</c:v>
                </c:pt>
                <c:pt idx="99">
                  <c:v>10.96</c:v>
                </c:pt>
                <c:pt idx="100">
                  <c:v>11.69</c:v>
                </c:pt>
                <c:pt idx="101">
                  <c:v>11.21</c:v>
                </c:pt>
                <c:pt idx="102">
                  <c:v>11.08</c:v>
                </c:pt>
                <c:pt idx="103">
                  <c:v>11.53</c:v>
                </c:pt>
                <c:pt idx="104">
                  <c:v>11.83</c:v>
                </c:pt>
                <c:pt idx="105">
                  <c:v>11.77</c:v>
                </c:pt>
                <c:pt idx="106">
                  <c:v>11.77</c:v>
                </c:pt>
                <c:pt idx="107">
                  <c:v>11.79</c:v>
                </c:pt>
                <c:pt idx="108">
                  <c:v>11.83</c:v>
                </c:pt>
                <c:pt idx="109">
                  <c:v>11.88</c:v>
                </c:pt>
                <c:pt idx="110">
                  <c:v>11.89</c:v>
                </c:pt>
                <c:pt idx="111">
                  <c:v>11.98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'11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65">
                  <c:v>9.1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EURAND N.V.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EURX  ·  acquired by Axcan Holdings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01, 2010   ·   Closed Jan 20, 2011   ·   Status: completed   ·   Pre-ann. volume 1.63×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EURAND N.V.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EURAND N.V.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7834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6394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956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344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16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439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18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35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74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462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737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846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234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007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Warburg Pincus (Eurand's majority…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interest.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Gearoid Faherty reports interest from Party B; Board…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14, 2010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GSI begins contacting 24 potential third-party acquirers.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Eurand enters confidentiality agreement with TPG and Axcan…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Axcan submits non-binding expression of interest at $11.00…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Axcan delivers non-binding proposal at $11.50 per share…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Axcan increases offer to $11.62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11, 2010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Axcan increases offer to $12.00 per share and proposes a…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Eurand Board appoints a Special Committee of independent…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unanimously approve the…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expiration date of the tender offer.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EURAND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2010-03-12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($9.1→$11.05)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EURAND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2010-12-01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Eurand N.V. and Axcan Pharma Announce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