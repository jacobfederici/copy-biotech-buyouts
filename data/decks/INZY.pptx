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May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'25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6.35</c:v>
                </c:pt>
                <c:pt idx="1">
                  <c:v>5.92</c:v>
                </c:pt>
                <c:pt idx="2">
                  <c:v>6.43</c:v>
                </c:pt>
                <c:pt idx="3">
                  <c:v>6.1</c:v>
                </c:pt>
                <c:pt idx="4">
                  <c:v>5.55</c:v>
                </c:pt>
                <c:pt idx="5">
                  <c:v>5.51</c:v>
                </c:pt>
                <c:pt idx="6">
                  <c:v>5.57</c:v>
                </c:pt>
                <c:pt idx="7">
                  <c:v>5.28</c:v>
                </c:pt>
                <c:pt idx="8">
                  <c:v>6.09</c:v>
                </c:pt>
                <c:pt idx="9">
                  <c:v>7.0</c:v>
                </c:pt>
                <c:pt idx="10">
                  <c:v>4.91</c:v>
                </c:pt>
                <c:pt idx="11">
                  <c:v>5.02</c:v>
                </c:pt>
                <c:pt idx="12">
                  <c:v>4.93</c:v>
                </c:pt>
                <c:pt idx="13">
                  <c:v>4.77</c:v>
                </c:pt>
                <c:pt idx="14">
                  <c:v>4.94</c:v>
                </c:pt>
                <c:pt idx="15">
                  <c:v>4.83</c:v>
                </c:pt>
                <c:pt idx="16">
                  <c:v>4.82</c:v>
                </c:pt>
                <c:pt idx="17">
                  <c:v>4.3</c:v>
                </c:pt>
                <c:pt idx="18">
                  <c:v>4.6</c:v>
                </c:pt>
                <c:pt idx="19">
                  <c:v>4.2</c:v>
                </c:pt>
                <c:pt idx="20">
                  <c:v>3.86</c:v>
                </c:pt>
                <c:pt idx="21">
                  <c:v>3.4</c:v>
                </c:pt>
                <c:pt idx="22">
                  <c:v>2.88</c:v>
                </c:pt>
                <c:pt idx="23">
                  <c:v>2.71</c:v>
                </c:pt>
                <c:pt idx="24">
                  <c:v>3.18</c:v>
                </c:pt>
                <c:pt idx="25">
                  <c:v>2.9</c:v>
                </c:pt>
                <c:pt idx="26">
                  <c:v>3.26</c:v>
                </c:pt>
                <c:pt idx="27">
                  <c:v>3.93</c:v>
                </c:pt>
                <c:pt idx="28">
                  <c:v>3.85</c:v>
                </c:pt>
                <c:pt idx="29">
                  <c:v>3.81</c:v>
                </c:pt>
                <c:pt idx="30">
                  <c:v>4.02</c:v>
                </c:pt>
                <c:pt idx="31">
                  <c:v>4.42</c:v>
                </c:pt>
                <c:pt idx="32">
                  <c:v>4.26</c:v>
                </c:pt>
                <c:pt idx="33">
                  <c:v>4.25</c:v>
                </c:pt>
                <c:pt idx="34">
                  <c:v>4.21</c:v>
                </c:pt>
                <c:pt idx="35">
                  <c:v>4.31</c:v>
                </c:pt>
                <c:pt idx="36">
                  <c:v>4.71</c:v>
                </c:pt>
                <c:pt idx="37">
                  <c:v>5.31</c:v>
                </c:pt>
                <c:pt idx="38">
                  <c:v>5.82</c:v>
                </c:pt>
                <c:pt idx="39">
                  <c:v>5.82</c:v>
                </c:pt>
                <c:pt idx="40">
                  <c:v>5.71</c:v>
                </c:pt>
                <c:pt idx="41">
                  <c:v>6.55</c:v>
                </c:pt>
                <c:pt idx="42">
                  <c:v>6.35</c:v>
                </c:pt>
                <c:pt idx="43">
                  <c:v>5.89</c:v>
                </c:pt>
                <c:pt idx="44">
                  <c:v>5.8</c:v>
                </c:pt>
                <c:pt idx="45">
                  <c:v>7.66</c:v>
                </c:pt>
                <c:pt idx="46">
                  <c:v>6.41</c:v>
                </c:pt>
                <c:pt idx="47">
                  <c:v>5.14</c:v>
                </c:pt>
                <c:pt idx="48">
                  <c:v>4.51</c:v>
                </c:pt>
                <c:pt idx="49">
                  <c:v>4.44</c:v>
                </c:pt>
                <c:pt idx="50">
                  <c:v>4.74</c:v>
                </c:pt>
                <c:pt idx="51">
                  <c:v>4.54</c:v>
                </c:pt>
                <c:pt idx="52">
                  <c:v>4.6</c:v>
                </c:pt>
                <c:pt idx="53">
                  <c:v>4.57</c:v>
                </c:pt>
                <c:pt idx="54">
                  <c:v>4.82</c:v>
                </c:pt>
                <c:pt idx="55">
                  <c:v>4.63</c:v>
                </c:pt>
                <c:pt idx="56">
                  <c:v>4.74</c:v>
                </c:pt>
                <c:pt idx="57">
                  <c:v>4.45</c:v>
                </c:pt>
                <c:pt idx="58">
                  <c:v>4.46</c:v>
                </c:pt>
                <c:pt idx="59">
                  <c:v>4.49</c:v>
                </c:pt>
                <c:pt idx="60">
                  <c:v>5.15</c:v>
                </c:pt>
                <c:pt idx="61">
                  <c:v>5.33</c:v>
                </c:pt>
                <c:pt idx="62">
                  <c:v>5.83</c:v>
                </c:pt>
                <c:pt idx="63">
                  <c:v>5.18</c:v>
                </c:pt>
                <c:pt idx="64">
                  <c:v>4.33</c:v>
                </c:pt>
                <c:pt idx="65">
                  <c:v>4.58</c:v>
                </c:pt>
                <c:pt idx="66">
                  <c:v>5.4</c:v>
                </c:pt>
                <c:pt idx="67">
                  <c:v>5.54</c:v>
                </c:pt>
                <c:pt idx="68">
                  <c:v>4.98</c:v>
                </c:pt>
                <c:pt idx="69">
                  <c:v>6.0</c:v>
                </c:pt>
                <c:pt idx="70">
                  <c:v>5.73</c:v>
                </c:pt>
                <c:pt idx="71">
                  <c:v>5.18</c:v>
                </c:pt>
                <c:pt idx="72">
                  <c:v>5.17</c:v>
                </c:pt>
                <c:pt idx="73">
                  <c:v>5.18</c:v>
                </c:pt>
                <c:pt idx="74">
                  <c:v>5.54</c:v>
                </c:pt>
                <c:pt idx="75">
                  <c:v>4.79</c:v>
                </c:pt>
                <c:pt idx="76">
                  <c:v>4.36</c:v>
                </c:pt>
                <c:pt idx="77">
                  <c:v>4.02</c:v>
                </c:pt>
                <c:pt idx="78">
                  <c:v>3.12</c:v>
                </c:pt>
                <c:pt idx="79">
                  <c:v>2.81</c:v>
                </c:pt>
                <c:pt idx="80">
                  <c:v>2.71</c:v>
                </c:pt>
                <c:pt idx="81">
                  <c:v>2.57</c:v>
                </c:pt>
                <c:pt idx="82">
                  <c:v>3.03</c:v>
                </c:pt>
                <c:pt idx="83">
                  <c:v>2.99</c:v>
                </c:pt>
                <c:pt idx="84">
                  <c:v>2.92</c:v>
                </c:pt>
                <c:pt idx="85">
                  <c:v>3.07</c:v>
                </c:pt>
                <c:pt idx="86">
                  <c:v>2.0</c:v>
                </c:pt>
                <c:pt idx="87">
                  <c:v>1.36</c:v>
                </c:pt>
                <c:pt idx="88">
                  <c:v>1.41</c:v>
                </c:pt>
                <c:pt idx="89">
                  <c:v>1.44</c:v>
                </c:pt>
                <c:pt idx="90">
                  <c:v>1.45</c:v>
                </c:pt>
                <c:pt idx="91">
                  <c:v>1.37</c:v>
                </c:pt>
                <c:pt idx="92">
                  <c:v>1.25</c:v>
                </c:pt>
                <c:pt idx="93">
                  <c:v>1.2</c:v>
                </c:pt>
                <c:pt idx="94">
                  <c:v>1.15</c:v>
                </c:pt>
                <c:pt idx="95">
                  <c:v>1.0</c:v>
                </c:pt>
                <c:pt idx="96">
                  <c:v>0.97</c:v>
                </c:pt>
                <c:pt idx="97">
                  <c:v>0.92</c:v>
                </c:pt>
                <c:pt idx="98">
                  <c:v>0.82</c:v>
                </c:pt>
                <c:pt idx="99">
                  <c:v>0.89</c:v>
                </c:pt>
                <c:pt idx="100">
                  <c:v>0.92</c:v>
                </c:pt>
                <c:pt idx="101">
                  <c:v>0.98</c:v>
                </c:pt>
                <c:pt idx="102">
                  <c:v>1.62</c:v>
                </c:pt>
                <c:pt idx="103">
                  <c:v>1.15</c:v>
                </c:pt>
                <c:pt idx="104">
                  <c:v>3.95</c:v>
                </c:pt>
                <c:pt idx="105">
                  <c:v>3.96</c:v>
                </c:pt>
                <c:pt idx="106">
                  <c:v>3.97</c:v>
                </c:pt>
                <c:pt idx="107">
                  <c:v>3.99</c:v>
                </c:pt>
                <c:pt idx="108">
                  <c:v>3.99</c:v>
                </c:pt>
                <c:pt idx="109">
                  <c:v>3.99</c:v>
                </c:pt>
                <c:pt idx="110">
                  <c:v>3.99</c:v>
                </c:pt>
                <c:pt idx="111">
                  <c:v>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May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'25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9">
                  <c:v>7.0</c:v>
                </c:pt>
                <c:pt idx="102">
                  <c:v>1.62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May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'25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26">
                  <c:v>3.26</c:v>
                </c:pt>
                <c:pt idx="44">
                  <c:v>5.8</c:v>
                </c:pt>
                <c:pt idx="68">
                  <c:v>4.98</c:v>
                </c:pt>
                <c:pt idx="77">
                  <c:v>4.02</c:v>
                </c:pt>
                <c:pt idx="85">
                  <c:v>3.07</c:v>
                </c:pt>
                <c:pt idx="86">
                  <c:v>2.0</c:v>
                </c:pt>
                <c:pt idx="101">
                  <c:v>0.98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May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'25</c:v>
                </c:pt>
                <c:pt idx="111">
                  <c:v/>
                </c:pt>
              </c:strCache>
            </c:strRef>
          </c:cat>
          <c:val>
            <c:numRef>
              <c:f>Sheet1!$E$2:$E$113</c:f>
              <c:numCache>
                <c:formatCode>General</c:formatCode>
                <c:ptCount val="112"/>
                <c:pt idx="104">
                  <c:v>3.95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Inozyme Pharma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INZY  ·  acquired by BioMarin Pharmaceutical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16, 2025   ·   Closed Jul 01, 2025   ·   Status: completed   ·   Pre-ann. volume 2.09×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Inozyme Pharma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Inozyme Pharma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32682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41242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734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994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746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564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901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1614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200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59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7196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1345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4060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Jul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08,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Inozyme and BioMarin enter into a mutual non-disclosure…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27,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a non-binding indication of interest at…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28,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Inozyme Board rejects Party A's offer and directs…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23,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a revised offer of $1.75 in stock plus a…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30,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BioMarin submits an initial non-binding proposal to acquire…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09,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BioMarin increases offer to $3.55 per share; Inozyme…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10,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Inozyme and BioMarin enter into an Exclusivity Agreement.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14,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Inozyme releases positive interim clinical data for…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15,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Inozyme Board unanimously approves the Merger Agreement and…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16,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02, 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30, 2025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ET.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BioMarin completes the acquisition and Inozyme becomes a…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Inozyme Pharma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9 unexplained pre-announcement move weeks (of 10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2025-05-02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+65%  ($0.98→$1.62)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2025-01-10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-35%  ($3.07→$2)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126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2024-03-29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+32%  ($5.8→$7.66)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413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2025-01-17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-32%  ($2→$1.36)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119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2023-07-28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-30%  ($7→$4.91)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658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2025-05-09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-29%  ($1.62→$1.15)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2024-11-15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($4.02→$3.12)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182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($3.26→$3.93)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539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Inozyme Pharma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Inozyme Pharma Reports Second Quarter 2023 Financial Results and Provides Business Highlights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Inozyme Pharma Announces Positive Interim Data from Ongoing Phase 1/2 Trials of INZ-701 in Adults with…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Inozyme Pharma Announces Positive Interim Data from Ongoing Phase 1/2 Trials of INZ-701 in Adults with…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Inozyme Pharma Reports Third Quarter 2023 Financial Results and Provides Business Highlights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Inozyme Pharma Reports Third Quarter 2023 Financial Results and Provides Business Highlights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2025-02-21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Inozyme Pharma to Present Recently Announced Interim Data for INZ-701 in Infants and Young Children with…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Inozyme Pharma Reports Full Year 2024 Financial Results and Announces Strategic Prioritization of ENPP1…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Inozyme Pharma and BioMarin Announce Execution of Merger Agreement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2025-10-27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BioMarin Reports Third Quarter 2025 Results and Provides Corporate Update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