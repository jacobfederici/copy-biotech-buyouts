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Sheet1!$A$2:$A$118</c:f>
              <c:strCache>
                <c:ptCount val="117"/>
                <c:pt idx="0">
                  <c:v>Aug '04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'04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'04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'05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'05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'05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'05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'05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'06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'06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'06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'06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</c:strCache>
            </c:strRef>
          </c:cat>
          <c:val>
            <c:numRef>
              <c:f>Sheet1!$B$2:$B$118</c:f>
              <c:numCache>
                <c:formatCode>General</c:formatCode>
                <c:ptCount val="117"/>
                <c:pt idx="0">
                  <c:v>2.55</c:v>
                </c:pt>
                <c:pt idx="1">
                  <c:v>2.6</c:v>
                </c:pt>
                <c:pt idx="2">
                  <c:v>2.5</c:v>
                </c:pt>
                <c:pt idx="3">
                  <c:v>2.68</c:v>
                </c:pt>
                <c:pt idx="4">
                  <c:v>2.7</c:v>
                </c:pt>
                <c:pt idx="5">
                  <c:v>2.82</c:v>
                </c:pt>
                <c:pt idx="6">
                  <c:v>2.65</c:v>
                </c:pt>
                <c:pt idx="7">
                  <c:v>2.75</c:v>
                </c:pt>
                <c:pt idx="8">
                  <c:v>2.75</c:v>
                </c:pt>
                <c:pt idx="9">
                  <c:v>2.75</c:v>
                </c:pt>
                <c:pt idx="10">
                  <c:v>2.75</c:v>
                </c:pt>
                <c:pt idx="11">
                  <c:v>2.76</c:v>
                </c:pt>
                <c:pt idx="12">
                  <c:v>3.03</c:v>
                </c:pt>
                <c:pt idx="13">
                  <c:v>3.3</c:v>
                </c:pt>
                <c:pt idx="14">
                  <c:v>3.95</c:v>
                </c:pt>
                <c:pt idx="15">
                  <c:v>3.1</c:v>
                </c:pt>
                <c:pt idx="16">
                  <c:v>3.27</c:v>
                </c:pt>
                <c:pt idx="17">
                  <c:v>3.4</c:v>
                </c:pt>
                <c:pt idx="18">
                  <c:v>3.22</c:v>
                </c:pt>
                <c:pt idx="19">
                  <c:v>3.27</c:v>
                </c:pt>
                <c:pt idx="20">
                  <c:v>3.35</c:v>
                </c:pt>
                <c:pt idx="21">
                  <c:v>3.4</c:v>
                </c:pt>
                <c:pt idx="22">
                  <c:v>3.4</c:v>
                </c:pt>
                <c:pt idx="23">
                  <c:v>3.4</c:v>
                </c:pt>
                <c:pt idx="24">
                  <c:v>3.35</c:v>
                </c:pt>
                <c:pt idx="25">
                  <c:v>3.4</c:v>
                </c:pt>
                <c:pt idx="26">
                  <c:v>3.45</c:v>
                </c:pt>
                <c:pt idx="27">
                  <c:v>3.45</c:v>
                </c:pt>
                <c:pt idx="28">
                  <c:v>3.4</c:v>
                </c:pt>
                <c:pt idx="29">
                  <c:v>3.5</c:v>
                </c:pt>
                <c:pt idx="30">
                  <c:v>3.45</c:v>
                </c:pt>
                <c:pt idx="31">
                  <c:v>3.45</c:v>
                </c:pt>
                <c:pt idx="32">
                  <c:v>3.45</c:v>
                </c:pt>
                <c:pt idx="33">
                  <c:v>3.55</c:v>
                </c:pt>
                <c:pt idx="34">
                  <c:v>3.35</c:v>
                </c:pt>
                <c:pt idx="35">
                  <c:v>3.38</c:v>
                </c:pt>
                <c:pt idx="36">
                  <c:v>3.45</c:v>
                </c:pt>
                <c:pt idx="37">
                  <c:v>3.4</c:v>
                </c:pt>
                <c:pt idx="38">
                  <c:v>3.4</c:v>
                </c:pt>
                <c:pt idx="39">
                  <c:v>3.22</c:v>
                </c:pt>
                <c:pt idx="40">
                  <c:v>3.3</c:v>
                </c:pt>
                <c:pt idx="41">
                  <c:v>3.35</c:v>
                </c:pt>
                <c:pt idx="42">
                  <c:v>3.35</c:v>
                </c:pt>
                <c:pt idx="43">
                  <c:v>3.35</c:v>
                </c:pt>
                <c:pt idx="44">
                  <c:v>3.1</c:v>
                </c:pt>
                <c:pt idx="45">
                  <c:v>2.17</c:v>
                </c:pt>
                <c:pt idx="46">
                  <c:v>3.35</c:v>
                </c:pt>
                <c:pt idx="47">
                  <c:v>2.6</c:v>
                </c:pt>
                <c:pt idx="48">
                  <c:v>2.7</c:v>
                </c:pt>
                <c:pt idx="49">
                  <c:v>2.7</c:v>
                </c:pt>
                <c:pt idx="50">
                  <c:v>3.2</c:v>
                </c:pt>
                <c:pt idx="51">
                  <c:v>2.72</c:v>
                </c:pt>
                <c:pt idx="52">
                  <c:v>2.8</c:v>
                </c:pt>
                <c:pt idx="53">
                  <c:v>3.2</c:v>
                </c:pt>
                <c:pt idx="54">
                  <c:v>3.9</c:v>
                </c:pt>
                <c:pt idx="55">
                  <c:v>3.97</c:v>
                </c:pt>
                <c:pt idx="56">
                  <c:v>4.0</c:v>
                </c:pt>
                <c:pt idx="57">
                  <c:v>3.75</c:v>
                </c:pt>
                <c:pt idx="58">
                  <c:v>3.75</c:v>
                </c:pt>
                <c:pt idx="59">
                  <c:v>3.3</c:v>
                </c:pt>
                <c:pt idx="60">
                  <c:v>3.35</c:v>
                </c:pt>
                <c:pt idx="61">
                  <c:v>3.4</c:v>
                </c:pt>
                <c:pt idx="62">
                  <c:v>3.5</c:v>
                </c:pt>
                <c:pt idx="63">
                  <c:v>4.0</c:v>
                </c:pt>
                <c:pt idx="64">
                  <c:v>4.0</c:v>
                </c:pt>
                <c:pt idx="65">
                  <c:v>3.85</c:v>
                </c:pt>
                <c:pt idx="66">
                  <c:v>4.0</c:v>
                </c:pt>
                <c:pt idx="67">
                  <c:v>3.85</c:v>
                </c:pt>
                <c:pt idx="68">
                  <c:v>3.8</c:v>
                </c:pt>
                <c:pt idx="69">
                  <c:v>3.67</c:v>
                </c:pt>
                <c:pt idx="70">
                  <c:v>4.3</c:v>
                </c:pt>
                <c:pt idx="71">
                  <c:v>5.0</c:v>
                </c:pt>
                <c:pt idx="72">
                  <c:v>4.3</c:v>
                </c:pt>
                <c:pt idx="73">
                  <c:v>4.4</c:v>
                </c:pt>
                <c:pt idx="74">
                  <c:v>4.4</c:v>
                </c:pt>
                <c:pt idx="75">
                  <c:v>4.3</c:v>
                </c:pt>
                <c:pt idx="76">
                  <c:v>4.3</c:v>
                </c:pt>
                <c:pt idx="77">
                  <c:v>4.3</c:v>
                </c:pt>
                <c:pt idx="78">
                  <c:v>4.4</c:v>
                </c:pt>
                <c:pt idx="79">
                  <c:v>4.4</c:v>
                </c:pt>
                <c:pt idx="80">
                  <c:v>4.3</c:v>
                </c:pt>
                <c:pt idx="81">
                  <c:v>4.3</c:v>
                </c:pt>
                <c:pt idx="82">
                  <c:v>4.3</c:v>
                </c:pt>
                <c:pt idx="83">
                  <c:v>4.35</c:v>
                </c:pt>
                <c:pt idx="84">
                  <c:v>4.35</c:v>
                </c:pt>
                <c:pt idx="85">
                  <c:v>4.36</c:v>
                </c:pt>
                <c:pt idx="86">
                  <c:v>4.35</c:v>
                </c:pt>
                <c:pt idx="87">
                  <c:v>4.35</c:v>
                </c:pt>
                <c:pt idx="88">
                  <c:v>4.35</c:v>
                </c:pt>
                <c:pt idx="89">
                  <c:v>4.35</c:v>
                </c:pt>
                <c:pt idx="90">
                  <c:v>4.35</c:v>
                </c:pt>
                <c:pt idx="91">
                  <c:v>4.3</c:v>
                </c:pt>
                <c:pt idx="92">
                  <c:v>4.14</c:v>
                </c:pt>
                <c:pt idx="93">
                  <c:v>4.25</c:v>
                </c:pt>
                <c:pt idx="94">
                  <c:v>4.3</c:v>
                </c:pt>
                <c:pt idx="95">
                  <c:v>4.2</c:v>
                </c:pt>
                <c:pt idx="96">
                  <c:v>4.15</c:v>
                </c:pt>
                <c:pt idx="97">
                  <c:v>4.1</c:v>
                </c:pt>
                <c:pt idx="98">
                  <c:v>4.25</c:v>
                </c:pt>
                <c:pt idx="99">
                  <c:v>4.19</c:v>
                </c:pt>
                <c:pt idx="100">
                  <c:v>4.85</c:v>
                </c:pt>
                <c:pt idx="101">
                  <c:v>4.8</c:v>
                </c:pt>
                <c:pt idx="102">
                  <c:v>4.81</c:v>
                </c:pt>
                <c:pt idx="103">
                  <c:v>4.85</c:v>
                </c:pt>
                <c:pt idx="104">
                  <c:v>5.19</c:v>
                </c:pt>
                <c:pt idx="105">
                  <c:v>5.2</c:v>
                </c:pt>
                <c:pt idx="106">
                  <c:v>5.2</c:v>
                </c:pt>
                <c:pt idx="107">
                  <c:v>5.21</c:v>
                </c:pt>
                <c:pt idx="108">
                  <c:v>5.23</c:v>
                </c:pt>
                <c:pt idx="109">
                  <c:v>5.24</c:v>
                </c:pt>
                <c:pt idx="110">
                  <c:v>5.2</c:v>
                </c:pt>
                <c:pt idx="111">
                  <c:v>5.22</c:v>
                </c:pt>
                <c:pt idx="112">
                  <c:v>5.2</c:v>
                </c:pt>
                <c:pt idx="113">
                  <c:v>5.71</c:v>
                </c:pt>
                <c:pt idx="114">
                  <c:v>5.73</c:v>
                </c:pt>
                <c:pt idx="115">
                  <c:v>5.72</c:v>
                </c:pt>
                <c:pt idx="116">
                  <c:v>5.75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Sheet1!$A$2:$A$118</c:f>
              <c:strCache>
                <c:ptCount val="117"/>
                <c:pt idx="0">
                  <c:v>Aug '04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'04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'04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'05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'05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'05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'05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'05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'06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'06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'06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'06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</c:strCache>
            </c:strRef>
          </c:cat>
          <c:val>
            <c:numRef>
              <c:f>Sheet1!$C$2:$C$118</c:f>
              <c:numCache>
                <c:formatCode>General</c:formatCode>
                <c:ptCount val="117"/>
                <c:pt idx="14">
                  <c:v>3.95</c:v>
                </c:pt>
                <c:pt idx="44">
                  <c:v>3.1</c:v>
                </c:pt>
                <c:pt idx="45">
                  <c:v>2.17</c:v>
                </c:pt>
                <c:pt idx="46">
                  <c:v>3.35</c:v>
                </c:pt>
                <c:pt idx="53">
                  <c:v>3.2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VIRBAC CORPORATION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VBAC  ·  acquired by Virbac S.A.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$5.75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Aug 08, 2006   ·   Closed Nov 01, 2006   ·   Status: completed   ·   Pre-ann. volume 1.16×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VIRBAC CORPORATION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VIRBAC CORPORATION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380095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65695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132819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218419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760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646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860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9284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523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9000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4908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1778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6548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9218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4557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7795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Dec 2005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Nov 2006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12, 2005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Virbac S.A. sends initial proposal to the Board of…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02, 2006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Virbac S.A. sends follow-up letter to independent directors…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14, 2006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Virbac Corporation announces the formation of a Special…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10, 2006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Virbac S.A. sends revised proposal letter to the Special…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07, 2006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unanimously recommends the Merger…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08, 2006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Virbac Corporation issues press release announcing…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10, 2006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of Directors unanimously approves the Merger…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18, 2006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 at $5.25 per share.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20, 2006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Delaware Court of Chancery denies preliminary injunction…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10, 2006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Virbac S.A. increases offer price to $5.75 per share and…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17, 2006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U.S. District Court for the Northern District of Texas…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31, 2006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midnight.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01, 2006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Virbac S.A. announces successful completion of the tender…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13, 2006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Anticipated date for filing certificate of merger and…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VIRBAC CORPORATION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5 unexplained pre-announcement move weeks (of 5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2005-07-01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+54%  ($2.17→$3.35)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403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2005-06-24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-30%  ($3.1→$2.17)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410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2005-07-08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-22%  ($3.35→$2.6)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396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2005-08-26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($3.2→$3.9)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347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2004-11-26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-22%  ($3.95→$3.1)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620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VIRBAC CORPORATION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2006-08-10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Virbac Corporation Enters Into Definitive Tender Offer and Merger Agreement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2006-08-11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Virbac Corporation Announces Second Quarter 2006 Financial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