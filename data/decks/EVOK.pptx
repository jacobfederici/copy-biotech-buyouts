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14.62</c:v>
                </c:pt>
                <c:pt idx="1">
                  <c:v>15.09</c:v>
                </c:pt>
                <c:pt idx="2">
                  <c:v>14.62</c:v>
                </c:pt>
                <c:pt idx="3">
                  <c:v>16.15</c:v>
                </c:pt>
                <c:pt idx="4">
                  <c:v>14.16</c:v>
                </c:pt>
                <c:pt idx="5">
                  <c:v>14.04</c:v>
                </c:pt>
                <c:pt idx="6">
                  <c:v>13.45</c:v>
                </c:pt>
                <c:pt idx="7">
                  <c:v>12.28</c:v>
                </c:pt>
                <c:pt idx="8">
                  <c:v>11.7</c:v>
                </c:pt>
                <c:pt idx="9">
                  <c:v>8.77</c:v>
                </c:pt>
                <c:pt idx="10">
                  <c:v>9.01</c:v>
                </c:pt>
                <c:pt idx="11">
                  <c:v>7.72</c:v>
                </c:pt>
                <c:pt idx="12">
                  <c:v>8.19</c:v>
                </c:pt>
                <c:pt idx="13">
                  <c:v>8.66</c:v>
                </c:pt>
                <c:pt idx="14">
                  <c:v>7.96</c:v>
                </c:pt>
                <c:pt idx="15">
                  <c:v>7.49</c:v>
                </c:pt>
                <c:pt idx="16">
                  <c:v>7.6</c:v>
                </c:pt>
                <c:pt idx="17">
                  <c:v>8.19</c:v>
                </c:pt>
                <c:pt idx="18">
                  <c:v>7.25</c:v>
                </c:pt>
                <c:pt idx="19">
                  <c:v>7.02</c:v>
                </c:pt>
                <c:pt idx="20">
                  <c:v>7.14</c:v>
                </c:pt>
                <c:pt idx="21">
                  <c:v>6.9</c:v>
                </c:pt>
                <c:pt idx="22">
                  <c:v>5.97</c:v>
                </c:pt>
                <c:pt idx="23">
                  <c:v>5.5</c:v>
                </c:pt>
                <c:pt idx="24">
                  <c:v>5.38</c:v>
                </c:pt>
                <c:pt idx="25">
                  <c:v>5.73</c:v>
                </c:pt>
                <c:pt idx="26">
                  <c:v>5.38</c:v>
                </c:pt>
                <c:pt idx="27">
                  <c:v>5.5</c:v>
                </c:pt>
                <c:pt idx="28">
                  <c:v>5.03</c:v>
                </c:pt>
                <c:pt idx="29">
                  <c:v>5.5</c:v>
                </c:pt>
                <c:pt idx="30">
                  <c:v>6.55</c:v>
                </c:pt>
                <c:pt idx="31">
                  <c:v>5.5</c:v>
                </c:pt>
                <c:pt idx="32">
                  <c:v>7.14</c:v>
                </c:pt>
                <c:pt idx="33">
                  <c:v>6.2</c:v>
                </c:pt>
                <c:pt idx="34">
                  <c:v>6.32</c:v>
                </c:pt>
                <c:pt idx="35">
                  <c:v>6.79</c:v>
                </c:pt>
                <c:pt idx="36">
                  <c:v>6.2</c:v>
                </c:pt>
                <c:pt idx="37">
                  <c:v>5.85</c:v>
                </c:pt>
                <c:pt idx="38">
                  <c:v>62.13</c:v>
                </c:pt>
                <c:pt idx="39">
                  <c:v>5.5</c:v>
                </c:pt>
                <c:pt idx="40">
                  <c:v>5.75</c:v>
                </c:pt>
                <c:pt idx="41">
                  <c:v>4.41</c:v>
                </c:pt>
                <c:pt idx="42">
                  <c:v>4.29</c:v>
                </c:pt>
                <c:pt idx="43">
                  <c:v>3.87</c:v>
                </c:pt>
                <c:pt idx="44">
                  <c:v>4.31</c:v>
                </c:pt>
                <c:pt idx="45">
                  <c:v>4.51</c:v>
                </c:pt>
                <c:pt idx="46">
                  <c:v>4.81</c:v>
                </c:pt>
                <c:pt idx="47">
                  <c:v>5.25</c:v>
                </c:pt>
                <c:pt idx="48">
                  <c:v>5.19</c:v>
                </c:pt>
                <c:pt idx="49">
                  <c:v>5.51</c:v>
                </c:pt>
                <c:pt idx="50">
                  <c:v>5.3</c:v>
                </c:pt>
                <c:pt idx="51">
                  <c:v>5.8</c:v>
                </c:pt>
                <c:pt idx="52">
                  <c:v>5.65</c:v>
                </c:pt>
                <c:pt idx="53">
                  <c:v>4.58</c:v>
                </c:pt>
                <c:pt idx="54">
                  <c:v>4.33</c:v>
                </c:pt>
                <c:pt idx="55">
                  <c:v>4.43</c:v>
                </c:pt>
                <c:pt idx="56">
                  <c:v>4.14</c:v>
                </c:pt>
                <c:pt idx="57">
                  <c:v>4.71</c:v>
                </c:pt>
                <c:pt idx="58">
                  <c:v>5.07</c:v>
                </c:pt>
                <c:pt idx="59">
                  <c:v>4.86</c:v>
                </c:pt>
                <c:pt idx="60">
                  <c:v>4.64</c:v>
                </c:pt>
                <c:pt idx="61">
                  <c:v>4.2</c:v>
                </c:pt>
                <c:pt idx="62">
                  <c:v>4.4</c:v>
                </c:pt>
                <c:pt idx="63">
                  <c:v>4.41</c:v>
                </c:pt>
                <c:pt idx="64">
                  <c:v>4.97</c:v>
                </c:pt>
                <c:pt idx="65">
                  <c:v>4.81</c:v>
                </c:pt>
                <c:pt idx="66">
                  <c:v>5.37</c:v>
                </c:pt>
                <c:pt idx="67">
                  <c:v>5.07</c:v>
                </c:pt>
                <c:pt idx="68">
                  <c:v>4.66</c:v>
                </c:pt>
                <c:pt idx="69">
                  <c:v>3.88</c:v>
                </c:pt>
                <c:pt idx="70">
                  <c:v>3.82</c:v>
                </c:pt>
                <c:pt idx="71">
                  <c:v>2.82</c:v>
                </c:pt>
                <c:pt idx="72">
                  <c:v>2.79</c:v>
                </c:pt>
                <c:pt idx="73">
                  <c:v>2.25</c:v>
                </c:pt>
                <c:pt idx="74">
                  <c:v>2.2</c:v>
                </c:pt>
                <c:pt idx="75">
                  <c:v>2.15</c:v>
                </c:pt>
                <c:pt idx="76">
                  <c:v>2.58</c:v>
                </c:pt>
                <c:pt idx="77">
                  <c:v>3.09</c:v>
                </c:pt>
                <c:pt idx="78">
                  <c:v>3.14</c:v>
                </c:pt>
                <c:pt idx="79">
                  <c:v>3.22</c:v>
                </c:pt>
                <c:pt idx="80">
                  <c:v>3.76</c:v>
                </c:pt>
                <c:pt idx="81">
                  <c:v>3.55</c:v>
                </c:pt>
                <c:pt idx="82">
                  <c:v>2.95</c:v>
                </c:pt>
                <c:pt idx="83">
                  <c:v>2.89</c:v>
                </c:pt>
                <c:pt idx="84">
                  <c:v>2.75</c:v>
                </c:pt>
                <c:pt idx="85">
                  <c:v>2.63</c:v>
                </c:pt>
                <c:pt idx="86">
                  <c:v>2.72</c:v>
                </c:pt>
                <c:pt idx="87">
                  <c:v>6.01</c:v>
                </c:pt>
                <c:pt idx="88">
                  <c:v>4.56</c:v>
                </c:pt>
                <c:pt idx="89">
                  <c:v>4.43</c:v>
                </c:pt>
                <c:pt idx="90">
                  <c:v>4.69</c:v>
                </c:pt>
                <c:pt idx="91">
                  <c:v>5.44</c:v>
                </c:pt>
                <c:pt idx="92">
                  <c:v>5.12</c:v>
                </c:pt>
                <c:pt idx="93">
                  <c:v>5.53</c:v>
                </c:pt>
                <c:pt idx="94">
                  <c:v>5.45</c:v>
                </c:pt>
                <c:pt idx="95">
                  <c:v>5.21</c:v>
                </c:pt>
                <c:pt idx="96">
                  <c:v>5.17</c:v>
                </c:pt>
                <c:pt idx="97">
                  <c:v>5.22</c:v>
                </c:pt>
                <c:pt idx="98">
                  <c:v>4.9</c:v>
                </c:pt>
                <c:pt idx="99">
                  <c:v>4.57</c:v>
                </c:pt>
                <c:pt idx="100">
                  <c:v>4.59</c:v>
                </c:pt>
                <c:pt idx="101">
                  <c:v>4.46</c:v>
                </c:pt>
                <c:pt idx="102">
                  <c:v>4.75</c:v>
                </c:pt>
                <c:pt idx="103">
                  <c:v>5.15</c:v>
                </c:pt>
                <c:pt idx="104">
                  <c:v>10.69</c:v>
                </c:pt>
                <c:pt idx="105">
                  <c:v>10.69</c:v>
                </c:pt>
                <c:pt idx="106">
                  <c:v>10.67</c:v>
                </c:pt>
                <c:pt idx="107">
                  <c:v>10.88</c:v>
                </c:pt>
                <c:pt idx="108">
                  <c:v>10.93</c:v>
                </c:pt>
                <c:pt idx="109">
                  <c:v>10.93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70">
                  <c:v>3.82</c:v>
                </c:pt>
                <c:pt idx="75">
                  <c:v>2.15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8">
                  <c:v>11.7</c:v>
                </c:pt>
                <c:pt idx="31">
                  <c:v>5.5</c:v>
                </c:pt>
                <c:pt idx="37">
                  <c:v>5.85</c:v>
                </c:pt>
                <c:pt idx="40">
                  <c:v>5.75</c:v>
                </c:pt>
                <c:pt idx="86">
                  <c:v>2.72</c:v>
                </c:pt>
                <c:pt idx="87">
                  <c:v>6.01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Nov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Jan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Aug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Oct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10.69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Evoke 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EVOK  ·  acquired by QOL Medical, LLC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Nov 04, 2025   ·   Closed Dec 17, 2025   ·   Status: completed   ·   Pre-ann. volume 0.11×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Evoke 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Evoke 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7283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5843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728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097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1078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555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65978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292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324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72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0625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842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1797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45592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39919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Jan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28,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Evoke Board reviews strategic discussions with potential…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initial non-binding proposal of $8.17 per…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Evoke and Parent (QOL Medical) enter into a mutual…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10,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increases proposal to $10.00 per share; Evoke…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reduces proposal to $7.50 upfront plus CVRs; Evoke…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initial proposal of $11.00 per share.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03,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proposal in the range of $8.00 - $12.00 per…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12,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submits second proposal at $12.00 per share with…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01,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Parent reduces proposal to $11.00 per share citing…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Evoke Board authorizes management to move forward with…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Evoke Board unanimously approves the Merger Agreement.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04,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publicly announced.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17,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67.63% of shares tendered.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17,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Evoke becomes a wholly owned subsidiary…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15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Evoke 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+960%  ($0.5→$5.31)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2025-07-11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+121%  ($2.72→$6.01)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116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2024-06-21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($0.47→$0.61)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2025-03-21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-26%  ($3.82→$2.82)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228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2024-01-12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($1→$0.75)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662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2025-07-18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($6.01→$4.56)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109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2024-08-23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($5.75→$4.41)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438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+20%  ($2.15→$2.58)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193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Evoke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to Report Fourth Quarter and Full Year 2024 Results on March 13,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Pharma, Inc. Reports Fourth Quarter and Full Year 2024 Financial Results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to Present New Data Comparing Tardive Dyskinesia Incidence in Continuous vs Intermittent…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Reports First Quarter 2025 Financial Results and Provides Business Update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Reports Second Quarter 2025 Financial Results and Provides Business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Announces Listing of New GIMOTI® Patent in FDA Orange Book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Announces Execution of Merger Agreement with QOL Medical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Evoke Pharma Reports Third Quarter 2025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$HAREHOLDER ALERT: The M&amp;amp;A Class Action Firm Continues to Investigate the Merger—TRUE, BRY, EVOK, and…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