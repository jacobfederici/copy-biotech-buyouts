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Jan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6.24</c:v>
                </c:pt>
                <c:pt idx="1">
                  <c:v>6.1</c:v>
                </c:pt>
                <c:pt idx="2">
                  <c:v>6.45</c:v>
                </c:pt>
                <c:pt idx="3">
                  <c:v>6.64</c:v>
                </c:pt>
                <c:pt idx="4">
                  <c:v>7.35</c:v>
                </c:pt>
                <c:pt idx="5">
                  <c:v>8.06</c:v>
                </c:pt>
                <c:pt idx="6">
                  <c:v>8.13</c:v>
                </c:pt>
                <c:pt idx="7">
                  <c:v>8.08</c:v>
                </c:pt>
                <c:pt idx="8">
                  <c:v>8.47</c:v>
                </c:pt>
                <c:pt idx="9">
                  <c:v>8.69</c:v>
                </c:pt>
                <c:pt idx="10">
                  <c:v>8.39</c:v>
                </c:pt>
                <c:pt idx="11">
                  <c:v>8.18</c:v>
                </c:pt>
                <c:pt idx="12">
                  <c:v>8.46</c:v>
                </c:pt>
                <c:pt idx="13">
                  <c:v>8.99</c:v>
                </c:pt>
                <c:pt idx="14">
                  <c:v>9.71</c:v>
                </c:pt>
                <c:pt idx="15">
                  <c:v>9.15</c:v>
                </c:pt>
                <c:pt idx="16">
                  <c:v>9.11</c:v>
                </c:pt>
                <c:pt idx="17">
                  <c:v>8.89</c:v>
                </c:pt>
                <c:pt idx="18">
                  <c:v>9.07</c:v>
                </c:pt>
                <c:pt idx="19">
                  <c:v>9.18</c:v>
                </c:pt>
                <c:pt idx="20">
                  <c:v>8.98</c:v>
                </c:pt>
                <c:pt idx="21">
                  <c:v>8.69</c:v>
                </c:pt>
                <c:pt idx="22">
                  <c:v>8.77</c:v>
                </c:pt>
                <c:pt idx="23">
                  <c:v>8.44</c:v>
                </c:pt>
                <c:pt idx="24">
                  <c:v>7.91</c:v>
                </c:pt>
                <c:pt idx="25">
                  <c:v>7.92</c:v>
                </c:pt>
                <c:pt idx="26">
                  <c:v>8.65</c:v>
                </c:pt>
                <c:pt idx="27">
                  <c:v>7.7</c:v>
                </c:pt>
                <c:pt idx="28">
                  <c:v>8.16</c:v>
                </c:pt>
                <c:pt idx="29">
                  <c:v>7.59</c:v>
                </c:pt>
                <c:pt idx="30">
                  <c:v>7.27</c:v>
                </c:pt>
                <c:pt idx="31">
                  <c:v>6.63</c:v>
                </c:pt>
                <c:pt idx="32">
                  <c:v>9.89</c:v>
                </c:pt>
                <c:pt idx="33">
                  <c:v>7.97</c:v>
                </c:pt>
                <c:pt idx="34">
                  <c:v>7.9</c:v>
                </c:pt>
                <c:pt idx="35">
                  <c:v>7.99</c:v>
                </c:pt>
                <c:pt idx="36">
                  <c:v>6.74</c:v>
                </c:pt>
                <c:pt idx="37">
                  <c:v>6.51</c:v>
                </c:pt>
                <c:pt idx="38">
                  <c:v>7.02</c:v>
                </c:pt>
                <c:pt idx="39">
                  <c:v>7.03</c:v>
                </c:pt>
                <c:pt idx="40">
                  <c:v>6.8</c:v>
                </c:pt>
                <c:pt idx="41">
                  <c:v>6.84</c:v>
                </c:pt>
                <c:pt idx="42">
                  <c:v>6.97</c:v>
                </c:pt>
                <c:pt idx="43">
                  <c:v>6.57</c:v>
                </c:pt>
                <c:pt idx="44">
                  <c:v>6.42</c:v>
                </c:pt>
                <c:pt idx="45">
                  <c:v>6.47</c:v>
                </c:pt>
                <c:pt idx="46">
                  <c:v>5.87</c:v>
                </c:pt>
                <c:pt idx="47">
                  <c:v>6.05</c:v>
                </c:pt>
                <c:pt idx="48">
                  <c:v>6.16</c:v>
                </c:pt>
                <c:pt idx="49">
                  <c:v>6.46</c:v>
                </c:pt>
                <c:pt idx="50">
                  <c:v>6.25</c:v>
                </c:pt>
                <c:pt idx="51">
                  <c:v>5.32</c:v>
                </c:pt>
                <c:pt idx="52">
                  <c:v>5.41</c:v>
                </c:pt>
                <c:pt idx="53">
                  <c:v>5.5</c:v>
                </c:pt>
                <c:pt idx="54">
                  <c:v>5.02</c:v>
                </c:pt>
                <c:pt idx="55">
                  <c:v>5.07</c:v>
                </c:pt>
                <c:pt idx="56">
                  <c:v>4.72</c:v>
                </c:pt>
                <c:pt idx="57">
                  <c:v>5.12</c:v>
                </c:pt>
                <c:pt idx="58">
                  <c:v>5.31</c:v>
                </c:pt>
                <c:pt idx="59">
                  <c:v>6.29</c:v>
                </c:pt>
                <c:pt idx="60">
                  <c:v>6.58</c:v>
                </c:pt>
                <c:pt idx="61">
                  <c:v>6.27</c:v>
                </c:pt>
                <c:pt idx="62">
                  <c:v>6.55</c:v>
                </c:pt>
                <c:pt idx="63">
                  <c:v>6.32</c:v>
                </c:pt>
                <c:pt idx="64">
                  <c:v>6.6</c:v>
                </c:pt>
                <c:pt idx="65">
                  <c:v>7.1</c:v>
                </c:pt>
                <c:pt idx="66">
                  <c:v>7.36</c:v>
                </c:pt>
                <c:pt idx="67">
                  <c:v>7.18</c:v>
                </c:pt>
                <c:pt idx="68">
                  <c:v>6.98</c:v>
                </c:pt>
                <c:pt idx="69">
                  <c:v>7.48</c:v>
                </c:pt>
                <c:pt idx="70">
                  <c:v>7.75</c:v>
                </c:pt>
                <c:pt idx="71">
                  <c:v>8.21</c:v>
                </c:pt>
                <c:pt idx="72">
                  <c:v>8.98</c:v>
                </c:pt>
                <c:pt idx="73">
                  <c:v>8.27</c:v>
                </c:pt>
                <c:pt idx="74">
                  <c:v>7.52</c:v>
                </c:pt>
                <c:pt idx="75">
                  <c:v>7.18</c:v>
                </c:pt>
                <c:pt idx="76">
                  <c:v>7.49</c:v>
                </c:pt>
                <c:pt idx="77">
                  <c:v>7.51</c:v>
                </c:pt>
                <c:pt idx="78">
                  <c:v>7.13</c:v>
                </c:pt>
                <c:pt idx="79">
                  <c:v>8.11</c:v>
                </c:pt>
                <c:pt idx="80">
                  <c:v>9.51</c:v>
                </c:pt>
                <c:pt idx="81">
                  <c:v>10.16</c:v>
                </c:pt>
                <c:pt idx="82">
                  <c:v>10.58</c:v>
                </c:pt>
                <c:pt idx="83">
                  <c:v>10.31</c:v>
                </c:pt>
                <c:pt idx="84">
                  <c:v>10.25</c:v>
                </c:pt>
                <c:pt idx="85">
                  <c:v>10.12</c:v>
                </c:pt>
                <c:pt idx="86">
                  <c:v>10.18</c:v>
                </c:pt>
                <c:pt idx="87">
                  <c:v>12.12</c:v>
                </c:pt>
                <c:pt idx="88">
                  <c:v>13.52</c:v>
                </c:pt>
                <c:pt idx="89">
                  <c:v>13.69</c:v>
                </c:pt>
                <c:pt idx="90">
                  <c:v>13.4</c:v>
                </c:pt>
                <c:pt idx="91">
                  <c:v>11.14</c:v>
                </c:pt>
                <c:pt idx="92">
                  <c:v>10.38</c:v>
                </c:pt>
                <c:pt idx="93">
                  <c:v>8.78</c:v>
                </c:pt>
                <c:pt idx="94">
                  <c:v>8.88</c:v>
                </c:pt>
                <c:pt idx="95">
                  <c:v>12.43</c:v>
                </c:pt>
                <c:pt idx="96">
                  <c:v>14.06</c:v>
                </c:pt>
                <c:pt idx="97">
                  <c:v>14.15</c:v>
                </c:pt>
                <c:pt idx="98">
                  <c:v>13.16</c:v>
                </c:pt>
                <c:pt idx="99">
                  <c:v>12.68</c:v>
                </c:pt>
                <c:pt idx="100">
                  <c:v>12.45</c:v>
                </c:pt>
                <c:pt idx="101">
                  <c:v>12.21</c:v>
                </c:pt>
                <c:pt idx="102">
                  <c:v>12.44</c:v>
                </c:pt>
                <c:pt idx="103">
                  <c:v>13.74</c:v>
                </c:pt>
                <c:pt idx="104">
                  <c:v>23.69</c:v>
                </c:pt>
                <c:pt idx="105">
                  <c:v>23.75</c:v>
                </c:pt>
                <c:pt idx="106">
                  <c:v>23.68</c:v>
                </c:pt>
                <c:pt idx="107">
                  <c:v>23.8</c:v>
                </c:pt>
                <c:pt idx="108">
                  <c:v>23.85</c:v>
                </c:pt>
                <c:pt idx="109">
                  <c:v>23.99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Jan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1">
                  <c:v>6.63</c:v>
                </c:pt>
                <c:pt idx="94">
                  <c:v>8.88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Jan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23.69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ARIAD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ARIA  ·  acquired by Takeda Pharmaceutical Company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09, 2017   ·   Closed Feb 16, 2017   ·   Status: completed   ·   Pre-ann. volume 0.4×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ARIAD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ARIAD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9207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7767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23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794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878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581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237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900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728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39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72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53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206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721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028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00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Preliminary discussions between ARIAD and Takeda regarding…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explores a possible sale; Takeda enters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announces divestiture of European operations to…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representatives attend a management meeting at ARIAD…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CEO Christophe Weber expresses interest in a broader…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a non-binding offer to acquire ARIAD for…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Board rejects $20.00 offer as inadequate but…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and Takeda enter into a formal Confidentiality…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increases offer to $22.00 per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24,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'best and final' offer of $24.00 per share…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26,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and Takeda enter into an Exclusivity Agreement.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ARIAD Board unanimously approves the Merger Agreement at…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81.4%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Section 251(h) of the DGCL; ARIAD…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ARIAD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2015-08-28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+49%  ($6.63→$9.89)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($8.88→$12.43)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ARIAD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