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Sheet1!$A$2:$A$80</c:f>
              <c:strCache>
                <c:ptCount val="79"/>
                <c:pt idx="0">
                  <c:v>May '13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>Jul '13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>Aug '13</c:v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>Oct '13</c:v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>Nov '13</c:v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>Jan '14</c:v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>Mar '14</c:v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Apr '14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>Jun '14</c:v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Aug '14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'14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>Nov '14</c:v>
                </c:pt>
                <c:pt idx="78">
                  <c:v/>
                </c:pt>
              </c:strCache>
            </c:strRef>
          </c:cat>
          <c:val>
            <c:numRef>
              <c:f>Sheet1!$B$2:$B$80</c:f>
              <c:numCache>
                <c:formatCode>General</c:formatCode>
                <c:ptCount val="79"/>
                <c:pt idx="0">
                  <c:v>6.75</c:v>
                </c:pt>
                <c:pt idx="1">
                  <c:v>7.09</c:v>
                </c:pt>
                <c:pt idx="2">
                  <c:v>6.84</c:v>
                </c:pt>
                <c:pt idx="3">
                  <c:v>7.79</c:v>
                </c:pt>
                <c:pt idx="4">
                  <c:v>7.5</c:v>
                </c:pt>
                <c:pt idx="5">
                  <c:v>6.6</c:v>
                </c:pt>
                <c:pt idx="6">
                  <c:v>7.0</c:v>
                </c:pt>
                <c:pt idx="7">
                  <c:v>9.2</c:v>
                </c:pt>
                <c:pt idx="8">
                  <c:v>10.79</c:v>
                </c:pt>
                <c:pt idx="9">
                  <c:v>12.0</c:v>
                </c:pt>
                <c:pt idx="10">
                  <c:v>14.71</c:v>
                </c:pt>
                <c:pt idx="11">
                  <c:v>15.61</c:v>
                </c:pt>
                <c:pt idx="12">
                  <c:v>13.32</c:v>
                </c:pt>
                <c:pt idx="13">
                  <c:v>12.78</c:v>
                </c:pt>
                <c:pt idx="14">
                  <c:v>12.66</c:v>
                </c:pt>
                <c:pt idx="15">
                  <c:v>13.52</c:v>
                </c:pt>
                <c:pt idx="16">
                  <c:v>15.15</c:v>
                </c:pt>
                <c:pt idx="17">
                  <c:v>14.92</c:v>
                </c:pt>
                <c:pt idx="18">
                  <c:v>14.12</c:v>
                </c:pt>
                <c:pt idx="19">
                  <c:v>14.8</c:v>
                </c:pt>
                <c:pt idx="20">
                  <c:v>17.12</c:v>
                </c:pt>
                <c:pt idx="21">
                  <c:v>16.82</c:v>
                </c:pt>
                <c:pt idx="22">
                  <c:v>18.02</c:v>
                </c:pt>
                <c:pt idx="23">
                  <c:v>16.02</c:v>
                </c:pt>
                <c:pt idx="24">
                  <c:v>16.04</c:v>
                </c:pt>
                <c:pt idx="25">
                  <c:v>13.31</c:v>
                </c:pt>
                <c:pt idx="26">
                  <c:v>12.75</c:v>
                </c:pt>
                <c:pt idx="27">
                  <c:v>12.05</c:v>
                </c:pt>
                <c:pt idx="28">
                  <c:v>12.55</c:v>
                </c:pt>
                <c:pt idx="29">
                  <c:v>8.02</c:v>
                </c:pt>
                <c:pt idx="30">
                  <c:v>9.66</c:v>
                </c:pt>
                <c:pt idx="31">
                  <c:v>10.04</c:v>
                </c:pt>
                <c:pt idx="32">
                  <c:v>9.51</c:v>
                </c:pt>
                <c:pt idx="33">
                  <c:v>10.19</c:v>
                </c:pt>
                <c:pt idx="34">
                  <c:v>11.92</c:v>
                </c:pt>
                <c:pt idx="35">
                  <c:v>11.27</c:v>
                </c:pt>
                <c:pt idx="36">
                  <c:v>10.85</c:v>
                </c:pt>
                <c:pt idx="37">
                  <c:v>10.75</c:v>
                </c:pt>
                <c:pt idx="38">
                  <c:v>9.89</c:v>
                </c:pt>
                <c:pt idx="39">
                  <c:v>10.49</c:v>
                </c:pt>
                <c:pt idx="40">
                  <c:v>11.06</c:v>
                </c:pt>
                <c:pt idx="41">
                  <c:v>10.91</c:v>
                </c:pt>
                <c:pt idx="42">
                  <c:v>10.69</c:v>
                </c:pt>
                <c:pt idx="43">
                  <c:v>9.95</c:v>
                </c:pt>
                <c:pt idx="44">
                  <c:v>10.1</c:v>
                </c:pt>
                <c:pt idx="45">
                  <c:v>8.81</c:v>
                </c:pt>
                <c:pt idx="46">
                  <c:v>8.76</c:v>
                </c:pt>
                <c:pt idx="47">
                  <c:v>7.68</c:v>
                </c:pt>
                <c:pt idx="48">
                  <c:v>6.94</c:v>
                </c:pt>
                <c:pt idx="49">
                  <c:v>6.46</c:v>
                </c:pt>
                <c:pt idx="50">
                  <c:v>6.72</c:v>
                </c:pt>
                <c:pt idx="51">
                  <c:v>6.18</c:v>
                </c:pt>
                <c:pt idx="52">
                  <c:v>6.42</c:v>
                </c:pt>
                <c:pt idx="53">
                  <c:v>6.97</c:v>
                </c:pt>
                <c:pt idx="54">
                  <c:v>6.91</c:v>
                </c:pt>
                <c:pt idx="55">
                  <c:v>6.65</c:v>
                </c:pt>
                <c:pt idx="56">
                  <c:v>6.61</c:v>
                </c:pt>
                <c:pt idx="57">
                  <c:v>6.98</c:v>
                </c:pt>
                <c:pt idx="58">
                  <c:v>6.9</c:v>
                </c:pt>
                <c:pt idx="59">
                  <c:v>6.8</c:v>
                </c:pt>
                <c:pt idx="60">
                  <c:v>5.9</c:v>
                </c:pt>
                <c:pt idx="61">
                  <c:v>5.25</c:v>
                </c:pt>
                <c:pt idx="62">
                  <c:v>5.49</c:v>
                </c:pt>
                <c:pt idx="63">
                  <c:v>5.33</c:v>
                </c:pt>
                <c:pt idx="64">
                  <c:v>5.63</c:v>
                </c:pt>
                <c:pt idx="65">
                  <c:v>6.23</c:v>
                </c:pt>
                <c:pt idx="66">
                  <c:v>6.11</c:v>
                </c:pt>
                <c:pt idx="67">
                  <c:v>7.57</c:v>
                </c:pt>
                <c:pt idx="68">
                  <c:v>8.16</c:v>
                </c:pt>
                <c:pt idx="69">
                  <c:v>8.07</c:v>
                </c:pt>
                <c:pt idx="70">
                  <c:v>8.41</c:v>
                </c:pt>
                <c:pt idx="71">
                  <c:v>8.2</c:v>
                </c:pt>
                <c:pt idx="72">
                  <c:v>15.38</c:v>
                </c:pt>
                <c:pt idx="73">
                  <c:v>15.46</c:v>
                </c:pt>
                <c:pt idx="74">
                  <c:v>15.55</c:v>
                </c:pt>
                <c:pt idx="75">
                  <c:v>15.43</c:v>
                </c:pt>
                <c:pt idx="76">
                  <c:v>15.62</c:v>
                </c:pt>
                <c:pt idx="77">
                  <c:v>15.34</c:v>
                </c:pt>
                <c:pt idx="78">
                  <c:v>15.6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Sheet1!$A$2:$A$80</c:f>
              <c:strCache>
                <c:ptCount val="79"/>
                <c:pt idx="0">
                  <c:v>May '13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>Jul '13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>Aug '13</c:v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>Oct '13</c:v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>Nov '13</c:v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>Jan '14</c:v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>Mar '14</c:v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Apr '14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>Jun '14</c:v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Aug '14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'14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>Nov '14</c:v>
                </c:pt>
                <c:pt idx="78">
                  <c:v/>
                </c:pt>
              </c:strCache>
            </c:strRef>
          </c:cat>
          <c:val>
            <c:numRef>
              <c:f>Sheet1!$C$2:$C$80</c:f>
              <c:numCache>
                <c:formatCode>General</c:formatCode>
                <c:ptCount val="79"/>
                <c:pt idx="6">
                  <c:v>7.0</c:v>
                </c:pt>
                <c:pt idx="9">
                  <c:v>12.0</c:v>
                </c:pt>
                <c:pt idx="28">
                  <c:v>12.55</c:v>
                </c:pt>
                <c:pt idx="29">
                  <c:v>8.02</c:v>
                </c:pt>
                <c:pt idx="66">
                  <c:v>6.11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Sheet1!$A$2:$A$80</c:f>
              <c:strCache>
                <c:ptCount val="79"/>
                <c:pt idx="0">
                  <c:v>May '13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>Jul '13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>Aug '13</c:v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>Oct '13</c:v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>Nov '13</c:v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>Jan '14</c:v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>Mar '14</c:v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Apr '14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>Jun '14</c:v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Aug '14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'14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>Nov '14</c:v>
                </c:pt>
                <c:pt idx="78">
                  <c:v/>
                </c:pt>
              </c:strCache>
            </c:strRef>
          </c:cat>
          <c:val>
            <c:numRef>
              <c:f>Sheet1!$D$2:$D$80</c:f>
              <c:numCache>
                <c:formatCode>General</c:formatCode>
                <c:ptCount val="79"/>
                <c:pt idx="72">
                  <c:v>15.38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AMBIT BIOSCIENCES CORP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AMBI  ·  acquired by Daiichi Sankyo Company, Limited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98%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Sep 28, 2014   ·   Closed Nov 10, 2014   ·   Status: completed   ·   Pre-ann. volume 0.77×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AMBIT BIOSCIENCES CORP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AMBIT BIOSCIENCES CORP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99256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84856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7432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0351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6499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6306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6228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2765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9302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8291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4828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4439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44128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Dec 2013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Nov 2014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16, 2013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Ambit business development team contacts Daiichi Sankyo to…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27, 2014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Ambit receives an unsolicited non-binding proposal from…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12, 2014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Ambit Board authorizes Centerview to inform Company A that…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04, 2014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increases its proposal to $17.25 per share plus…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18, 2014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Daiichi Sankyo outlines a non-binding indication of…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21, 2014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submits a revised proposal of $12.00 upfront and…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26, 2014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Daiichi Sankyo increases offer to $15.00 per share upfront…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31, 2014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Ambit and Daiichi Sankyo enter into a confidentiality…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08, 2014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submits a revised proposal of $15.50 upfront and…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13, 2014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withdraws its proposal after completing…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28, 2014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Ambit Board unanimously approves the Merger Agreement with…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10, 2014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Purchaser commences the tender offer.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10, 2014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expires; approximately 85% of shares tendered…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13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AMBIT BIOSCIENCES CORP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5 unexplained pre-announcement move weeks (of 6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2013-12-06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-36%  ($12.55→$8.02)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296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2013-07-05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+31%  ($7→$9.2)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450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2014-08-29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($6.11→$7.57)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30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2013-07-26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+23%  ($12→$14.71)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429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2013-12-13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+20%  ($8.02→$9.66)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289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AMBIT BIOSCIENCES CORP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2014-09-28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Ambit Biosciences and Daiichi Sankyo Announce Merger Agreement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