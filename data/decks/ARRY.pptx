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Sheet1!$A$2:$A$103</c:f>
              <c:strCache>
                <c:ptCount val="102"/>
                <c:pt idx="0">
                  <c:v>Jun '17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Aug '17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Oct '17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>Dec '17</c:v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Mar '18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May '18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Jul '18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Sep '18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Nov '18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>Jan '19</c:v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'19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May '19</c:v>
                </c:pt>
                <c:pt idx="100">
                  <c:v/>
                </c:pt>
                <c:pt idx="101">
                  <c:v/>
                </c:pt>
              </c:strCache>
            </c:strRef>
          </c:cat>
          <c:val>
            <c:numRef>
              <c:f>Sheet1!$B$2:$B$103</c:f>
              <c:numCache>
                <c:formatCode>General</c:formatCode>
                <c:ptCount val="102"/>
                <c:pt idx="0">
                  <c:v>9.07</c:v>
                </c:pt>
                <c:pt idx="1">
                  <c:v>8.37</c:v>
                </c:pt>
                <c:pt idx="2">
                  <c:v>8.35</c:v>
                </c:pt>
                <c:pt idx="3">
                  <c:v>8.6</c:v>
                </c:pt>
                <c:pt idx="4">
                  <c:v>8.24</c:v>
                </c:pt>
                <c:pt idx="5">
                  <c:v>7.72</c:v>
                </c:pt>
                <c:pt idx="6">
                  <c:v>8.11</c:v>
                </c:pt>
                <c:pt idx="7">
                  <c:v>8.62</c:v>
                </c:pt>
                <c:pt idx="8">
                  <c:v>8.77</c:v>
                </c:pt>
                <c:pt idx="9">
                  <c:v>9.22</c:v>
                </c:pt>
                <c:pt idx="10">
                  <c:v>9.85</c:v>
                </c:pt>
                <c:pt idx="11">
                  <c:v>10.98</c:v>
                </c:pt>
                <c:pt idx="12">
                  <c:v>10.82</c:v>
                </c:pt>
                <c:pt idx="13">
                  <c:v>11.32</c:v>
                </c:pt>
                <c:pt idx="14">
                  <c:v>12.3</c:v>
                </c:pt>
                <c:pt idx="15">
                  <c:v>12.32</c:v>
                </c:pt>
                <c:pt idx="16">
                  <c:v>12.36</c:v>
                </c:pt>
                <c:pt idx="17">
                  <c:v>11.08</c:v>
                </c:pt>
                <c:pt idx="18">
                  <c:v>10.91</c:v>
                </c:pt>
                <c:pt idx="19">
                  <c:v>11.13</c:v>
                </c:pt>
                <c:pt idx="20">
                  <c:v>11.0</c:v>
                </c:pt>
                <c:pt idx="21">
                  <c:v>11.52</c:v>
                </c:pt>
                <c:pt idx="22">
                  <c:v>11.48</c:v>
                </c:pt>
                <c:pt idx="23">
                  <c:v>11.15</c:v>
                </c:pt>
                <c:pt idx="24">
                  <c:v>11.25</c:v>
                </c:pt>
                <c:pt idx="25">
                  <c:v>10.92</c:v>
                </c:pt>
                <c:pt idx="26">
                  <c:v>12.27</c:v>
                </c:pt>
                <c:pt idx="27">
                  <c:v>12.8</c:v>
                </c:pt>
                <c:pt idx="28">
                  <c:v>13.16</c:v>
                </c:pt>
                <c:pt idx="29">
                  <c:v>13.71</c:v>
                </c:pt>
                <c:pt idx="30">
                  <c:v>13.14</c:v>
                </c:pt>
                <c:pt idx="31">
                  <c:v>14.39</c:v>
                </c:pt>
                <c:pt idx="32">
                  <c:v>14.88</c:v>
                </c:pt>
                <c:pt idx="33">
                  <c:v>17.03</c:v>
                </c:pt>
                <c:pt idx="34">
                  <c:v>16.98</c:v>
                </c:pt>
                <c:pt idx="35">
                  <c:v>18.15</c:v>
                </c:pt>
                <c:pt idx="36">
                  <c:v>17.96</c:v>
                </c:pt>
                <c:pt idx="37">
                  <c:v>18.05</c:v>
                </c:pt>
                <c:pt idx="38">
                  <c:v>16.83</c:v>
                </c:pt>
                <c:pt idx="39">
                  <c:v>16.5</c:v>
                </c:pt>
                <c:pt idx="40">
                  <c:v>16.32</c:v>
                </c:pt>
                <c:pt idx="41">
                  <c:v>14.94</c:v>
                </c:pt>
                <c:pt idx="42">
                  <c:v>15.16</c:v>
                </c:pt>
                <c:pt idx="43">
                  <c:v>14.09</c:v>
                </c:pt>
                <c:pt idx="44">
                  <c:v>14.01</c:v>
                </c:pt>
                <c:pt idx="45">
                  <c:v>13.66</c:v>
                </c:pt>
                <c:pt idx="46">
                  <c:v>15.04</c:v>
                </c:pt>
                <c:pt idx="47">
                  <c:v>15.75</c:v>
                </c:pt>
                <c:pt idx="48">
                  <c:v>15.89</c:v>
                </c:pt>
                <c:pt idx="49">
                  <c:v>16.99</c:v>
                </c:pt>
                <c:pt idx="50">
                  <c:v>18.09</c:v>
                </c:pt>
                <c:pt idx="51">
                  <c:v>17.93</c:v>
                </c:pt>
                <c:pt idx="52">
                  <c:v>19.37</c:v>
                </c:pt>
                <c:pt idx="53">
                  <c:v>16.78</c:v>
                </c:pt>
                <c:pt idx="54">
                  <c:v>18.03</c:v>
                </c:pt>
                <c:pt idx="55">
                  <c:v>17.07</c:v>
                </c:pt>
                <c:pt idx="56">
                  <c:v>16.98</c:v>
                </c:pt>
                <c:pt idx="57">
                  <c:v>15.08</c:v>
                </c:pt>
                <c:pt idx="58">
                  <c:v>15.12</c:v>
                </c:pt>
                <c:pt idx="59">
                  <c:v>14.8</c:v>
                </c:pt>
                <c:pt idx="60">
                  <c:v>14.1</c:v>
                </c:pt>
                <c:pt idx="61">
                  <c:v>14.23</c:v>
                </c:pt>
                <c:pt idx="62">
                  <c:v>15.57</c:v>
                </c:pt>
                <c:pt idx="63">
                  <c:v>14.48</c:v>
                </c:pt>
                <c:pt idx="64">
                  <c:v>13.85</c:v>
                </c:pt>
                <c:pt idx="65">
                  <c:v>15.3</c:v>
                </c:pt>
                <c:pt idx="66">
                  <c:v>15.2</c:v>
                </c:pt>
                <c:pt idx="67">
                  <c:v>13.98</c:v>
                </c:pt>
                <c:pt idx="68">
                  <c:v>13.66</c:v>
                </c:pt>
                <c:pt idx="69">
                  <c:v>15.15</c:v>
                </c:pt>
                <c:pt idx="70">
                  <c:v>14.56</c:v>
                </c:pt>
                <c:pt idx="71">
                  <c:v>16.47</c:v>
                </c:pt>
                <c:pt idx="72">
                  <c:v>16.73</c:v>
                </c:pt>
                <c:pt idx="73">
                  <c:v>16.38</c:v>
                </c:pt>
                <c:pt idx="74">
                  <c:v>15.64</c:v>
                </c:pt>
                <c:pt idx="75">
                  <c:v>15.93</c:v>
                </c:pt>
                <c:pt idx="76">
                  <c:v>15.21</c:v>
                </c:pt>
                <c:pt idx="77">
                  <c:v>15.97</c:v>
                </c:pt>
                <c:pt idx="78">
                  <c:v>13.59</c:v>
                </c:pt>
                <c:pt idx="79">
                  <c:v>13.96</c:v>
                </c:pt>
                <c:pt idx="80">
                  <c:v>15.7</c:v>
                </c:pt>
                <c:pt idx="81">
                  <c:v>17.71</c:v>
                </c:pt>
                <c:pt idx="82">
                  <c:v>17.53</c:v>
                </c:pt>
                <c:pt idx="83">
                  <c:v>17.9</c:v>
                </c:pt>
                <c:pt idx="84">
                  <c:v>19.2</c:v>
                </c:pt>
                <c:pt idx="85">
                  <c:v>21.81</c:v>
                </c:pt>
                <c:pt idx="86">
                  <c:v>23.13</c:v>
                </c:pt>
                <c:pt idx="87">
                  <c:v>23.24</c:v>
                </c:pt>
                <c:pt idx="88">
                  <c:v>23.33</c:v>
                </c:pt>
                <c:pt idx="89">
                  <c:v>21.82</c:v>
                </c:pt>
                <c:pt idx="90">
                  <c:v>23.64</c:v>
                </c:pt>
                <c:pt idx="91">
                  <c:v>22.49</c:v>
                </c:pt>
                <c:pt idx="92">
                  <c:v>24.38</c:v>
                </c:pt>
                <c:pt idx="93">
                  <c:v>24.44</c:v>
                </c:pt>
                <c:pt idx="94">
                  <c:v>23.61</c:v>
                </c:pt>
                <c:pt idx="95">
                  <c:v>22.39</c:v>
                </c:pt>
                <c:pt idx="96">
                  <c:v>23.29</c:v>
                </c:pt>
                <c:pt idx="97">
                  <c:v>23.17</c:v>
                </c:pt>
                <c:pt idx="98">
                  <c:v>21.8</c:v>
                </c:pt>
                <c:pt idx="99">
                  <c:v>21.86</c:v>
                </c:pt>
                <c:pt idx="100">
                  <c:v>27.09</c:v>
                </c:pt>
                <c:pt idx="101">
                  <c:v>27.14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Sheet1!$A$2:$A$103</c:f>
              <c:strCache>
                <c:ptCount val="102"/>
                <c:pt idx="0">
                  <c:v>Jun '17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Aug '17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Oct '17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>Dec '17</c:v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Mar '18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May '18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Jul '18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Sep '18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Nov '18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>Jan '19</c:v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'19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May '19</c:v>
                </c:pt>
                <c:pt idx="100">
                  <c:v/>
                </c:pt>
                <c:pt idx="101">
                  <c:v/>
                </c:pt>
              </c:strCache>
            </c:strRef>
          </c:cat>
          <c:val>
            <c:numRef>
              <c:f>Sheet1!$C$2:$C$103</c:f>
              <c:numCache>
                <c:formatCode>General</c:formatCode>
                <c:ptCount val="102"/>
                <c:pt idx="99">
                  <c:v>21.86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ARRAY BIOPHARMA INC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ARRY  ·  acquired by Pfizer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Jun 17, 2019   ·   Closed Jul 30, 2019   ·   Status: completed   ·   Pre-ann. volume 1.95×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ARRAY BIOPHARMA INC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ARRAY BIOPHARMA INC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011746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97346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6984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17134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91378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63684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3166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77908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909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92132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5688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08726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5472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Jan 2017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Jul 2019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23, 2017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Array engages Centerview Partners LLC as financial advisor…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08, 2018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approaches Array CEO Ron Squarer regarding a…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25, 2018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Array Board forms an Executive Committee to review…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21, 2019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Array and Pfizer execute a confidential disclosure…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21, 2019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Array announces positive interim results from the Phase 3…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29, 2019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Pfizer CEO Albert Bourla contacts Ron Squarer; Pfizer…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02, 2019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Array Executive Committee rejects $44.00 offer as…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03, 2019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Pfizer increases its non-binding proposal to $48.00 per…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14, 2019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Executive Committee unanimously approves the Merger…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17, 2019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merger agreement.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28, 2019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Pfizer commences the tender offer.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29, 2019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approximately 77% of shares…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30, 2019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Array becomes a wholly owned subsidiary…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13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ARRAY BIOPHARMA 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 unexplained pre-announcement move weeks (of 1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2019-05-24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($21.86→$27.09)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24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ARRAY BIOPHARMA INC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2019-06-17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Array BioPharma and Pfizer announce execution of Merger Agreement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