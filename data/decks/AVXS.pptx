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Apr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23.53</c:v>
                </c:pt>
                <c:pt idx="1">
                  <c:v>23.02</c:v>
                </c:pt>
                <c:pt idx="2">
                  <c:v>25.0</c:v>
                </c:pt>
                <c:pt idx="3">
                  <c:v>25.33</c:v>
                </c:pt>
                <c:pt idx="4">
                  <c:v>33.74</c:v>
                </c:pt>
                <c:pt idx="5">
                  <c:v>38.61</c:v>
                </c:pt>
                <c:pt idx="6">
                  <c:v>42.79</c:v>
                </c:pt>
                <c:pt idx="7">
                  <c:v>44.66</c:v>
                </c:pt>
                <c:pt idx="8">
                  <c:v>44.71</c:v>
                </c:pt>
                <c:pt idx="9">
                  <c:v>40.35</c:v>
                </c:pt>
                <c:pt idx="10">
                  <c:v>38.47</c:v>
                </c:pt>
                <c:pt idx="11">
                  <c:v>39.15</c:v>
                </c:pt>
                <c:pt idx="12">
                  <c:v>37.7</c:v>
                </c:pt>
                <c:pt idx="13">
                  <c:v>34.92</c:v>
                </c:pt>
                <c:pt idx="14">
                  <c:v>39.41</c:v>
                </c:pt>
                <c:pt idx="15">
                  <c:v>37.63</c:v>
                </c:pt>
                <c:pt idx="16">
                  <c:v>34.22</c:v>
                </c:pt>
                <c:pt idx="17">
                  <c:v>40.5</c:v>
                </c:pt>
                <c:pt idx="18">
                  <c:v>40.93</c:v>
                </c:pt>
                <c:pt idx="19">
                  <c:v>35.66</c:v>
                </c:pt>
                <c:pt idx="20">
                  <c:v>34.6</c:v>
                </c:pt>
                <c:pt idx="21">
                  <c:v>32.93</c:v>
                </c:pt>
                <c:pt idx="22">
                  <c:v>41.72</c:v>
                </c:pt>
                <c:pt idx="23">
                  <c:v>41.43</c:v>
                </c:pt>
                <c:pt idx="24">
                  <c:v>41.21</c:v>
                </c:pt>
                <c:pt idx="25">
                  <c:v>47.51</c:v>
                </c:pt>
                <c:pt idx="26">
                  <c:v>47.03</c:v>
                </c:pt>
                <c:pt idx="27">
                  <c:v>46.61</c:v>
                </c:pt>
                <c:pt idx="28">
                  <c:v>47.1</c:v>
                </c:pt>
                <c:pt idx="29">
                  <c:v>64.09</c:v>
                </c:pt>
                <c:pt idx="30">
                  <c:v>67.35</c:v>
                </c:pt>
                <c:pt idx="31">
                  <c:v>61.15</c:v>
                </c:pt>
                <c:pt idx="32">
                  <c:v>59.66</c:v>
                </c:pt>
                <c:pt idx="33">
                  <c:v>55.64</c:v>
                </c:pt>
                <c:pt idx="34">
                  <c:v>55.46</c:v>
                </c:pt>
                <c:pt idx="35">
                  <c:v>51.72</c:v>
                </c:pt>
                <c:pt idx="36">
                  <c:v>53.29</c:v>
                </c:pt>
                <c:pt idx="37">
                  <c:v>47.73</c:v>
                </c:pt>
                <c:pt idx="38">
                  <c:v>55.31</c:v>
                </c:pt>
                <c:pt idx="39">
                  <c:v>52.61</c:v>
                </c:pt>
                <c:pt idx="40">
                  <c:v>51.2</c:v>
                </c:pt>
                <c:pt idx="41">
                  <c:v>55.0</c:v>
                </c:pt>
                <c:pt idx="42">
                  <c:v>58.98</c:v>
                </c:pt>
                <c:pt idx="43">
                  <c:v>57.79</c:v>
                </c:pt>
                <c:pt idx="44">
                  <c:v>59.15</c:v>
                </c:pt>
                <c:pt idx="45">
                  <c:v>55.1</c:v>
                </c:pt>
                <c:pt idx="46">
                  <c:v>66.82</c:v>
                </c:pt>
                <c:pt idx="47">
                  <c:v>71.91</c:v>
                </c:pt>
                <c:pt idx="48">
                  <c:v>84.0</c:v>
                </c:pt>
                <c:pt idx="49">
                  <c:v>75.14</c:v>
                </c:pt>
                <c:pt idx="50">
                  <c:v>76.03</c:v>
                </c:pt>
                <c:pt idx="51">
                  <c:v>69.47</c:v>
                </c:pt>
                <c:pt idx="52">
                  <c:v>70.75</c:v>
                </c:pt>
                <c:pt idx="53">
                  <c:v>76.76</c:v>
                </c:pt>
                <c:pt idx="54">
                  <c:v>80.5</c:v>
                </c:pt>
                <c:pt idx="55">
                  <c:v>80.26</c:v>
                </c:pt>
                <c:pt idx="56">
                  <c:v>76.58</c:v>
                </c:pt>
                <c:pt idx="57">
                  <c:v>67.92</c:v>
                </c:pt>
                <c:pt idx="58">
                  <c:v>75.2</c:v>
                </c:pt>
                <c:pt idx="59">
                  <c:v>70.04</c:v>
                </c:pt>
                <c:pt idx="60">
                  <c:v>78.27</c:v>
                </c:pt>
                <c:pt idx="61">
                  <c:v>70.88</c:v>
                </c:pt>
                <c:pt idx="62">
                  <c:v>78.04</c:v>
                </c:pt>
                <c:pt idx="63">
                  <c:v>82.16</c:v>
                </c:pt>
                <c:pt idx="64">
                  <c:v>78.9</c:v>
                </c:pt>
                <c:pt idx="65">
                  <c:v>81.0</c:v>
                </c:pt>
                <c:pt idx="66">
                  <c:v>83.65</c:v>
                </c:pt>
                <c:pt idx="67">
                  <c:v>92.0</c:v>
                </c:pt>
                <c:pt idx="68">
                  <c:v>96.35</c:v>
                </c:pt>
                <c:pt idx="69">
                  <c:v>89.49</c:v>
                </c:pt>
                <c:pt idx="70">
                  <c:v>92.58</c:v>
                </c:pt>
                <c:pt idx="71">
                  <c:v>97.25</c:v>
                </c:pt>
                <c:pt idx="72">
                  <c:v>92.92</c:v>
                </c:pt>
                <c:pt idx="73">
                  <c:v>92.85</c:v>
                </c:pt>
                <c:pt idx="74">
                  <c:v>88.08</c:v>
                </c:pt>
                <c:pt idx="75">
                  <c:v>92.11</c:v>
                </c:pt>
                <c:pt idx="76">
                  <c:v>96.73</c:v>
                </c:pt>
                <c:pt idx="77">
                  <c:v>103.71</c:v>
                </c:pt>
                <c:pt idx="78">
                  <c:v>104.39</c:v>
                </c:pt>
                <c:pt idx="79">
                  <c:v>100.06</c:v>
                </c:pt>
                <c:pt idx="80">
                  <c:v>103.81</c:v>
                </c:pt>
                <c:pt idx="81">
                  <c:v>104.53</c:v>
                </c:pt>
                <c:pt idx="82">
                  <c:v>95.79</c:v>
                </c:pt>
                <c:pt idx="83">
                  <c:v>97.28</c:v>
                </c:pt>
                <c:pt idx="84">
                  <c:v>96.18</c:v>
                </c:pt>
                <c:pt idx="85">
                  <c:v>94.81</c:v>
                </c:pt>
                <c:pt idx="86">
                  <c:v>99.83</c:v>
                </c:pt>
                <c:pt idx="87">
                  <c:v>98.92</c:v>
                </c:pt>
                <c:pt idx="88">
                  <c:v>109.15</c:v>
                </c:pt>
                <c:pt idx="89">
                  <c:v>110.67</c:v>
                </c:pt>
                <c:pt idx="90">
                  <c:v>102.08</c:v>
                </c:pt>
                <c:pt idx="91">
                  <c:v>117.5</c:v>
                </c:pt>
                <c:pt idx="92">
                  <c:v>108.25</c:v>
                </c:pt>
                <c:pt idx="93">
                  <c:v>113.71</c:v>
                </c:pt>
                <c:pt idx="94">
                  <c:v>116.03</c:v>
                </c:pt>
                <c:pt idx="95">
                  <c:v>109.54</c:v>
                </c:pt>
                <c:pt idx="96">
                  <c:v>116.55</c:v>
                </c:pt>
                <c:pt idx="97">
                  <c:v>121.47</c:v>
                </c:pt>
                <c:pt idx="98">
                  <c:v>130.19</c:v>
                </c:pt>
                <c:pt idx="99">
                  <c:v>136.93</c:v>
                </c:pt>
                <c:pt idx="100">
                  <c:v>128.07</c:v>
                </c:pt>
                <c:pt idx="101">
                  <c:v>124.96</c:v>
                </c:pt>
                <c:pt idx="102">
                  <c:v>123.58</c:v>
                </c:pt>
                <c:pt idx="103">
                  <c:v>115.91</c:v>
                </c:pt>
                <c:pt idx="104">
                  <c:v>211.14</c:v>
                </c:pt>
                <c:pt idx="105">
                  <c:v>206.48</c:v>
                </c:pt>
                <c:pt idx="106">
                  <c:v>212.85</c:v>
                </c:pt>
                <c:pt idx="107">
                  <c:v>217.01</c:v>
                </c:pt>
                <c:pt idx="108">
                  <c:v>217.65</c:v>
                </c:pt>
                <c:pt idx="109">
                  <c:v>217.83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">
                  <c:v>25.33</c:v>
                </c:pt>
                <c:pt idx="28">
                  <c:v>47.1</c:v>
                </c:pt>
                <c:pt idx="45">
                  <c:v>55.1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21">
                  <c:v>32.93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211.14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AveXis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AVXS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09, 2018   ·   Closed May 15, 2018   ·   Status: completed   ·   Pre-ann. volume 0.6×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AveXis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AveXis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9728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8288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93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55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74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762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963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23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404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24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44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5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unsolicited proposal at $112.00 per share…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increases proposal to $130.00 per share (55%…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terminates discussions due to AveXis stock…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CEO Vasant Narasimhan verbally proposes $190.00…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formal non-binding proposal at $190.00 per…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provides preliminary indication of interest at…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increases offer to $200.00 per share in cash.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final proposal of $218.00 per share…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AveXis becomes a wholly 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($47.1→$64.09)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2016-05-13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($25.33→$33.74)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($32.93→$41.72)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2017-03-03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($55.1→$66.82)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AveXis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2017-12-13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Announces Plan to Initiate Phase 1 Trial in SMA Type 2 Utilizing Intrathecal Delivery of AVXS-101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2018-01-04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Announces Alignment with FDA on Next Steps Toward a BLA Submission  for AVXS-101 in SMA Type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2018-01-30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to Initiate Screening for Remaining Patients in Pivotal Trial of AVXS-101 for SMA Type 1 Following…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2018-02-20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to Report Fourth Quarter and Full Year 2017 Financial and Operating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Reports Fourth Quarter and Full Year 2017 Financial and Operating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2018-04-19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to Present AVXS-101 Data at the Annual Meeting of the American Academy of Neurology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2018-04-24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Presents Initial Data from Pivotal U.S. Trial for SMA Type 1 and 24-Month Follow-Up Data from Phase…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2018-04-25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Announces First Patient Dosed in Phase 3 Trial of AVXS-101 in Pre-Symptomatic SMA Types 1, 2 and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2018-05-03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AveXis Reports First Quarter 2018 Financial and Operating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