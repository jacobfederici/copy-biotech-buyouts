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Sheet1!$A$2:$A$109</c:f>
              <c:strCache>
                <c:ptCount val="108"/>
                <c:pt idx="0">
                  <c:v>Oct '15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Dec '15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Feb '16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Apr '16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Jul '16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Sep '16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Nov '16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Jan '17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Mar '17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May '17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'17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Sep '17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</c:strCache>
            </c:strRef>
          </c:cat>
          <c:val>
            <c:numRef>
              <c:f>Sheet1!$B$2:$B$109</c:f>
              <c:numCache>
                <c:formatCode>General</c:formatCode>
                <c:ptCount val="108"/>
                <c:pt idx="0">
                  <c:v>12.25</c:v>
                </c:pt>
                <c:pt idx="1">
                  <c:v>12.48</c:v>
                </c:pt>
                <c:pt idx="2">
                  <c:v>12.45</c:v>
                </c:pt>
                <c:pt idx="3">
                  <c:v>13.88</c:v>
                </c:pt>
                <c:pt idx="4">
                  <c:v>13.45</c:v>
                </c:pt>
                <c:pt idx="5">
                  <c:v>13.75</c:v>
                </c:pt>
                <c:pt idx="6">
                  <c:v>13.22</c:v>
                </c:pt>
                <c:pt idx="7">
                  <c:v>12.72</c:v>
                </c:pt>
                <c:pt idx="8">
                  <c:v>12.14</c:v>
                </c:pt>
                <c:pt idx="9">
                  <c:v>11.69</c:v>
                </c:pt>
                <c:pt idx="10">
                  <c:v>11.28</c:v>
                </c:pt>
                <c:pt idx="11">
                  <c:v>9.76</c:v>
                </c:pt>
                <c:pt idx="12">
                  <c:v>8.15</c:v>
                </c:pt>
                <c:pt idx="13">
                  <c:v>8.91</c:v>
                </c:pt>
                <c:pt idx="14">
                  <c:v>7.8</c:v>
                </c:pt>
                <c:pt idx="15">
                  <c:v>6.85</c:v>
                </c:pt>
                <c:pt idx="16">
                  <c:v>6.04</c:v>
                </c:pt>
                <c:pt idx="17">
                  <c:v>7.23</c:v>
                </c:pt>
                <c:pt idx="18">
                  <c:v>7.06</c:v>
                </c:pt>
                <c:pt idx="19">
                  <c:v>7.5</c:v>
                </c:pt>
                <c:pt idx="20">
                  <c:v>7.52</c:v>
                </c:pt>
                <c:pt idx="21">
                  <c:v>8.74</c:v>
                </c:pt>
                <c:pt idx="22">
                  <c:v>8.3</c:v>
                </c:pt>
                <c:pt idx="23">
                  <c:v>7.7</c:v>
                </c:pt>
                <c:pt idx="24">
                  <c:v>6.56</c:v>
                </c:pt>
                <c:pt idx="25">
                  <c:v>8.2</c:v>
                </c:pt>
                <c:pt idx="26">
                  <c:v>8.43</c:v>
                </c:pt>
                <c:pt idx="27">
                  <c:v>7.11</c:v>
                </c:pt>
                <c:pt idx="28">
                  <c:v>5.47</c:v>
                </c:pt>
                <c:pt idx="29">
                  <c:v>6.24</c:v>
                </c:pt>
                <c:pt idx="30">
                  <c:v>7.19</c:v>
                </c:pt>
                <c:pt idx="31">
                  <c:v>8.01</c:v>
                </c:pt>
                <c:pt idx="32">
                  <c:v>8.49</c:v>
                </c:pt>
                <c:pt idx="33">
                  <c:v>10.15</c:v>
                </c:pt>
                <c:pt idx="34">
                  <c:v>7.68</c:v>
                </c:pt>
                <c:pt idx="35">
                  <c:v>6.19</c:v>
                </c:pt>
                <c:pt idx="36">
                  <c:v>6.21</c:v>
                </c:pt>
                <c:pt idx="37">
                  <c:v>6.66</c:v>
                </c:pt>
                <c:pt idx="38">
                  <c:v>6.9</c:v>
                </c:pt>
                <c:pt idx="39">
                  <c:v>7.21</c:v>
                </c:pt>
                <c:pt idx="40">
                  <c:v>7.12</c:v>
                </c:pt>
                <c:pt idx="41">
                  <c:v>7.19</c:v>
                </c:pt>
                <c:pt idx="42">
                  <c:v>6.62</c:v>
                </c:pt>
                <c:pt idx="43">
                  <c:v>5.72</c:v>
                </c:pt>
                <c:pt idx="44">
                  <c:v>6.07</c:v>
                </c:pt>
                <c:pt idx="45">
                  <c:v>5.89</c:v>
                </c:pt>
                <c:pt idx="46">
                  <c:v>8.55</c:v>
                </c:pt>
                <c:pt idx="47">
                  <c:v>9.3</c:v>
                </c:pt>
                <c:pt idx="48">
                  <c:v>8.74</c:v>
                </c:pt>
                <c:pt idx="49">
                  <c:v>7.99</c:v>
                </c:pt>
                <c:pt idx="50">
                  <c:v>7.02</c:v>
                </c:pt>
                <c:pt idx="51">
                  <c:v>6.24</c:v>
                </c:pt>
                <c:pt idx="52">
                  <c:v>7.2</c:v>
                </c:pt>
                <c:pt idx="53">
                  <c:v>5.23</c:v>
                </c:pt>
                <c:pt idx="54">
                  <c:v>4.55</c:v>
                </c:pt>
                <c:pt idx="55">
                  <c:v>5.75</c:v>
                </c:pt>
                <c:pt idx="56">
                  <c:v>4.9</c:v>
                </c:pt>
                <c:pt idx="57">
                  <c:v>4.5</c:v>
                </c:pt>
                <c:pt idx="58">
                  <c:v>4.2</c:v>
                </c:pt>
                <c:pt idx="59">
                  <c:v>4.7</c:v>
                </c:pt>
                <c:pt idx="60">
                  <c:v>4.15</c:v>
                </c:pt>
                <c:pt idx="61">
                  <c:v>4.55</c:v>
                </c:pt>
                <c:pt idx="62">
                  <c:v>4.35</c:v>
                </c:pt>
                <c:pt idx="63">
                  <c:v>4.45</c:v>
                </c:pt>
                <c:pt idx="64">
                  <c:v>4.8</c:v>
                </c:pt>
                <c:pt idx="65">
                  <c:v>4.4</c:v>
                </c:pt>
                <c:pt idx="66">
                  <c:v>4.4</c:v>
                </c:pt>
                <c:pt idx="67">
                  <c:v>1.9</c:v>
                </c:pt>
                <c:pt idx="68">
                  <c:v>1.85</c:v>
                </c:pt>
                <c:pt idx="69">
                  <c:v>1.9</c:v>
                </c:pt>
                <c:pt idx="70">
                  <c:v>1.68</c:v>
                </c:pt>
                <c:pt idx="71">
                  <c:v>1.85</c:v>
                </c:pt>
                <c:pt idx="72">
                  <c:v>2.0</c:v>
                </c:pt>
                <c:pt idx="73">
                  <c:v>1.95</c:v>
                </c:pt>
                <c:pt idx="74">
                  <c:v>1.7</c:v>
                </c:pt>
                <c:pt idx="75">
                  <c:v>1.75</c:v>
                </c:pt>
                <c:pt idx="76">
                  <c:v>1.52</c:v>
                </c:pt>
                <c:pt idx="77">
                  <c:v>1.5</c:v>
                </c:pt>
                <c:pt idx="78">
                  <c:v>1.45</c:v>
                </c:pt>
                <c:pt idx="79">
                  <c:v>1.55</c:v>
                </c:pt>
                <c:pt idx="80">
                  <c:v>1.35</c:v>
                </c:pt>
                <c:pt idx="81">
                  <c:v>1.25</c:v>
                </c:pt>
                <c:pt idx="82">
                  <c:v>1.2</c:v>
                </c:pt>
                <c:pt idx="83">
                  <c:v>1.05</c:v>
                </c:pt>
                <c:pt idx="84">
                  <c:v>1.15</c:v>
                </c:pt>
                <c:pt idx="85">
                  <c:v>1.15</c:v>
                </c:pt>
                <c:pt idx="86">
                  <c:v>1.25</c:v>
                </c:pt>
                <c:pt idx="87">
                  <c:v>1.45</c:v>
                </c:pt>
                <c:pt idx="88">
                  <c:v>1.45</c:v>
                </c:pt>
                <c:pt idx="89">
                  <c:v>1.3</c:v>
                </c:pt>
                <c:pt idx="90">
                  <c:v>1.4</c:v>
                </c:pt>
                <c:pt idx="91">
                  <c:v>1.4</c:v>
                </c:pt>
                <c:pt idx="92">
                  <c:v>1.35</c:v>
                </c:pt>
                <c:pt idx="93">
                  <c:v>1.4</c:v>
                </c:pt>
                <c:pt idx="94">
                  <c:v>1.25</c:v>
                </c:pt>
                <c:pt idx="95">
                  <c:v>1.3</c:v>
                </c:pt>
                <c:pt idx="96">
                  <c:v>3.15</c:v>
                </c:pt>
                <c:pt idx="97">
                  <c:v>3.48</c:v>
                </c:pt>
                <c:pt idx="98">
                  <c:v>3.8</c:v>
                </c:pt>
                <c:pt idx="99">
                  <c:v>4.2</c:v>
                </c:pt>
                <c:pt idx="100">
                  <c:v>5.9</c:v>
                </c:pt>
                <c:pt idx="101">
                  <c:v>6.0</c:v>
                </c:pt>
                <c:pt idx="102">
                  <c:v>6.0</c:v>
                </c:pt>
                <c:pt idx="103">
                  <c:v>5.95</c:v>
                </c:pt>
                <c:pt idx="104">
                  <c:v>5.97</c:v>
                </c:pt>
                <c:pt idx="105">
                  <c:v>6.0</c:v>
                </c:pt>
                <c:pt idx="106">
                  <c:v>5.97</c:v>
                </c:pt>
                <c:pt idx="107">
                  <c:v>5.95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Sheet1!$A$2:$A$109</c:f>
              <c:strCache>
                <c:ptCount val="108"/>
                <c:pt idx="0">
                  <c:v>Oct '15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Dec '15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Feb '16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Apr '16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Jul '16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Sep '16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Nov '16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Jan '17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Mar '17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May '17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'17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Sep '17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</c:strCache>
            </c:strRef>
          </c:cat>
          <c:val>
            <c:numRef>
              <c:f>Sheet1!$C$2:$C$109</c:f>
              <c:numCache>
                <c:formatCode>General</c:formatCode>
                <c:ptCount val="108"/>
                <c:pt idx="27">
                  <c:v>7.11</c:v>
                </c:pt>
                <c:pt idx="33">
                  <c:v>10.15</c:v>
                </c:pt>
                <c:pt idx="54">
                  <c:v>4.55</c:v>
                </c:pt>
                <c:pt idx="66">
                  <c:v>4.4</c:v>
                </c:pt>
                <c:pt idx="95">
                  <c:v>1.3</c:v>
                </c:pt>
                <c:pt idx="99">
                  <c:v>4.2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Sheet1!$A$2:$A$109</c:f>
              <c:strCache>
                <c:ptCount val="108"/>
                <c:pt idx="0">
                  <c:v>Oct '15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Dec '15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Feb '16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Apr '16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Jul '16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Sep '16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Nov '16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Jan '17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Mar '17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May '17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'17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Sep '17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</c:strCache>
            </c:strRef>
          </c:cat>
          <c:val>
            <c:numRef>
              <c:f>Sheet1!$D$2:$D$109</c:f>
              <c:numCache>
                <c:formatCode>General</c:formatCode>
                <c:ptCount val="108"/>
                <c:pt idx="24">
                  <c:v>6.56</c:v>
                </c:pt>
                <c:pt idx="45">
                  <c:v>5.89</c:v>
                </c:pt>
                <c:pt idx="52">
                  <c:v>7.2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Dimension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DMTX  ·  acquired by Ultragenyx Pharmaceutical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72%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72%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Oct 03, 2017   ·   Closed Nov 07, 2017   ·   Status: completed   ·   Pre-ann. volume 1.1×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Dimension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Dimension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025544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11144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351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743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435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860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8524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94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1358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81111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386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386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2364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086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7949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0619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053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9038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612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8879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020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9162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9304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97293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0154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146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146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2878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1379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3838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51133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5255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56800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5821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6955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7096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7947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80886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554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0804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647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00722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00722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0213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0639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0639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0780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0780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0780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09223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09223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10640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1630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1630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1630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17724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17724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1914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1914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20558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20558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21975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2622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2764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2764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2764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2905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3047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3047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3047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3047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3189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189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36143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36143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36143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36143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3756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3756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03756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3756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3897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3897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3897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3897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3897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4039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4039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4039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4039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04039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4181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7581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7581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07581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07581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07581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07723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07723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07723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085733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09140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09423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09423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095651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95651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95651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095651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097068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106985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45240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Oct 2015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Nov 2017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2015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Dimension priced its initial public offering at $13.00 per…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2016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A's CEO initiated a meeting with Dimension's CEO, Dr.…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2017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A's CEO initiated a second meeting with Dr. Jenkins…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18, 2017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Board held a regularly scheduled meeting. Management…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20, 2017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and Dimension entered into a mutual confidentiality…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23, 2017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Management meeting between Party A and Dimension occurred.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30, 2017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Board held a meeting to receive an update on the DTX101…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31, 2017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Dimension announced the results of its DTX101 trial…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2017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Dimension management met with a nationally recognized…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22, 2017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Board held a meeting to discuss strategic alternatives.…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03, 2017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Strategic Committee held a meeting. Representatives of…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03, 2017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During the period from March 3 through April 12, 2017, the…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09, 2017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Dimension announced updated interim results from its DTX101…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15, 2017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sent an unsolicited, non-binding indication of…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20, 2017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Board held a meeting to discuss the sale process and…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05, 2017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Strategic Committee held a meeting. The Financial…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12, 2017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All three companies that entered confidentiality agreements…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18, 2017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Board held a meeting to discuss the outcome of the sale…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23, 2017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Between April 23 and April 28, 2017, Dimension received…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09, 2017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Board held a meeting to discuss updated DTX101 trial…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10, 2017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Dimension announced financial results for Q1 2017, its…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11, 2017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REGENXBIO's CEO contacted Dr. Jenkins, expressing interest…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12, 2017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Dimension management interviewed two investment bank…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15, 2017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sent a non-binding indication of interest for a…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Dimension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18, 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Board held a meeting to discuss engaging a financial…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25, 2017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REGENXBIO sent an unsolicited, non-binding indication of…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25, 2017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Following the annual stockholder meeting, the Board held a…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26, 2017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During the period from May 26 through July 6, 2017, MTS…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01, 2017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Strategic Committee held meetings on June 1, June 8…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13, 2017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Dimension and MTS executed a customary engagement letter.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22, 2017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At the Strategic Committee meeting, the committee approved…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23, 2017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MTS distributed an initial bid instruction letter to the…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26, 2017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Board held a meeting. Management provided an update on…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27, 2017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Dimension publicly announced updates to its corporate…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05, 2017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F informed MTS it was no longer interested in a…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06, 2017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Dimension received written non-binding preliminary…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12, 2017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Board held a meeting to discuss the four preliminary…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13, 2017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MTS informed Party B that its July 6 indication of interest…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17, 2017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C, Party D, and REGENXBIO were provided a draft…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20, 2017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Strategic Committee held a meeting to receive an update…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24, 2017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Dimension publicly announced the departure of its chief…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8978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27, 2017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58978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Strategic Committee held a meeting to receive an update…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27, 2017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C informed MTS it was no longer interested in a…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28, 2017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D informed MTS it was no longer interested due to…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31, 2017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Board held a meeting to review and approve Dimension's…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31, 2017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sent an unsolicited revised written proposal for a…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01, 2017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Board held a meeting to discuss the advisability of…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01, 2017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MTS informed REGENXBIO's financial advisor that Dimension…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01, 2017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REGENXBIO submitted a revised written proposal to acquire…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02, 2017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E informed MTS it was no longer interested in a…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02, 2017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was provided the draft merger agreement, and MTS…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03, 2017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Strategic Committee held a meeting. MTS reviewed…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07, 2017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Strategic Committee held a meeting. Party B's CEO and…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07, 2017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REGENXBIO submitted a revised written proposal to acquire…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07, 2017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B's outside counsel provided a revised draft of the…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08, 2017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Dimension reported financial results for Q2 2017, noting…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08, 2017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Gemayel had a call with Party B's CEO to discuss Party…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09, 2017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Board held a meeting to discuss the revised proposals…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09, 2017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Goodwin provided a revised draft of the merger agreement to…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63640" y="58978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10, 2017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35240" y="58978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MTS sent bid process letters to Party B and REGENXBIO…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Dimension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10, 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Jenkins met with a representative of Stockholder 1, who…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11, 2017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Strategic Committee held a meeting to discuss a…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14, 2017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and REGENXBIO each presented revised non-binding…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15, 2017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Jenkins and Ms. Thistle had a call with representatives…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15, 2017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MTS contacted Party B as directed. Goodwin discussed…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15, 2017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Between August 15 and 18, 2017, management engaged in…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16, 2017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Goodwin provided a revised draft of the merger agreement…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17, 2017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presented an unsolicited revised non-binding…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17, 2017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Gemayel had a call with representatives of Stockholder…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17, 2017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Board held a meeting. MTS discussed financial aspects…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17, 2017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REGENXBIO's counsel provided revised drafts of the merger…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18, 2017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entered into a mutual confidentiality agreement…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18, 2017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Jenkins discussed the status of discussions with…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21, 2017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Party A and its advisors attended a…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21, 2017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Gemayel, Dr. Jenkins, and Ms. Thistle had a call with…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21, 2017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Strategic Committee held a meeting. Management updated…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21, 2017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During the period of August 21 through August 23, 2017…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8978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22, 2017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58978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informed MTS it expected to submit a business…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22, 2017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Strategic Committee held a meeting. Management updated…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22, 2017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REGENXBIO presented a revised non-binding written proposal…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22, 2017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Following receipt of REGENXBIO's proposal, the Strategic…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23, 2017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presented a preliminary non-binding written…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23, 2017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Gemayel, Dr. Jenkins, and Ms. Thistle had a call with…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23, 2017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Board held a meeting to discuss the strategic process.…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23, 2017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Gemayel contacted REGENXBIO's chairman, requesting an…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23, 2017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Later that evening, the Board held a meeting. Dr. Gemayel…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24, 2017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informed MTS that due to revised views on…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24, 2017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Strategic Committee held a meeting. MTS updated on…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24, 2017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Gemayel contacted REGENXBIO's chairman as directed. Ms.…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24, 2017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Later that evening, after the stock market closed, the…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24, 2017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Dimension and REGENXBIO finalized and executed the merger…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25, 2017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Before the stock market opened, Dimension and REGENXBIO…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18, 2017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Kakkis contacted Dr. Jenkins and Dr. Gemayel to inform…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18, 2017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Before the stock market opened, Ultragenyx publicly…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18, 2017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Dimension issued a press release confirming receipt of the…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63640" y="58978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18, 2017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35240" y="58978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Jenkins and Ms. Thistle discussed REGENXBIO's expected…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Dimension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18, 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Board held a meeting to discuss the Ultragenyx…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19, 2017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Before the stock market opened, Dimension issued a press…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19, 2017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Ultragenyx entered into a customary confidentiality…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19, 2017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Between September 19 and September 29, 2017, Goodwin and…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25, 2017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Board held a meeting to discuss the status of…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29, 2017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After the stock market closed, Ultragenyx submitted a…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01, 2017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Board held a meeting to discuss the Ultragenyx…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01, 2017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Following the Board meeting, Dimension provided notice to…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02, 2017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Before the stock market opened, Dimension issued a press…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02, 2017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After the stock market closed, the Board held a meeting to…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02, 2017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Following the Board meeting, Goodwin informed Skadden that…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02, 2017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Later that evening, Dimension delivered notice to REGENXBIO…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03, 2017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Before the stock market opened, Dimension and Ultragenyx…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10, 2017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commenced the tender offer.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06, 2017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tender offer and withdrawal rights expired at 12:00…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07, 2017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Pursuant to the Merger Agreement and Section 251(h) of the…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Dimension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9 unexplained pre-announcement move weeks (of 9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2017-08-25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+142%  ($1.3→$3.15)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39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2017-02-03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-57%  ($4.4→$1.9)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242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2016-09-09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+45%  ($5.89→$8.55)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389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2017-09-22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+40%  ($4.2→$5.9)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11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2016-10-28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-27%  ($7.2→$5.23)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340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2016-11-11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($4.55→$5.75)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326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2016-04-15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+25%  ($6.56→$8.2)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536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2016-06-17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-24%  ($10.15→$7.68)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473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Dimension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2016-11-29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Dimension Therapeutics Receives Positive Opinion for European Orphan Drug Designation of DTX401 for the…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2016-12-13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Dimension Therapeutics Announces FDA Acceptance of Investigational New Drug Application for DTX301 to Treat…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2017-01-31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Dimension Announces Interim Topline Results from Ongoing Phase 1/2 Clinical Program for DTX101, Dimension’s…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2017-03-07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Dimension Therapeutics to Hold Full Year 2016 Financial Results and Recent Program Updates Conference Call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2017-03-09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Dimension Therapeutics Announces Full Year 2016 Financial Results and Recent Updates Across Rare and…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2017-05-10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Dimension Therapeutics Reports First Quarter 2017 Financial Results and Provides Corporate Update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2017-08-08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Dimension Therapeutics Reports Second Quarter 2017 Financial Results and Provides Corporate Update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2017-08-31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Dimension Therapeutics Commences Patient Dosing in Global, Multi-Center Phase 1/2 Clinical Trial of DTX301…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2017-10-02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REGENXBIO Responds to Notification of a Superior Proposal Under Its Merger Agreement With Dimension…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