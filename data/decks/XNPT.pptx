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May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'16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4.05</c:v>
                </c:pt>
                <c:pt idx="1">
                  <c:v>4.34</c:v>
                </c:pt>
                <c:pt idx="2">
                  <c:v>4.44</c:v>
                </c:pt>
                <c:pt idx="3">
                  <c:v>4.68</c:v>
                </c:pt>
                <c:pt idx="4">
                  <c:v>4.8</c:v>
                </c:pt>
                <c:pt idx="5">
                  <c:v>5.01</c:v>
                </c:pt>
                <c:pt idx="6">
                  <c:v>4.59</c:v>
                </c:pt>
                <c:pt idx="7">
                  <c:v>4.28</c:v>
                </c:pt>
                <c:pt idx="8">
                  <c:v>4.31</c:v>
                </c:pt>
                <c:pt idx="9">
                  <c:v>4.23</c:v>
                </c:pt>
                <c:pt idx="10">
                  <c:v>4.75</c:v>
                </c:pt>
                <c:pt idx="11">
                  <c:v>4.83</c:v>
                </c:pt>
                <c:pt idx="12">
                  <c:v>4.81</c:v>
                </c:pt>
                <c:pt idx="13">
                  <c:v>5.08</c:v>
                </c:pt>
                <c:pt idx="14">
                  <c:v>5.08</c:v>
                </c:pt>
                <c:pt idx="15">
                  <c:v>5.34</c:v>
                </c:pt>
                <c:pt idx="16">
                  <c:v>5.37</c:v>
                </c:pt>
                <c:pt idx="17">
                  <c:v>5.41</c:v>
                </c:pt>
                <c:pt idx="18">
                  <c:v>5.57</c:v>
                </c:pt>
                <c:pt idx="19">
                  <c:v>5.81</c:v>
                </c:pt>
                <c:pt idx="20">
                  <c:v>6.29</c:v>
                </c:pt>
                <c:pt idx="21">
                  <c:v>6.72</c:v>
                </c:pt>
                <c:pt idx="22">
                  <c:v>6.78</c:v>
                </c:pt>
                <c:pt idx="23">
                  <c:v>7.29</c:v>
                </c:pt>
                <c:pt idx="24">
                  <c:v>7.75</c:v>
                </c:pt>
                <c:pt idx="25">
                  <c:v>7.94</c:v>
                </c:pt>
                <c:pt idx="26">
                  <c:v>8.9</c:v>
                </c:pt>
                <c:pt idx="27">
                  <c:v>8.4</c:v>
                </c:pt>
                <c:pt idx="28">
                  <c:v>8.3</c:v>
                </c:pt>
                <c:pt idx="29">
                  <c:v>8.2</c:v>
                </c:pt>
                <c:pt idx="30">
                  <c:v>8.18</c:v>
                </c:pt>
                <c:pt idx="31">
                  <c:v>8.83</c:v>
                </c:pt>
                <c:pt idx="32">
                  <c:v>8.34</c:v>
                </c:pt>
                <c:pt idx="33">
                  <c:v>8.9</c:v>
                </c:pt>
                <c:pt idx="34">
                  <c:v>8.6</c:v>
                </c:pt>
                <c:pt idx="35">
                  <c:v>8.33</c:v>
                </c:pt>
                <c:pt idx="36">
                  <c:v>6.91</c:v>
                </c:pt>
                <c:pt idx="37">
                  <c:v>6.69</c:v>
                </c:pt>
                <c:pt idx="38">
                  <c:v>7.19</c:v>
                </c:pt>
                <c:pt idx="39">
                  <c:v>6.85</c:v>
                </c:pt>
                <c:pt idx="40">
                  <c:v>7.0</c:v>
                </c:pt>
                <c:pt idx="41">
                  <c:v>7.51</c:v>
                </c:pt>
                <c:pt idx="42">
                  <c:v>8.38</c:v>
                </c:pt>
                <c:pt idx="43">
                  <c:v>7.17</c:v>
                </c:pt>
                <c:pt idx="44">
                  <c:v>7.05</c:v>
                </c:pt>
                <c:pt idx="45">
                  <c:v>7.6</c:v>
                </c:pt>
                <c:pt idx="46">
                  <c:v>7.14</c:v>
                </c:pt>
                <c:pt idx="47">
                  <c:v>7.36</c:v>
                </c:pt>
                <c:pt idx="48">
                  <c:v>6.08</c:v>
                </c:pt>
                <c:pt idx="49">
                  <c:v>5.72</c:v>
                </c:pt>
                <c:pt idx="50">
                  <c:v>5.94</c:v>
                </c:pt>
                <c:pt idx="51">
                  <c:v>6.21</c:v>
                </c:pt>
                <c:pt idx="52">
                  <c:v>5.96</c:v>
                </c:pt>
                <c:pt idx="53">
                  <c:v>6.5</c:v>
                </c:pt>
                <c:pt idx="54">
                  <c:v>6.41</c:v>
                </c:pt>
                <c:pt idx="55">
                  <c:v>6.55</c:v>
                </c:pt>
                <c:pt idx="56">
                  <c:v>6.11</c:v>
                </c:pt>
                <c:pt idx="57">
                  <c:v>6.32</c:v>
                </c:pt>
                <c:pt idx="58">
                  <c:v>6.79</c:v>
                </c:pt>
                <c:pt idx="59">
                  <c:v>7.59</c:v>
                </c:pt>
                <c:pt idx="60">
                  <c:v>7.39</c:v>
                </c:pt>
                <c:pt idx="61">
                  <c:v>7.3</c:v>
                </c:pt>
                <c:pt idx="62">
                  <c:v>6.36</c:v>
                </c:pt>
                <c:pt idx="63">
                  <c:v>6.47</c:v>
                </c:pt>
                <c:pt idx="64">
                  <c:v>6.19</c:v>
                </c:pt>
                <c:pt idx="65">
                  <c:v>6.67</c:v>
                </c:pt>
                <c:pt idx="66">
                  <c:v>6.82</c:v>
                </c:pt>
                <c:pt idx="67">
                  <c:v>7.14</c:v>
                </c:pt>
                <c:pt idx="68">
                  <c:v>4.19</c:v>
                </c:pt>
                <c:pt idx="69">
                  <c:v>3.89</c:v>
                </c:pt>
                <c:pt idx="70">
                  <c:v>4.32</c:v>
                </c:pt>
                <c:pt idx="71">
                  <c:v>4.19</c:v>
                </c:pt>
                <c:pt idx="72">
                  <c:v>5.58</c:v>
                </c:pt>
                <c:pt idx="73">
                  <c:v>5.18</c:v>
                </c:pt>
                <c:pt idx="74">
                  <c:v>6.11</c:v>
                </c:pt>
                <c:pt idx="75">
                  <c:v>6.54</c:v>
                </c:pt>
                <c:pt idx="76">
                  <c:v>6.48</c:v>
                </c:pt>
                <c:pt idx="77">
                  <c:v>6.21</c:v>
                </c:pt>
                <c:pt idx="78">
                  <c:v>6.49</c:v>
                </c:pt>
                <c:pt idx="79">
                  <c:v>5.92</c:v>
                </c:pt>
                <c:pt idx="80">
                  <c:v>5.62</c:v>
                </c:pt>
                <c:pt idx="81">
                  <c:v>5.59</c:v>
                </c:pt>
                <c:pt idx="82">
                  <c:v>5.86</c:v>
                </c:pt>
                <c:pt idx="83">
                  <c:v>5.49</c:v>
                </c:pt>
                <c:pt idx="84">
                  <c:v>5.11</c:v>
                </c:pt>
                <c:pt idx="85">
                  <c:v>4.45</c:v>
                </c:pt>
                <c:pt idx="86">
                  <c:v>5.07</c:v>
                </c:pt>
                <c:pt idx="87">
                  <c:v>4.97</c:v>
                </c:pt>
                <c:pt idx="88">
                  <c:v>4.66</c:v>
                </c:pt>
                <c:pt idx="89">
                  <c:v>4.03</c:v>
                </c:pt>
                <c:pt idx="90">
                  <c:v>4.25</c:v>
                </c:pt>
                <c:pt idx="91">
                  <c:v>4.47</c:v>
                </c:pt>
                <c:pt idx="92">
                  <c:v>4.48</c:v>
                </c:pt>
                <c:pt idx="93">
                  <c:v>4.74</c:v>
                </c:pt>
                <c:pt idx="94">
                  <c:v>4.37</c:v>
                </c:pt>
                <c:pt idx="95">
                  <c:v>4.35</c:v>
                </c:pt>
                <c:pt idx="96">
                  <c:v>4.69</c:v>
                </c:pt>
                <c:pt idx="97">
                  <c:v>5.03</c:v>
                </c:pt>
                <c:pt idx="98">
                  <c:v>4.94</c:v>
                </c:pt>
                <c:pt idx="99">
                  <c:v>4.92</c:v>
                </c:pt>
                <c:pt idx="100">
                  <c:v>4.4</c:v>
                </c:pt>
                <c:pt idx="101">
                  <c:v>4.14</c:v>
                </c:pt>
                <c:pt idx="102">
                  <c:v>4.07</c:v>
                </c:pt>
                <c:pt idx="103">
                  <c:v>4.4</c:v>
                </c:pt>
                <c:pt idx="104">
                  <c:v>7.04</c:v>
                </c:pt>
                <c:pt idx="105">
                  <c:v>7.07</c:v>
                </c:pt>
                <c:pt idx="106">
                  <c:v>7.0</c:v>
                </c:pt>
                <c:pt idx="107">
                  <c:v>7.0</c:v>
                </c:pt>
                <c:pt idx="108">
                  <c:v>7.01</c:v>
                </c:pt>
                <c:pt idx="109">
                  <c:v>7.02</c:v>
                </c:pt>
                <c:pt idx="110">
                  <c:v>7.07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'16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67">
                  <c:v>7.14</c:v>
                </c:pt>
                <c:pt idx="71">
                  <c:v>4.19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'16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7.04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XENOPORT,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XNPT  ·  acquired by Arbor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$7.03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23, 2016   ·   Closed Jul 05, 2016   ·   Status: completed   ·   Pre-ann. volume 0.52×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XENOPORT,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XENOPORT,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5690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4250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392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81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237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061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328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107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063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241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08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041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575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242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775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664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020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509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954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XenoPort enters negotiations with an unnamed party for 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XenoPort reports Phase 2 results for XP23829, leading to 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authorizes engagement of Centerview Partners to…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XenoPort announces strategic shift to focus on HORIZANT and…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29, 2015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proposal to acquire XenoPort…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22, 2016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Media rumors of a sale surface; Party A withdraws its…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makes oral proposal of $5.65 per share in cash.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XenoPort licenses XP23829 rights to Dr. Reddy’s…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29, 2016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Arbor CEO Ed Schutter contacts XenoPort CEO Vincent Angotti…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Arbor submits written proposal at $6.20 per share in cash.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25, 2016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Arbor increases proposal to $6.85 per share in cash.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proposal for $6.40 per share plus…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Arbor increases proposal to $7.03 per share in cash and…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16, 2016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Arbor indicates $7.03 is its best and final offer.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21, 2016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XenoPort Board unanimously approves the Merger Agreement.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06, 2016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05, 2016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XenoPort delisted from NASDAQ.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19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XENOPORT,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2015-09-18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-41%  ($7.14→$4.19)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2015-10-16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($4.19→$5.58)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XENOPORT,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