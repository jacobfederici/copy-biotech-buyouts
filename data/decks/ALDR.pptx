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Sep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10.85</c:v>
                </c:pt>
                <c:pt idx="1">
                  <c:v>12.25</c:v>
                </c:pt>
                <c:pt idx="2">
                  <c:v>12.75</c:v>
                </c:pt>
                <c:pt idx="3">
                  <c:v>12.55</c:v>
                </c:pt>
                <c:pt idx="4">
                  <c:v>11.5</c:v>
                </c:pt>
                <c:pt idx="5">
                  <c:v>11.2</c:v>
                </c:pt>
                <c:pt idx="6">
                  <c:v>10.95</c:v>
                </c:pt>
                <c:pt idx="7">
                  <c:v>11.15</c:v>
                </c:pt>
                <c:pt idx="8">
                  <c:v>10.6</c:v>
                </c:pt>
                <c:pt idx="9">
                  <c:v>10.5</c:v>
                </c:pt>
                <c:pt idx="10">
                  <c:v>10.8</c:v>
                </c:pt>
                <c:pt idx="11">
                  <c:v>10.95</c:v>
                </c:pt>
                <c:pt idx="12">
                  <c:v>10.75</c:v>
                </c:pt>
                <c:pt idx="13">
                  <c:v>11.65</c:v>
                </c:pt>
                <c:pt idx="14">
                  <c:v>11.45</c:v>
                </c:pt>
                <c:pt idx="15">
                  <c:v>12.95</c:v>
                </c:pt>
                <c:pt idx="16">
                  <c:v>17.85</c:v>
                </c:pt>
                <c:pt idx="17">
                  <c:v>16.8</c:v>
                </c:pt>
                <c:pt idx="18">
                  <c:v>16.7</c:v>
                </c:pt>
                <c:pt idx="19">
                  <c:v>13.75</c:v>
                </c:pt>
                <c:pt idx="20">
                  <c:v>13.25</c:v>
                </c:pt>
                <c:pt idx="21">
                  <c:v>13.55</c:v>
                </c:pt>
                <c:pt idx="22">
                  <c:v>14.75</c:v>
                </c:pt>
                <c:pt idx="23">
                  <c:v>14.35</c:v>
                </c:pt>
                <c:pt idx="24">
                  <c:v>15.2</c:v>
                </c:pt>
                <c:pt idx="25">
                  <c:v>14.15</c:v>
                </c:pt>
                <c:pt idx="26">
                  <c:v>11.25</c:v>
                </c:pt>
                <c:pt idx="27">
                  <c:v>12.7</c:v>
                </c:pt>
                <c:pt idx="28">
                  <c:v>12.6</c:v>
                </c:pt>
                <c:pt idx="29">
                  <c:v>14.78</c:v>
                </c:pt>
                <c:pt idx="30">
                  <c:v>13.75</c:v>
                </c:pt>
                <c:pt idx="31">
                  <c:v>14.5</c:v>
                </c:pt>
                <c:pt idx="32">
                  <c:v>13.25</c:v>
                </c:pt>
                <c:pt idx="33">
                  <c:v>14.6</c:v>
                </c:pt>
                <c:pt idx="34">
                  <c:v>15.2</c:v>
                </c:pt>
                <c:pt idx="35">
                  <c:v>15.55</c:v>
                </c:pt>
                <c:pt idx="36">
                  <c:v>18.3</c:v>
                </c:pt>
                <c:pt idx="37">
                  <c:v>17.05</c:v>
                </c:pt>
                <c:pt idx="38">
                  <c:v>17.65</c:v>
                </c:pt>
                <c:pt idx="39">
                  <c:v>16.8</c:v>
                </c:pt>
                <c:pt idx="40">
                  <c:v>15.8</c:v>
                </c:pt>
                <c:pt idx="41">
                  <c:v>17.8</c:v>
                </c:pt>
                <c:pt idx="42">
                  <c:v>19.25</c:v>
                </c:pt>
                <c:pt idx="43">
                  <c:v>18.0</c:v>
                </c:pt>
                <c:pt idx="44">
                  <c:v>18.4</c:v>
                </c:pt>
                <c:pt idx="45">
                  <c:v>19.0</c:v>
                </c:pt>
                <c:pt idx="46">
                  <c:v>19.25</c:v>
                </c:pt>
                <c:pt idx="47">
                  <c:v>18.6</c:v>
                </c:pt>
                <c:pt idx="48">
                  <c:v>17.7</c:v>
                </c:pt>
                <c:pt idx="49">
                  <c:v>18.1</c:v>
                </c:pt>
                <c:pt idx="50">
                  <c:v>18.15</c:v>
                </c:pt>
                <c:pt idx="51">
                  <c:v>18.2</c:v>
                </c:pt>
                <c:pt idx="52">
                  <c:v>16.1</c:v>
                </c:pt>
                <c:pt idx="53">
                  <c:v>16.65</c:v>
                </c:pt>
                <c:pt idx="54">
                  <c:v>14.28</c:v>
                </c:pt>
                <c:pt idx="55">
                  <c:v>13.27</c:v>
                </c:pt>
                <c:pt idx="56">
                  <c:v>12.59</c:v>
                </c:pt>
                <c:pt idx="57">
                  <c:v>13.17</c:v>
                </c:pt>
                <c:pt idx="58">
                  <c:v>14.35</c:v>
                </c:pt>
                <c:pt idx="59">
                  <c:v>13.88</c:v>
                </c:pt>
                <c:pt idx="60">
                  <c:v>13.27</c:v>
                </c:pt>
                <c:pt idx="61">
                  <c:v>13.24</c:v>
                </c:pt>
                <c:pt idx="62">
                  <c:v>13.38</c:v>
                </c:pt>
                <c:pt idx="63">
                  <c:v>11.83</c:v>
                </c:pt>
                <c:pt idx="64">
                  <c:v>11.11</c:v>
                </c:pt>
                <c:pt idx="65">
                  <c:v>9.8</c:v>
                </c:pt>
                <c:pt idx="66">
                  <c:v>10.17</c:v>
                </c:pt>
                <c:pt idx="67">
                  <c:v>11.77</c:v>
                </c:pt>
                <c:pt idx="68">
                  <c:v>10.83</c:v>
                </c:pt>
                <c:pt idx="69">
                  <c:v>13.41</c:v>
                </c:pt>
                <c:pt idx="70">
                  <c:v>13.03</c:v>
                </c:pt>
                <c:pt idx="71">
                  <c:v>14.17</c:v>
                </c:pt>
                <c:pt idx="72">
                  <c:v>13.83</c:v>
                </c:pt>
                <c:pt idx="73">
                  <c:v>14.32</c:v>
                </c:pt>
                <c:pt idx="74">
                  <c:v>14.35</c:v>
                </c:pt>
                <c:pt idx="75">
                  <c:v>13.19</c:v>
                </c:pt>
                <c:pt idx="76">
                  <c:v>12.14</c:v>
                </c:pt>
                <c:pt idx="77">
                  <c:v>13.51</c:v>
                </c:pt>
                <c:pt idx="78">
                  <c:v>12.95</c:v>
                </c:pt>
                <c:pt idx="79">
                  <c:v>13.65</c:v>
                </c:pt>
                <c:pt idx="80">
                  <c:v>13.86</c:v>
                </c:pt>
                <c:pt idx="81">
                  <c:v>13.22</c:v>
                </c:pt>
                <c:pt idx="82">
                  <c:v>12.68</c:v>
                </c:pt>
                <c:pt idx="83">
                  <c:v>13.96</c:v>
                </c:pt>
                <c:pt idx="84">
                  <c:v>12.28</c:v>
                </c:pt>
                <c:pt idx="85">
                  <c:v>11.35</c:v>
                </c:pt>
                <c:pt idx="86">
                  <c:v>10.83</c:v>
                </c:pt>
                <c:pt idx="87">
                  <c:v>11.06</c:v>
                </c:pt>
                <c:pt idx="88">
                  <c:v>10.82</c:v>
                </c:pt>
                <c:pt idx="89">
                  <c:v>12.05</c:v>
                </c:pt>
                <c:pt idx="90">
                  <c:v>12.04</c:v>
                </c:pt>
                <c:pt idx="91">
                  <c:v>11.6</c:v>
                </c:pt>
                <c:pt idx="92">
                  <c:v>11.77</c:v>
                </c:pt>
                <c:pt idx="93">
                  <c:v>11.4</c:v>
                </c:pt>
                <c:pt idx="94">
                  <c:v>11.45</c:v>
                </c:pt>
                <c:pt idx="95">
                  <c:v>9.82</c:v>
                </c:pt>
                <c:pt idx="96">
                  <c:v>10.43</c:v>
                </c:pt>
                <c:pt idx="97">
                  <c:v>9.3</c:v>
                </c:pt>
                <c:pt idx="98">
                  <c:v>9.38</c:v>
                </c:pt>
                <c:pt idx="99">
                  <c:v>9.59</c:v>
                </c:pt>
                <c:pt idx="100">
                  <c:v>8.84</c:v>
                </c:pt>
                <c:pt idx="101">
                  <c:v>8.95</c:v>
                </c:pt>
                <c:pt idx="102">
                  <c:v>8.69</c:v>
                </c:pt>
                <c:pt idx="103">
                  <c:v>10.06</c:v>
                </c:pt>
                <c:pt idx="104">
                  <c:v>18.64</c:v>
                </c:pt>
                <c:pt idx="105">
                  <c:v>18.78</c:v>
                </c:pt>
                <c:pt idx="106">
                  <c:v>18.9</c:v>
                </c:pt>
                <c:pt idx="107">
                  <c:v>18.87</c:v>
                </c:pt>
                <c:pt idx="108">
                  <c:v>18.92</c:v>
                </c:pt>
                <c:pt idx="109">
                  <c:v>18.88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15">
                  <c:v>12.95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25">
                  <c:v>14.15</c:v>
                </c:pt>
                <c:pt idx="68">
                  <c:v>10.83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18.64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Alder BioPharmaceuticals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ALDR  ·  acquired by H. Lundbeck A/S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16, 2019   ·   Closed Oct 22, 2019   ·   Status: completed   ·   Pre-ann. volume 0.67×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Alder BioPharmaceuticals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Alder BioPharmaceuticals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5175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3735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734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158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37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282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4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91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652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174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8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9689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632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2852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Alder and Lundbeck enter into a nondisclosure agreement…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a non-binding proposal for an Ex-U.S.…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CEO Deborah Dunsire expresses interest in a…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Alder waives standstill provisions to allow Lundbeck to…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a non-binding proposal to acquire Alder…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Alder Board rejects the July 21 proposal and instructs…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increases offer to $17.00 cash plus a $2.00 CVR.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Alder counters with $18.00 cash plus a $5.00 CVR.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a final proposal of $18.00 cash plus a…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Alder Board unanimously approves the Merger Agreement and…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the Merger Agreement and public announcement.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63.8% of shares…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Alder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Alder BioPharmaceuticals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2018-01-12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($12.95→$17.85)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2019-01-18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($10.83→$13.41)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2018-03-23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($14.15→$11.25)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542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Alder BioPharmaceuticals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2019-07-08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Alder BioPharmaceuticals® to Showcase 14 New Data Presentations Demonstrating Eptinezumab’s Migraine…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2019-07-11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Alder BioPharmaceuticals® Presents New Data on Migraine-Free Months, Migraine Severity and Quality of Life…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2019-07-30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Alder BioPharmaceuticals® to Host Conference Call to Discuss Second Quarter 2019 Financial and Operating…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2019-08-06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Alder BioPharmaceuticals® Reports Second Quarter 2019 Financial and Operating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2019-09-05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Alder BioPharmaceuticals® to Showcase Data from Migraine Prevention Portfolio at 19th Congress of the…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2019-09-16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Alder Merger Investigation: Halper Sadeh LLP Announces Investigation into Whether the Sale of Alder…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2019-09-23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– UCFC and ALDR: Levi &amp; Korsinsky, LLP Reminds Investors of Investigations Concerning the Sale…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2019-09-27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–SEMG, ALDR, and HLND: Levi &amp; Korsinsky, LLP Reminds Investors of Investigations Concerning…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Alder BioPharmaceuticals® Announces First-in-Human Dosing in Phase 1 ALD1910 Study for Preventive Treatment…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