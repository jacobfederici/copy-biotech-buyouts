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Sheet1!$A$2:$A$115</c:f>
              <c:strCache>
                <c:ptCount val="114"/>
                <c:pt idx="0">
                  <c:v>Dec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'24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Sheet1!$B$2:$B$115</c:f>
              <c:numCache>
                <c:formatCode>General</c:formatCode>
                <c:ptCount val="114"/>
                <c:pt idx="0">
                  <c:v>24.62</c:v>
                </c:pt>
                <c:pt idx="1">
                  <c:v>23.14</c:v>
                </c:pt>
                <c:pt idx="2">
                  <c:v>22.88</c:v>
                </c:pt>
                <c:pt idx="3">
                  <c:v>18.09</c:v>
                </c:pt>
                <c:pt idx="4">
                  <c:v>16.51</c:v>
                </c:pt>
                <c:pt idx="5">
                  <c:v>16.64</c:v>
                </c:pt>
                <c:pt idx="6">
                  <c:v>13.93</c:v>
                </c:pt>
                <c:pt idx="7">
                  <c:v>15.87</c:v>
                </c:pt>
                <c:pt idx="8">
                  <c:v>16.57</c:v>
                </c:pt>
                <c:pt idx="9">
                  <c:v>17.04</c:v>
                </c:pt>
                <c:pt idx="10">
                  <c:v>17.6</c:v>
                </c:pt>
                <c:pt idx="11">
                  <c:v>17.41</c:v>
                </c:pt>
                <c:pt idx="12">
                  <c:v>15.26</c:v>
                </c:pt>
                <c:pt idx="13">
                  <c:v>14.65</c:v>
                </c:pt>
                <c:pt idx="14">
                  <c:v>4.41</c:v>
                </c:pt>
                <c:pt idx="15">
                  <c:v>6.78</c:v>
                </c:pt>
                <c:pt idx="16">
                  <c:v>9.1</c:v>
                </c:pt>
                <c:pt idx="17">
                  <c:v>9.89</c:v>
                </c:pt>
                <c:pt idx="18">
                  <c:v>8.83</c:v>
                </c:pt>
                <c:pt idx="19">
                  <c:v>7.25</c:v>
                </c:pt>
                <c:pt idx="20">
                  <c:v>7.79</c:v>
                </c:pt>
                <c:pt idx="21">
                  <c:v>7.64</c:v>
                </c:pt>
                <c:pt idx="22">
                  <c:v>7.89</c:v>
                </c:pt>
                <c:pt idx="23">
                  <c:v>10.23</c:v>
                </c:pt>
                <c:pt idx="24">
                  <c:v>6.2</c:v>
                </c:pt>
                <c:pt idx="25">
                  <c:v>6.25</c:v>
                </c:pt>
                <c:pt idx="26">
                  <c:v>8.19</c:v>
                </c:pt>
                <c:pt idx="27">
                  <c:v>8.83</c:v>
                </c:pt>
                <c:pt idx="28">
                  <c:v>6.44</c:v>
                </c:pt>
                <c:pt idx="29">
                  <c:v>7.93</c:v>
                </c:pt>
                <c:pt idx="30">
                  <c:v>7.93</c:v>
                </c:pt>
                <c:pt idx="31">
                  <c:v>7.62</c:v>
                </c:pt>
                <c:pt idx="32">
                  <c:v>7.0</c:v>
                </c:pt>
                <c:pt idx="33">
                  <c:v>8.59</c:v>
                </c:pt>
                <c:pt idx="34">
                  <c:v>8.98</c:v>
                </c:pt>
                <c:pt idx="35">
                  <c:v>6.33</c:v>
                </c:pt>
                <c:pt idx="36">
                  <c:v>5.21</c:v>
                </c:pt>
                <c:pt idx="37">
                  <c:v>4.88</c:v>
                </c:pt>
                <c:pt idx="38">
                  <c:v>4.77</c:v>
                </c:pt>
                <c:pt idx="39">
                  <c:v>3.87</c:v>
                </c:pt>
                <c:pt idx="40">
                  <c:v>3.21</c:v>
                </c:pt>
                <c:pt idx="41">
                  <c:v>3.16</c:v>
                </c:pt>
                <c:pt idx="42">
                  <c:v>3.08</c:v>
                </c:pt>
                <c:pt idx="43">
                  <c:v>3.33</c:v>
                </c:pt>
                <c:pt idx="44">
                  <c:v>3.17</c:v>
                </c:pt>
                <c:pt idx="45">
                  <c:v>3.45</c:v>
                </c:pt>
                <c:pt idx="46">
                  <c:v>2.98</c:v>
                </c:pt>
                <c:pt idx="47">
                  <c:v>2.49</c:v>
                </c:pt>
                <c:pt idx="48">
                  <c:v>2.78</c:v>
                </c:pt>
                <c:pt idx="49">
                  <c:v>3.06</c:v>
                </c:pt>
                <c:pt idx="50">
                  <c:v>3.28</c:v>
                </c:pt>
                <c:pt idx="51">
                  <c:v>3.8</c:v>
                </c:pt>
                <c:pt idx="52">
                  <c:v>9.98</c:v>
                </c:pt>
                <c:pt idx="53">
                  <c:v>10.97</c:v>
                </c:pt>
                <c:pt idx="54">
                  <c:v>7.94</c:v>
                </c:pt>
                <c:pt idx="55">
                  <c:v>8.55</c:v>
                </c:pt>
                <c:pt idx="56">
                  <c:v>10.46</c:v>
                </c:pt>
                <c:pt idx="57">
                  <c:v>10.22</c:v>
                </c:pt>
                <c:pt idx="58">
                  <c:v>11.51</c:v>
                </c:pt>
                <c:pt idx="59">
                  <c:v>11.2</c:v>
                </c:pt>
                <c:pt idx="60">
                  <c:v>11.0</c:v>
                </c:pt>
                <c:pt idx="61">
                  <c:v>9.07</c:v>
                </c:pt>
                <c:pt idx="62">
                  <c:v>8.25</c:v>
                </c:pt>
                <c:pt idx="63">
                  <c:v>7.97</c:v>
                </c:pt>
                <c:pt idx="64">
                  <c:v>6.74</c:v>
                </c:pt>
                <c:pt idx="65">
                  <c:v>6.41</c:v>
                </c:pt>
                <c:pt idx="66">
                  <c:v>6.26</c:v>
                </c:pt>
                <c:pt idx="67">
                  <c:v>5.8</c:v>
                </c:pt>
                <c:pt idx="68">
                  <c:v>6.34</c:v>
                </c:pt>
                <c:pt idx="69">
                  <c:v>5.16</c:v>
                </c:pt>
                <c:pt idx="70">
                  <c:v>6.05</c:v>
                </c:pt>
                <c:pt idx="71">
                  <c:v>5.51</c:v>
                </c:pt>
                <c:pt idx="72">
                  <c:v>6.7</c:v>
                </c:pt>
                <c:pt idx="73">
                  <c:v>8.02</c:v>
                </c:pt>
                <c:pt idx="74">
                  <c:v>8.16</c:v>
                </c:pt>
                <c:pt idx="75">
                  <c:v>9.9</c:v>
                </c:pt>
                <c:pt idx="76">
                  <c:v>9.77</c:v>
                </c:pt>
                <c:pt idx="77">
                  <c:v>9.47</c:v>
                </c:pt>
                <c:pt idx="78">
                  <c:v>9.64</c:v>
                </c:pt>
                <c:pt idx="79">
                  <c:v>9.24</c:v>
                </c:pt>
                <c:pt idx="80">
                  <c:v>9.91</c:v>
                </c:pt>
                <c:pt idx="81">
                  <c:v>9.26</c:v>
                </c:pt>
                <c:pt idx="82">
                  <c:v>9.37</c:v>
                </c:pt>
                <c:pt idx="83">
                  <c:v>9.23</c:v>
                </c:pt>
                <c:pt idx="84">
                  <c:v>9.17</c:v>
                </c:pt>
                <c:pt idx="85">
                  <c:v>8.76</c:v>
                </c:pt>
                <c:pt idx="86">
                  <c:v>7.77</c:v>
                </c:pt>
                <c:pt idx="87">
                  <c:v>7.37</c:v>
                </c:pt>
                <c:pt idx="88">
                  <c:v>7.88</c:v>
                </c:pt>
                <c:pt idx="89">
                  <c:v>7.78</c:v>
                </c:pt>
                <c:pt idx="90">
                  <c:v>7.43</c:v>
                </c:pt>
                <c:pt idx="91">
                  <c:v>7.45</c:v>
                </c:pt>
                <c:pt idx="92">
                  <c:v>8.26</c:v>
                </c:pt>
                <c:pt idx="93">
                  <c:v>7.75</c:v>
                </c:pt>
                <c:pt idx="94">
                  <c:v>7.55</c:v>
                </c:pt>
                <c:pt idx="95">
                  <c:v>6.47</c:v>
                </c:pt>
                <c:pt idx="96">
                  <c:v>6.36</c:v>
                </c:pt>
                <c:pt idx="97">
                  <c:v>5.95</c:v>
                </c:pt>
                <c:pt idx="98">
                  <c:v>7.09</c:v>
                </c:pt>
                <c:pt idx="99">
                  <c:v>6.85</c:v>
                </c:pt>
                <c:pt idx="100">
                  <c:v>11.24</c:v>
                </c:pt>
                <c:pt idx="101">
                  <c:v>11.01</c:v>
                </c:pt>
                <c:pt idx="102">
                  <c:v>10.5</c:v>
                </c:pt>
                <c:pt idx="103">
                  <c:v>10.51</c:v>
                </c:pt>
                <c:pt idx="104">
                  <c:v>15.68</c:v>
                </c:pt>
                <c:pt idx="105">
                  <c:v>15.6</c:v>
                </c:pt>
                <c:pt idx="106">
                  <c:v>15.76</c:v>
                </c:pt>
                <c:pt idx="107">
                  <c:v>15.61</c:v>
                </c:pt>
                <c:pt idx="108">
                  <c:v>15.61</c:v>
                </c:pt>
                <c:pt idx="109">
                  <c:v>15.43</c:v>
                </c:pt>
                <c:pt idx="110">
                  <c:v>15.29</c:v>
                </c:pt>
                <c:pt idx="111">
                  <c:v>15.24</c:v>
                </c:pt>
                <c:pt idx="112">
                  <c:v>15.36</c:v>
                </c:pt>
                <c:pt idx="113">
                  <c:v>15.31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Dec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'24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Sheet1!$C$2:$C$115</c:f>
              <c:numCache>
                <c:formatCode>General</c:formatCode>
                <c:ptCount val="114"/>
                <c:pt idx="13">
                  <c:v>14.65</c:v>
                </c:pt>
                <c:pt idx="14">
                  <c:v>4.41</c:v>
                </c:pt>
                <c:pt idx="15">
                  <c:v>6.78</c:v>
                </c:pt>
                <c:pt idx="22">
                  <c:v>7.89</c:v>
                </c:pt>
                <c:pt idx="25">
                  <c:v>6.25</c:v>
                </c:pt>
                <c:pt idx="27">
                  <c:v>8.83</c:v>
                </c:pt>
                <c:pt idx="28">
                  <c:v>6.44</c:v>
                </c:pt>
                <c:pt idx="34">
                  <c:v>8.98</c:v>
                </c:pt>
                <c:pt idx="51">
                  <c:v>3.8</c:v>
                </c:pt>
                <c:pt idx="99">
                  <c:v>6.85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Dec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'24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Sheet1!$D$2:$D$115</c:f>
              <c:numCache>
                <c:formatCode>General</c:formatCode>
                <c:ptCount val="114"/>
                <c:pt idx="23">
                  <c:v>10.23</c:v>
                </c:pt>
                <c:pt idx="53">
                  <c:v>10.97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Dec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'24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Sheet1!$E$2:$E$115</c:f>
              <c:numCache>
                <c:formatCode>General</c:formatCode>
                <c:ptCount val="114"/>
                <c:pt idx="104">
                  <c:v>15.68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Icosavax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ICVX  ·  acquired by AstraZeneca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119%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12, 2023   ·   Closed Feb 19, 2024   ·   Status: completed   ·   Pre-ann. volume 1.66×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Icosavax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Icosavax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22245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0805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271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590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44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262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145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275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487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6759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4997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1009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Icosavax and AstraZeneca UK Limited enter into an initial…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22,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Icosavax announces positive topline interim Phase 1 data…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22,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Icosavax and AstraZeneca enter into a Transaction NDA to…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submits Proposal 1: $12.00 upfront plus $5.00…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23,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submits Proposal 2: $14.00 upfront plus $6.00…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02,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submits Proposal 3: $14.50 upfront plus $5.50…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submits Proposal 4 (Best and Final): $15.00…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11, 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Icosavax Board unanimously approves the Merger Agreement…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 and Phase 2 topline…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27, 2023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~70.7% of shares tendered.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Icosavax becomes a wholly owned…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Icosavax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17 unexplained pre-announcement move weeks (of 18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2022-12-16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+163%  ($3.8→$9.98)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361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-70%  ($14.65→$4.41)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627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+64%  ($6.85→$11.24)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25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2022-04-01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+54%  ($4.41→$6.78)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620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-39%  ($10.23→$6.2)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557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2022-04-08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($6.78→$9.1)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613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($6.25→$8.19)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543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($7.89→$10.23)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564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Icosavax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Icosavax Granted FDA Fast Track Designation for IVX-A12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Icosavax Reports Fourth Quarter and Full Year 2022 Financial Results and Provides Corporate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Icosavax Reports First Quarter 2023 Financial Results and Provides Corporate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Icosavax Announces Positive Topline Interim Phase 1 Results for Bivalent VLP Vaccine Candidate IVX-A12…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Icosavax Initiates Phase 2 Trial of IVX-A12 Against RSV and hMPV in Older Adults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Icosavax Reports Positive 12-Month Durability Data for VLP Vaccine Candidate IVX-121 Against RSV and…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Icosavax Reports Second Quarter 2023 Financial Results and Provides Corporate Update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Icosavax Reports Third Quarter 2023 Financial Results and Provides Corporate Update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2023-12-12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AstraZeneca to Acquire Icosavax, Including Potential First-in-class RSV and hMPV Combination Vaccine With…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