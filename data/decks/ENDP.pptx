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Sheet1!$A$2:$A$117</c:f>
              <c:strCache>
                <c:ptCount val="116"/>
                <c:pt idx="0">
                  <c:v>Jan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'09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Sheet1!$B$2:$B$117</c:f>
              <c:numCache>
                <c:formatCode>General</c:formatCode>
                <c:ptCount val="116"/>
                <c:pt idx="0">
                  <c:v>29.0</c:v>
                </c:pt>
                <c:pt idx="1">
                  <c:v>29.86</c:v>
                </c:pt>
                <c:pt idx="2">
                  <c:v>30.15</c:v>
                </c:pt>
                <c:pt idx="3">
                  <c:v>30.55</c:v>
                </c:pt>
                <c:pt idx="4">
                  <c:v>30.55</c:v>
                </c:pt>
                <c:pt idx="5">
                  <c:v>30.83</c:v>
                </c:pt>
                <c:pt idx="6">
                  <c:v>32.07</c:v>
                </c:pt>
                <c:pt idx="7">
                  <c:v>29.95</c:v>
                </c:pt>
                <c:pt idx="8">
                  <c:v>29.84</c:v>
                </c:pt>
                <c:pt idx="9">
                  <c:v>28.38</c:v>
                </c:pt>
                <c:pt idx="10">
                  <c:v>28.99</c:v>
                </c:pt>
                <c:pt idx="11">
                  <c:v>29.4</c:v>
                </c:pt>
                <c:pt idx="12">
                  <c:v>30.53</c:v>
                </c:pt>
                <c:pt idx="13">
                  <c:v>30.93</c:v>
                </c:pt>
                <c:pt idx="14">
                  <c:v>30.02</c:v>
                </c:pt>
                <c:pt idx="15">
                  <c:v>31.4</c:v>
                </c:pt>
                <c:pt idx="16">
                  <c:v>31.88</c:v>
                </c:pt>
                <c:pt idx="17">
                  <c:v>31.75</c:v>
                </c:pt>
                <c:pt idx="18">
                  <c:v>32.98</c:v>
                </c:pt>
                <c:pt idx="19">
                  <c:v>33.49</c:v>
                </c:pt>
                <c:pt idx="20">
                  <c:v>35.03</c:v>
                </c:pt>
                <c:pt idx="21">
                  <c:v>33.91</c:v>
                </c:pt>
                <c:pt idx="22">
                  <c:v>34.53</c:v>
                </c:pt>
                <c:pt idx="23">
                  <c:v>34.09</c:v>
                </c:pt>
                <c:pt idx="24">
                  <c:v>34.23</c:v>
                </c:pt>
                <c:pt idx="25">
                  <c:v>34.58</c:v>
                </c:pt>
                <c:pt idx="26">
                  <c:v>34.05</c:v>
                </c:pt>
                <c:pt idx="27">
                  <c:v>33.66</c:v>
                </c:pt>
                <c:pt idx="28">
                  <c:v>33.2</c:v>
                </c:pt>
                <c:pt idx="29">
                  <c:v>32.47</c:v>
                </c:pt>
                <c:pt idx="30">
                  <c:v>31.2</c:v>
                </c:pt>
                <c:pt idx="31">
                  <c:v>31.35</c:v>
                </c:pt>
                <c:pt idx="32">
                  <c:v>32.29</c:v>
                </c:pt>
                <c:pt idx="33">
                  <c:v>31.88</c:v>
                </c:pt>
                <c:pt idx="34">
                  <c:v>32.09</c:v>
                </c:pt>
                <c:pt idx="35">
                  <c:v>31.83</c:v>
                </c:pt>
                <c:pt idx="36">
                  <c:v>30.74</c:v>
                </c:pt>
                <c:pt idx="37">
                  <c:v>31.01</c:v>
                </c:pt>
                <c:pt idx="38">
                  <c:v>28.93</c:v>
                </c:pt>
                <c:pt idx="39">
                  <c:v>28.05</c:v>
                </c:pt>
                <c:pt idx="40">
                  <c:v>27.58</c:v>
                </c:pt>
                <c:pt idx="41">
                  <c:v>28.73</c:v>
                </c:pt>
                <c:pt idx="42">
                  <c:v>28.1</c:v>
                </c:pt>
                <c:pt idx="43">
                  <c:v>27.11</c:v>
                </c:pt>
                <c:pt idx="44">
                  <c:v>27.44</c:v>
                </c:pt>
                <c:pt idx="45">
                  <c:v>26.71</c:v>
                </c:pt>
                <c:pt idx="46">
                  <c:v>27.41</c:v>
                </c:pt>
                <c:pt idx="47">
                  <c:v>27.74</c:v>
                </c:pt>
                <c:pt idx="48">
                  <c:v>27.12</c:v>
                </c:pt>
                <c:pt idx="49">
                  <c:v>27.0</c:v>
                </c:pt>
                <c:pt idx="50">
                  <c:v>26.73</c:v>
                </c:pt>
                <c:pt idx="51">
                  <c:v>26.65</c:v>
                </c:pt>
                <c:pt idx="52">
                  <c:v>26.29</c:v>
                </c:pt>
                <c:pt idx="53">
                  <c:v>25.65</c:v>
                </c:pt>
                <c:pt idx="54">
                  <c:v>24.87</c:v>
                </c:pt>
                <c:pt idx="55">
                  <c:v>26.36</c:v>
                </c:pt>
                <c:pt idx="56">
                  <c:v>25.33</c:v>
                </c:pt>
                <c:pt idx="57">
                  <c:v>25.16</c:v>
                </c:pt>
                <c:pt idx="58">
                  <c:v>26.68</c:v>
                </c:pt>
                <c:pt idx="59">
                  <c:v>26.26</c:v>
                </c:pt>
                <c:pt idx="60">
                  <c:v>24.69</c:v>
                </c:pt>
                <c:pt idx="61">
                  <c:v>22.94</c:v>
                </c:pt>
                <c:pt idx="62">
                  <c:v>23.29</c:v>
                </c:pt>
                <c:pt idx="63">
                  <c:v>23.7</c:v>
                </c:pt>
                <c:pt idx="64">
                  <c:v>24.24</c:v>
                </c:pt>
                <c:pt idx="65">
                  <c:v>25.76</c:v>
                </c:pt>
                <c:pt idx="66">
                  <c:v>24.96</c:v>
                </c:pt>
                <c:pt idx="67">
                  <c:v>24.8</c:v>
                </c:pt>
                <c:pt idx="68">
                  <c:v>23.98</c:v>
                </c:pt>
                <c:pt idx="69">
                  <c:v>23.89</c:v>
                </c:pt>
                <c:pt idx="70">
                  <c:v>25.04</c:v>
                </c:pt>
                <c:pt idx="71">
                  <c:v>24.65</c:v>
                </c:pt>
                <c:pt idx="72">
                  <c:v>24.64</c:v>
                </c:pt>
                <c:pt idx="73">
                  <c:v>25.77</c:v>
                </c:pt>
                <c:pt idx="74">
                  <c:v>24.58</c:v>
                </c:pt>
                <c:pt idx="75">
                  <c:v>23.77</c:v>
                </c:pt>
                <c:pt idx="76">
                  <c:v>24.12</c:v>
                </c:pt>
                <c:pt idx="77">
                  <c:v>24.72</c:v>
                </c:pt>
                <c:pt idx="78">
                  <c:v>24.57</c:v>
                </c:pt>
                <c:pt idx="79">
                  <c:v>25.19</c:v>
                </c:pt>
                <c:pt idx="80">
                  <c:v>24.69</c:v>
                </c:pt>
                <c:pt idx="81">
                  <c:v>23.57</c:v>
                </c:pt>
                <c:pt idx="82">
                  <c:v>23.45</c:v>
                </c:pt>
                <c:pt idx="83">
                  <c:v>23.41</c:v>
                </c:pt>
                <c:pt idx="84">
                  <c:v>23.67</c:v>
                </c:pt>
                <c:pt idx="85">
                  <c:v>22.72</c:v>
                </c:pt>
                <c:pt idx="86">
                  <c:v>21.73</c:v>
                </c:pt>
                <c:pt idx="87">
                  <c:v>21.07</c:v>
                </c:pt>
                <c:pt idx="88">
                  <c:v>20.58</c:v>
                </c:pt>
                <c:pt idx="89">
                  <c:v>20.71</c:v>
                </c:pt>
                <c:pt idx="90">
                  <c:v>19.49</c:v>
                </c:pt>
                <c:pt idx="91">
                  <c:v>14.81</c:v>
                </c:pt>
                <c:pt idx="92">
                  <c:v>15.82</c:v>
                </c:pt>
                <c:pt idx="93">
                  <c:v>15.17</c:v>
                </c:pt>
                <c:pt idx="94">
                  <c:v>18.5</c:v>
                </c:pt>
                <c:pt idx="95">
                  <c:v>19.33</c:v>
                </c:pt>
                <c:pt idx="96">
                  <c:v>19.76</c:v>
                </c:pt>
                <c:pt idx="97">
                  <c:v>19.24</c:v>
                </c:pt>
                <c:pt idx="98">
                  <c:v>21.99</c:v>
                </c:pt>
                <c:pt idx="99">
                  <c:v>22.23</c:v>
                </c:pt>
                <c:pt idx="100">
                  <c:v>23.54</c:v>
                </c:pt>
                <c:pt idx="101">
                  <c:v>23.96</c:v>
                </c:pt>
                <c:pt idx="102">
                  <c:v>24.24</c:v>
                </c:pt>
                <c:pt idx="103">
                  <c:v>26.08</c:v>
                </c:pt>
                <c:pt idx="104">
                  <c:v>21.47</c:v>
                </c:pt>
                <c:pt idx="105">
                  <c:v>22.27</c:v>
                </c:pt>
                <c:pt idx="106">
                  <c:v>21.88</c:v>
                </c:pt>
                <c:pt idx="107">
                  <c:v>22.47</c:v>
                </c:pt>
                <c:pt idx="108">
                  <c:v>23.52</c:v>
                </c:pt>
                <c:pt idx="109">
                  <c:v>22.73</c:v>
                </c:pt>
                <c:pt idx="110">
                  <c:v>21.8</c:v>
                </c:pt>
                <c:pt idx="111">
                  <c:v>18.98</c:v>
                </c:pt>
                <c:pt idx="112">
                  <c:v>17.11</c:v>
                </c:pt>
                <c:pt idx="113">
                  <c:v>17.05</c:v>
                </c:pt>
                <c:pt idx="114">
                  <c:v>16.79</c:v>
                </c:pt>
                <c:pt idx="115">
                  <c:v>17.28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Sheet1!$A$2:$A$117</c:f>
              <c:strCache>
                <c:ptCount val="116"/>
                <c:pt idx="0">
                  <c:v>Jan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'07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'07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'07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'07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'08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'08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'08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'08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'08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'09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Sheet1!$C$2:$C$117</c:f>
              <c:numCache>
                <c:formatCode>General</c:formatCode>
                <c:ptCount val="116"/>
                <c:pt idx="90">
                  <c:v>19.49</c:v>
                </c:pt>
                <c:pt idx="93">
                  <c:v>15.17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Indevus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ENDP  ·  acquired by Endo Pharmaceuticals Holdings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05, 2009   ·   Closed Mar 23, 2009   ·   Status: completed   ·   Pre-ann. volume 0.73×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Indevus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Indevus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99244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7804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32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438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9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3757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521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70212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4321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1966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Sep 2008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19, 2008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meeting between Indevus CEO Glenn Cooper and Endo…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30, 2008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Indevus and Endo enter into a mutual non-disclosure…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submits non-binding proposal to acquire Indevus for…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Indevus Board rejects the $6.50 total offer as inadequate…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increases proposal to $4.50 cash plus up to $3.00 CVR…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signed and transaction announced.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amended to reduce termination fee from…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 with 77.97% of shares…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23, 2009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accepts tendered shares and commences subsequent…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23, 2009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Indevus becomes a wholly-owned subsidiary…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Indevus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($19.49→$14.81)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87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($15.17→$18.5)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Indevus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to Announce First-Quarter 2022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Nevakar Injectables Receives U.S. FDA Approval of Ready-to-Use Ephedrine Injection in a Prefilled Syringe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Nevakar Injectables Receives U.S. FDA Approval of Ready-to-Use Ephedrine Injection in a Prefilled Syringe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REPORTS FIRST-QUARTER 2022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(ENDP) Beats on Q1 Earnings, Guides Weak Q2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Executes Agreement With TLC to Commercialize Phase 3 Orthopedic Product for the Treatment of…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Posts Disappointing Data From Frozen Shoulder Trial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Provides Top-Line Results from Phase 2 Study of Collagenase Clostridium Histolyticum (CCH) in…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ENDO REPORTS SECOND-QUARTER 2022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