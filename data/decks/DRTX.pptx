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'14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9.47</c:v>
                </c:pt>
                <c:pt idx="1">
                  <c:v>8.55</c:v>
                </c:pt>
                <c:pt idx="2">
                  <c:v>8.37</c:v>
                </c:pt>
                <c:pt idx="3">
                  <c:v>7.12</c:v>
                </c:pt>
                <c:pt idx="4">
                  <c:v>7.71</c:v>
                </c:pt>
                <c:pt idx="5">
                  <c:v>7.3</c:v>
                </c:pt>
                <c:pt idx="6">
                  <c:v>8.08</c:v>
                </c:pt>
                <c:pt idx="7">
                  <c:v>9.09</c:v>
                </c:pt>
                <c:pt idx="8">
                  <c:v>9.07</c:v>
                </c:pt>
                <c:pt idx="9">
                  <c:v>8.98</c:v>
                </c:pt>
                <c:pt idx="10">
                  <c:v>8.35</c:v>
                </c:pt>
                <c:pt idx="11">
                  <c:v>7.58</c:v>
                </c:pt>
                <c:pt idx="12">
                  <c:v>7.64</c:v>
                </c:pt>
                <c:pt idx="13">
                  <c:v>7.69</c:v>
                </c:pt>
                <c:pt idx="14">
                  <c:v>7.75</c:v>
                </c:pt>
                <c:pt idx="15">
                  <c:v>7.7</c:v>
                </c:pt>
                <c:pt idx="16">
                  <c:v>7.81</c:v>
                </c:pt>
                <c:pt idx="17">
                  <c:v>7.74</c:v>
                </c:pt>
                <c:pt idx="18">
                  <c:v>7.7</c:v>
                </c:pt>
                <c:pt idx="19">
                  <c:v>7.54</c:v>
                </c:pt>
                <c:pt idx="20">
                  <c:v>8.28</c:v>
                </c:pt>
                <c:pt idx="21">
                  <c:v>8.98</c:v>
                </c:pt>
                <c:pt idx="22">
                  <c:v>8.85</c:v>
                </c:pt>
                <c:pt idx="23">
                  <c:v>8.94</c:v>
                </c:pt>
                <c:pt idx="24">
                  <c:v>9.0</c:v>
                </c:pt>
                <c:pt idx="25">
                  <c:v>8.55</c:v>
                </c:pt>
                <c:pt idx="26">
                  <c:v>7.49</c:v>
                </c:pt>
                <c:pt idx="27">
                  <c:v>7.5</c:v>
                </c:pt>
                <c:pt idx="28">
                  <c:v>7.55</c:v>
                </c:pt>
                <c:pt idx="29">
                  <c:v>7.22</c:v>
                </c:pt>
                <c:pt idx="30">
                  <c:v>7.09</c:v>
                </c:pt>
                <c:pt idx="31">
                  <c:v>7.15</c:v>
                </c:pt>
                <c:pt idx="32">
                  <c:v>7.12</c:v>
                </c:pt>
                <c:pt idx="33">
                  <c:v>7.35</c:v>
                </c:pt>
                <c:pt idx="34">
                  <c:v>7.08</c:v>
                </c:pt>
                <c:pt idx="35">
                  <c:v>6.99</c:v>
                </c:pt>
                <c:pt idx="36">
                  <c:v>6.89</c:v>
                </c:pt>
                <c:pt idx="37">
                  <c:v>7.2</c:v>
                </c:pt>
                <c:pt idx="38">
                  <c:v>7.55</c:v>
                </c:pt>
                <c:pt idx="39">
                  <c:v>7.28</c:v>
                </c:pt>
                <c:pt idx="40">
                  <c:v>8.36</c:v>
                </c:pt>
                <c:pt idx="41">
                  <c:v>8.23</c:v>
                </c:pt>
                <c:pt idx="42">
                  <c:v>9.12</c:v>
                </c:pt>
                <c:pt idx="43">
                  <c:v>8.06</c:v>
                </c:pt>
                <c:pt idx="44">
                  <c:v>7.92</c:v>
                </c:pt>
                <c:pt idx="45">
                  <c:v>8.35</c:v>
                </c:pt>
                <c:pt idx="46">
                  <c:v>8.43</c:v>
                </c:pt>
                <c:pt idx="47">
                  <c:v>8.91</c:v>
                </c:pt>
                <c:pt idx="48">
                  <c:v>8.73</c:v>
                </c:pt>
                <c:pt idx="49">
                  <c:v>8.67</c:v>
                </c:pt>
                <c:pt idx="50">
                  <c:v>9.1</c:v>
                </c:pt>
                <c:pt idx="51">
                  <c:v>9.01</c:v>
                </c:pt>
                <c:pt idx="52">
                  <c:v>9.05</c:v>
                </c:pt>
                <c:pt idx="53">
                  <c:v>9.1</c:v>
                </c:pt>
                <c:pt idx="54">
                  <c:v>9.39</c:v>
                </c:pt>
                <c:pt idx="55">
                  <c:v>9.78</c:v>
                </c:pt>
                <c:pt idx="56">
                  <c:v>9.63</c:v>
                </c:pt>
                <c:pt idx="57">
                  <c:v>11.45</c:v>
                </c:pt>
                <c:pt idx="58">
                  <c:v>10.2</c:v>
                </c:pt>
                <c:pt idx="59">
                  <c:v>12.32</c:v>
                </c:pt>
                <c:pt idx="60">
                  <c:v>11.29</c:v>
                </c:pt>
                <c:pt idx="61">
                  <c:v>12.18</c:v>
                </c:pt>
                <c:pt idx="62">
                  <c:v>12.06</c:v>
                </c:pt>
                <c:pt idx="63">
                  <c:v>12.61</c:v>
                </c:pt>
                <c:pt idx="64">
                  <c:v>12.81</c:v>
                </c:pt>
                <c:pt idx="65">
                  <c:v>12.2</c:v>
                </c:pt>
                <c:pt idx="66">
                  <c:v>12.88</c:v>
                </c:pt>
                <c:pt idx="67">
                  <c:v>12.45</c:v>
                </c:pt>
                <c:pt idx="68">
                  <c:v>10.7</c:v>
                </c:pt>
                <c:pt idx="69">
                  <c:v>11.42</c:v>
                </c:pt>
                <c:pt idx="70">
                  <c:v>12.77</c:v>
                </c:pt>
                <c:pt idx="71">
                  <c:v>14.0</c:v>
                </c:pt>
                <c:pt idx="72">
                  <c:v>13.71</c:v>
                </c:pt>
                <c:pt idx="73">
                  <c:v>14.15</c:v>
                </c:pt>
                <c:pt idx="74">
                  <c:v>14.24</c:v>
                </c:pt>
                <c:pt idx="75">
                  <c:v>14.9</c:v>
                </c:pt>
                <c:pt idx="76">
                  <c:v>13.5</c:v>
                </c:pt>
                <c:pt idx="77">
                  <c:v>12.89</c:v>
                </c:pt>
                <c:pt idx="78">
                  <c:v>12.19</c:v>
                </c:pt>
                <c:pt idx="79">
                  <c:v>12.67</c:v>
                </c:pt>
                <c:pt idx="80">
                  <c:v>13.41</c:v>
                </c:pt>
                <c:pt idx="81">
                  <c:v>13.49</c:v>
                </c:pt>
                <c:pt idx="82">
                  <c:v>14.4</c:v>
                </c:pt>
                <c:pt idx="83">
                  <c:v>15.93</c:v>
                </c:pt>
                <c:pt idx="84">
                  <c:v>16.89</c:v>
                </c:pt>
                <c:pt idx="85">
                  <c:v>15.92</c:v>
                </c:pt>
                <c:pt idx="86">
                  <c:v>16.03</c:v>
                </c:pt>
                <c:pt idx="87">
                  <c:v>15.7</c:v>
                </c:pt>
                <c:pt idx="88">
                  <c:v>16.56</c:v>
                </c:pt>
                <c:pt idx="89">
                  <c:v>17.26</c:v>
                </c:pt>
                <c:pt idx="90">
                  <c:v>17.9</c:v>
                </c:pt>
                <c:pt idx="91">
                  <c:v>16.68</c:v>
                </c:pt>
                <c:pt idx="92">
                  <c:v>15.08</c:v>
                </c:pt>
                <c:pt idx="93">
                  <c:v>13.7</c:v>
                </c:pt>
                <c:pt idx="94">
                  <c:v>12.8</c:v>
                </c:pt>
                <c:pt idx="95">
                  <c:v>14.15</c:v>
                </c:pt>
                <c:pt idx="96">
                  <c:v>15.15</c:v>
                </c:pt>
                <c:pt idx="97">
                  <c:v>16.0</c:v>
                </c:pt>
                <c:pt idx="98">
                  <c:v>15.76</c:v>
                </c:pt>
                <c:pt idx="99">
                  <c:v>14.93</c:v>
                </c:pt>
                <c:pt idx="100">
                  <c:v>14.7</c:v>
                </c:pt>
                <c:pt idx="101">
                  <c:v>13.92</c:v>
                </c:pt>
                <c:pt idx="102">
                  <c:v>13.15</c:v>
                </c:pt>
                <c:pt idx="103">
                  <c:v>13.88</c:v>
                </c:pt>
                <c:pt idx="104">
                  <c:v>23.56</c:v>
                </c:pt>
                <c:pt idx="105">
                  <c:v>23.64</c:v>
                </c:pt>
                <c:pt idx="106">
                  <c:v>23.98</c:v>
                </c:pt>
                <c:pt idx="107">
                  <c:v>24.03</c:v>
                </c:pt>
                <c:pt idx="108">
                  <c:v>24.02</c:v>
                </c:pt>
                <c:pt idx="109">
                  <c:v>23.75</c:v>
                </c:pt>
                <c:pt idx="110">
                  <c:v>24.16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'14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58">
                  <c:v>10.2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'14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23.56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Durata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DRTX  ·  acquired by Actavis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06, 2014   ·   Closed Nov 17, 2014   ·   Status: completed   ·   Pre-ann. volume 0.82×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Durata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Durata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3354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914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59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69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53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867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27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089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872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003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7868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397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3172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initiates contact with Durata management…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delivers a non-binding proposal to acquire Durata…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Durata Board concludes Company A's $20.00 offer is…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Durata Board authorizes retention of BofA Merrill Lynch as…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revises proposal to $20.00 cash plus $7.00 in…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22, 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BofA Merrill Lynch contacts five other pharmaceutical…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Actavis submits non-binding proposal of $23.00 cash plus…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reduces its cash offer from $20.00 to $18.00 per…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05, 2014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Durata Board unanimously approves the Merger Agreement with…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79.7% of shares tendered.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Durata becomes a wholly 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Durata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2013-11-29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($10.2→$12.32)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Durata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