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Sheet1!$A$2:$A$316</c:f>
              <c:strCache>
                <c:ptCount val="315"/>
                <c:pt idx="0">
                  <c:v>Jun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Dec '20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Jul '21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>Jan '22</c:v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>Aug '22</c:v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>Feb '23</c:v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>Sep '23</c:v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>Mar '24</c:v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/>
                </c:pt>
                <c:pt idx="201">
                  <c:v/>
                </c:pt>
                <c:pt idx="202">
                  <c:v/>
                </c:pt>
                <c:pt idx="203">
                  <c:v/>
                </c:pt>
                <c:pt idx="204">
                  <c:v/>
                </c:pt>
                <c:pt idx="205">
                  <c:v/>
                </c:pt>
                <c:pt idx="206">
                  <c:v/>
                </c:pt>
                <c:pt idx="207">
                  <c:v/>
                </c:pt>
                <c:pt idx="208">
                  <c:v/>
                </c:pt>
                <c:pt idx="209">
                  <c:v/>
                </c:pt>
                <c:pt idx="210">
                  <c:v/>
                </c:pt>
                <c:pt idx="211">
                  <c:v/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/>
                </c:pt>
                <c:pt idx="218">
                  <c:v/>
                </c:pt>
                <c:pt idx="219">
                  <c:v/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/>
                </c:pt>
                <c:pt idx="224">
                  <c:v>Sep '24</c:v>
                </c:pt>
                <c:pt idx="225">
                  <c:v/>
                </c:pt>
                <c:pt idx="226">
                  <c:v/>
                </c:pt>
                <c:pt idx="227">
                  <c:v/>
                </c:pt>
                <c:pt idx="228">
                  <c:v/>
                </c:pt>
                <c:pt idx="229">
                  <c:v/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/>
                </c:pt>
                <c:pt idx="238">
                  <c:v/>
                </c:pt>
                <c:pt idx="239">
                  <c:v/>
                </c:pt>
                <c:pt idx="240">
                  <c:v/>
                </c:pt>
                <c:pt idx="241">
                  <c:v/>
                </c:pt>
                <c:pt idx="242">
                  <c:v/>
                </c:pt>
                <c:pt idx="243">
                  <c:v/>
                </c:pt>
                <c:pt idx="244">
                  <c:v/>
                </c:pt>
                <c:pt idx="245">
                  <c:v/>
                </c:pt>
                <c:pt idx="246">
                  <c:v/>
                </c:pt>
                <c:pt idx="247">
                  <c:v/>
                </c:pt>
                <c:pt idx="248">
                  <c:v/>
                </c:pt>
                <c:pt idx="249">
                  <c:v/>
                </c:pt>
                <c:pt idx="250">
                  <c:v/>
                </c:pt>
                <c:pt idx="251">
                  <c:v/>
                </c:pt>
                <c:pt idx="252">
                  <c:v>Apr '25</c:v>
                </c:pt>
                <c:pt idx="253">
                  <c:v/>
                </c:pt>
                <c:pt idx="254">
                  <c:v/>
                </c:pt>
                <c:pt idx="255">
                  <c:v/>
                </c:pt>
                <c:pt idx="256">
                  <c:v/>
                </c:pt>
                <c:pt idx="257">
                  <c:v/>
                </c:pt>
                <c:pt idx="258">
                  <c:v/>
                </c:pt>
                <c:pt idx="259">
                  <c:v/>
                </c:pt>
                <c:pt idx="260">
                  <c:v/>
                </c:pt>
                <c:pt idx="261">
                  <c:v/>
                </c:pt>
                <c:pt idx="262">
                  <c:v/>
                </c:pt>
                <c:pt idx="263">
                  <c:v/>
                </c:pt>
                <c:pt idx="264">
                  <c:v/>
                </c:pt>
                <c:pt idx="265">
                  <c:v/>
                </c:pt>
                <c:pt idx="266">
                  <c:v/>
                </c:pt>
                <c:pt idx="267">
                  <c:v/>
                </c:pt>
                <c:pt idx="268">
                  <c:v/>
                </c:pt>
                <c:pt idx="269">
                  <c:v/>
                </c:pt>
                <c:pt idx="270">
                  <c:v/>
                </c:pt>
                <c:pt idx="271">
                  <c:v/>
                </c:pt>
                <c:pt idx="272">
                  <c:v/>
                </c:pt>
                <c:pt idx="273">
                  <c:v/>
                </c:pt>
                <c:pt idx="274">
                  <c:v/>
                </c:pt>
                <c:pt idx="275">
                  <c:v/>
                </c:pt>
                <c:pt idx="276">
                  <c:v/>
                </c:pt>
                <c:pt idx="277">
                  <c:v/>
                </c:pt>
                <c:pt idx="278">
                  <c:v/>
                </c:pt>
                <c:pt idx="279">
                  <c:v/>
                </c:pt>
                <c:pt idx="280">
                  <c:v>Oct '25</c:v>
                </c:pt>
                <c:pt idx="281">
                  <c:v/>
                </c:pt>
                <c:pt idx="282">
                  <c:v/>
                </c:pt>
                <c:pt idx="283">
                  <c:v/>
                </c:pt>
                <c:pt idx="284">
                  <c:v/>
                </c:pt>
                <c:pt idx="285">
                  <c:v/>
                </c:pt>
                <c:pt idx="286">
                  <c:v/>
                </c:pt>
                <c:pt idx="287">
                  <c:v/>
                </c:pt>
                <c:pt idx="288">
                  <c:v/>
                </c:pt>
                <c:pt idx="289">
                  <c:v/>
                </c:pt>
                <c:pt idx="290">
                  <c:v/>
                </c:pt>
                <c:pt idx="291">
                  <c:v/>
                </c:pt>
                <c:pt idx="292">
                  <c:v/>
                </c:pt>
                <c:pt idx="293">
                  <c:v/>
                </c:pt>
                <c:pt idx="294">
                  <c:v/>
                </c:pt>
                <c:pt idx="295">
                  <c:v/>
                </c:pt>
                <c:pt idx="296">
                  <c:v/>
                </c:pt>
                <c:pt idx="297">
                  <c:v/>
                </c:pt>
                <c:pt idx="298">
                  <c:v/>
                </c:pt>
                <c:pt idx="299">
                  <c:v/>
                </c:pt>
                <c:pt idx="300">
                  <c:v/>
                </c:pt>
                <c:pt idx="301">
                  <c:v/>
                </c:pt>
                <c:pt idx="302">
                  <c:v/>
                </c:pt>
                <c:pt idx="303">
                  <c:v/>
                </c:pt>
                <c:pt idx="304">
                  <c:v/>
                </c:pt>
                <c:pt idx="305">
                  <c:v/>
                </c:pt>
                <c:pt idx="306">
                  <c:v/>
                </c:pt>
                <c:pt idx="307">
                  <c:v/>
                </c:pt>
                <c:pt idx="308">
                  <c:v>May '26</c:v>
                </c:pt>
                <c:pt idx="309">
                  <c:v/>
                </c:pt>
                <c:pt idx="310">
                  <c:v/>
                </c:pt>
                <c:pt idx="311">
                  <c:v/>
                </c:pt>
                <c:pt idx="312">
                  <c:v/>
                </c:pt>
                <c:pt idx="313">
                  <c:v/>
                </c:pt>
                <c:pt idx="314">
                  <c:v/>
                </c:pt>
              </c:strCache>
            </c:strRef>
          </c:cat>
          <c:val>
            <c:numRef>
              <c:f>Sheet1!$B$2:$B$316</c:f>
              <c:numCache>
                <c:formatCode>General</c:formatCode>
                <c:ptCount val="315"/>
                <c:pt idx="0">
                  <c:v>28.0</c:v>
                </c:pt>
                <c:pt idx="1">
                  <c:v>49.0</c:v>
                </c:pt>
                <c:pt idx="2">
                  <c:v>49.59</c:v>
                </c:pt>
                <c:pt idx="3">
                  <c:v>45.73</c:v>
                </c:pt>
                <c:pt idx="4">
                  <c:v>47.64</c:v>
                </c:pt>
                <c:pt idx="5">
                  <c:v>44.19</c:v>
                </c:pt>
                <c:pt idx="6">
                  <c:v>41.91</c:v>
                </c:pt>
                <c:pt idx="7">
                  <c:v>43.05</c:v>
                </c:pt>
                <c:pt idx="8">
                  <c:v>43.76</c:v>
                </c:pt>
                <c:pt idx="9">
                  <c:v>45.41</c:v>
                </c:pt>
                <c:pt idx="10">
                  <c:v>41.97</c:v>
                </c:pt>
                <c:pt idx="11">
                  <c:v>42.07</c:v>
                </c:pt>
                <c:pt idx="12">
                  <c:v>39.78</c:v>
                </c:pt>
                <c:pt idx="13">
                  <c:v>38.56</c:v>
                </c:pt>
                <c:pt idx="14">
                  <c:v>41.98</c:v>
                </c:pt>
                <c:pt idx="15">
                  <c:v>40.07</c:v>
                </c:pt>
                <c:pt idx="16">
                  <c:v>42.47</c:v>
                </c:pt>
                <c:pt idx="17">
                  <c:v>44.08</c:v>
                </c:pt>
                <c:pt idx="18">
                  <c:v>41.81</c:v>
                </c:pt>
                <c:pt idx="19">
                  <c:v>39.01</c:v>
                </c:pt>
                <c:pt idx="20">
                  <c:v>36.7</c:v>
                </c:pt>
                <c:pt idx="21">
                  <c:v>40.24</c:v>
                </c:pt>
                <c:pt idx="22">
                  <c:v>42.12</c:v>
                </c:pt>
                <c:pt idx="23">
                  <c:v>40.37</c:v>
                </c:pt>
                <c:pt idx="24">
                  <c:v>41.6</c:v>
                </c:pt>
                <c:pt idx="25">
                  <c:v>42.97</c:v>
                </c:pt>
                <c:pt idx="26">
                  <c:v>42.41</c:v>
                </c:pt>
                <c:pt idx="27">
                  <c:v>44.4</c:v>
                </c:pt>
                <c:pt idx="28">
                  <c:v>48.9</c:v>
                </c:pt>
                <c:pt idx="29">
                  <c:v>50.05</c:v>
                </c:pt>
                <c:pt idx="30">
                  <c:v>51.27</c:v>
                </c:pt>
                <c:pt idx="31">
                  <c:v>51.95</c:v>
                </c:pt>
                <c:pt idx="32">
                  <c:v>51.16</c:v>
                </c:pt>
                <c:pt idx="33">
                  <c:v>47.01</c:v>
                </c:pt>
                <c:pt idx="34">
                  <c:v>47.04</c:v>
                </c:pt>
                <c:pt idx="35">
                  <c:v>47.98</c:v>
                </c:pt>
                <c:pt idx="36">
                  <c:v>47.51</c:v>
                </c:pt>
                <c:pt idx="37">
                  <c:v>46.57</c:v>
                </c:pt>
                <c:pt idx="38">
                  <c:v>42.54</c:v>
                </c:pt>
                <c:pt idx="39">
                  <c:v>46.92</c:v>
                </c:pt>
                <c:pt idx="40">
                  <c:v>46.79</c:v>
                </c:pt>
                <c:pt idx="41">
                  <c:v>42.76</c:v>
                </c:pt>
                <c:pt idx="42">
                  <c:v>43.01</c:v>
                </c:pt>
                <c:pt idx="43">
                  <c:v>42.31</c:v>
                </c:pt>
                <c:pt idx="44">
                  <c:v>41.87</c:v>
                </c:pt>
                <c:pt idx="45">
                  <c:v>43.61</c:v>
                </c:pt>
                <c:pt idx="46">
                  <c:v>44.0</c:v>
                </c:pt>
                <c:pt idx="47">
                  <c:v>40.97</c:v>
                </c:pt>
                <c:pt idx="48">
                  <c:v>40.73</c:v>
                </c:pt>
                <c:pt idx="49">
                  <c:v>40.7</c:v>
                </c:pt>
                <c:pt idx="50">
                  <c:v>40.12</c:v>
                </c:pt>
                <c:pt idx="51">
                  <c:v>45.21</c:v>
                </c:pt>
                <c:pt idx="52">
                  <c:v>44.9</c:v>
                </c:pt>
                <c:pt idx="53">
                  <c:v>44.02</c:v>
                </c:pt>
                <c:pt idx="54">
                  <c:v>42.58</c:v>
                </c:pt>
                <c:pt idx="55">
                  <c:v>42.24</c:v>
                </c:pt>
                <c:pt idx="56">
                  <c:v>41.77</c:v>
                </c:pt>
                <c:pt idx="57">
                  <c:v>40.55</c:v>
                </c:pt>
                <c:pt idx="58">
                  <c:v>40.33</c:v>
                </c:pt>
                <c:pt idx="59">
                  <c:v>38.2</c:v>
                </c:pt>
                <c:pt idx="60">
                  <c:v>36.99</c:v>
                </c:pt>
                <c:pt idx="61">
                  <c:v>38.73</c:v>
                </c:pt>
                <c:pt idx="62">
                  <c:v>39.0</c:v>
                </c:pt>
                <c:pt idx="63">
                  <c:v>39.19</c:v>
                </c:pt>
                <c:pt idx="64">
                  <c:v>39.31</c:v>
                </c:pt>
                <c:pt idx="65">
                  <c:v>38.48</c:v>
                </c:pt>
                <c:pt idx="66">
                  <c:v>38.5</c:v>
                </c:pt>
                <c:pt idx="67">
                  <c:v>37.1</c:v>
                </c:pt>
                <c:pt idx="68">
                  <c:v>36.23</c:v>
                </c:pt>
                <c:pt idx="69">
                  <c:v>35.49</c:v>
                </c:pt>
                <c:pt idx="70">
                  <c:v>38.39</c:v>
                </c:pt>
                <c:pt idx="71">
                  <c:v>37.5</c:v>
                </c:pt>
                <c:pt idx="72">
                  <c:v>39.53</c:v>
                </c:pt>
                <c:pt idx="73">
                  <c:v>39.52</c:v>
                </c:pt>
                <c:pt idx="74">
                  <c:v>41.92</c:v>
                </c:pt>
                <c:pt idx="75">
                  <c:v>41.56</c:v>
                </c:pt>
                <c:pt idx="76">
                  <c:v>41.89</c:v>
                </c:pt>
                <c:pt idx="77">
                  <c:v>37.65</c:v>
                </c:pt>
                <c:pt idx="78">
                  <c:v>37.77</c:v>
                </c:pt>
                <c:pt idx="79">
                  <c:v>38.54</c:v>
                </c:pt>
                <c:pt idx="80">
                  <c:v>40.25</c:v>
                </c:pt>
                <c:pt idx="81">
                  <c:v>39.85</c:v>
                </c:pt>
                <c:pt idx="82">
                  <c:v>40.26</c:v>
                </c:pt>
                <c:pt idx="83">
                  <c:v>39.66</c:v>
                </c:pt>
                <c:pt idx="84">
                  <c:v>39.14</c:v>
                </c:pt>
                <c:pt idx="85">
                  <c:v>39.46</c:v>
                </c:pt>
                <c:pt idx="86">
                  <c:v>39.97</c:v>
                </c:pt>
                <c:pt idx="87">
                  <c:v>39.86</c:v>
                </c:pt>
                <c:pt idx="88">
                  <c:v>39.41</c:v>
                </c:pt>
                <c:pt idx="89">
                  <c:v>38.47</c:v>
                </c:pt>
                <c:pt idx="90">
                  <c:v>38.42</c:v>
                </c:pt>
                <c:pt idx="91">
                  <c:v>38.27</c:v>
                </c:pt>
                <c:pt idx="92">
                  <c:v>39.32</c:v>
                </c:pt>
                <c:pt idx="93">
                  <c:v>38.37</c:v>
                </c:pt>
                <c:pt idx="94">
                  <c:v>39.36</c:v>
                </c:pt>
                <c:pt idx="95">
                  <c:v>41.42</c:v>
                </c:pt>
                <c:pt idx="96">
                  <c:v>44.1</c:v>
                </c:pt>
                <c:pt idx="97">
                  <c:v>42.68</c:v>
                </c:pt>
                <c:pt idx="98">
                  <c:v>42.58</c:v>
                </c:pt>
                <c:pt idx="99">
                  <c:v>39.72</c:v>
                </c:pt>
                <c:pt idx="100">
                  <c:v>39.94</c:v>
                </c:pt>
                <c:pt idx="101">
                  <c:v>39.52</c:v>
                </c:pt>
                <c:pt idx="102">
                  <c:v>41.27</c:v>
                </c:pt>
                <c:pt idx="103">
                  <c:v>40.52</c:v>
                </c:pt>
                <c:pt idx="104">
                  <c:v>40.48</c:v>
                </c:pt>
                <c:pt idx="105">
                  <c:v>39.35</c:v>
                </c:pt>
                <c:pt idx="106">
                  <c:v>43.2</c:v>
                </c:pt>
                <c:pt idx="107">
                  <c:v>42.74</c:v>
                </c:pt>
                <c:pt idx="108">
                  <c:v>42.96</c:v>
                </c:pt>
                <c:pt idx="109">
                  <c:v>43.93</c:v>
                </c:pt>
                <c:pt idx="110">
                  <c:v>43.23</c:v>
                </c:pt>
                <c:pt idx="111">
                  <c:v>43.49</c:v>
                </c:pt>
                <c:pt idx="112">
                  <c:v>42.45</c:v>
                </c:pt>
                <c:pt idx="113">
                  <c:v>44.2</c:v>
                </c:pt>
                <c:pt idx="114">
                  <c:v>44.1</c:v>
                </c:pt>
                <c:pt idx="115">
                  <c:v>43.05</c:v>
                </c:pt>
                <c:pt idx="116">
                  <c:v>42.07</c:v>
                </c:pt>
                <c:pt idx="117">
                  <c:v>43.63</c:v>
                </c:pt>
                <c:pt idx="118">
                  <c:v>41.95</c:v>
                </c:pt>
                <c:pt idx="119">
                  <c:v>40.33</c:v>
                </c:pt>
                <c:pt idx="120">
                  <c:v>40.18</c:v>
                </c:pt>
                <c:pt idx="121">
                  <c:v>40.86</c:v>
                </c:pt>
                <c:pt idx="122">
                  <c:v>41.41</c:v>
                </c:pt>
                <c:pt idx="123">
                  <c:v>41.02</c:v>
                </c:pt>
                <c:pt idx="124">
                  <c:v>42.76</c:v>
                </c:pt>
                <c:pt idx="125">
                  <c:v>41.94</c:v>
                </c:pt>
                <c:pt idx="126">
                  <c:v>43.92</c:v>
                </c:pt>
                <c:pt idx="127">
                  <c:v>42.87</c:v>
                </c:pt>
                <c:pt idx="128">
                  <c:v>42.98</c:v>
                </c:pt>
                <c:pt idx="129">
                  <c:v>43.85</c:v>
                </c:pt>
                <c:pt idx="130">
                  <c:v>41.75</c:v>
                </c:pt>
                <c:pt idx="131">
                  <c:v>40.21</c:v>
                </c:pt>
                <c:pt idx="132">
                  <c:v>39.44</c:v>
                </c:pt>
                <c:pt idx="133">
                  <c:v>39.52</c:v>
                </c:pt>
                <c:pt idx="134">
                  <c:v>38.09</c:v>
                </c:pt>
                <c:pt idx="135">
                  <c:v>39.37</c:v>
                </c:pt>
                <c:pt idx="136">
                  <c:v>38.33</c:v>
                </c:pt>
                <c:pt idx="137">
                  <c:v>38.9</c:v>
                </c:pt>
                <c:pt idx="138">
                  <c:v>38.96</c:v>
                </c:pt>
                <c:pt idx="139">
                  <c:v>38.1</c:v>
                </c:pt>
                <c:pt idx="140">
                  <c:v>37.84</c:v>
                </c:pt>
                <c:pt idx="141">
                  <c:v>36.38</c:v>
                </c:pt>
                <c:pt idx="142">
                  <c:v>35.64</c:v>
                </c:pt>
                <c:pt idx="143">
                  <c:v>33.1</c:v>
                </c:pt>
                <c:pt idx="144">
                  <c:v>34.64</c:v>
                </c:pt>
                <c:pt idx="145">
                  <c:v>35.43</c:v>
                </c:pt>
                <c:pt idx="146">
                  <c:v>36.03</c:v>
                </c:pt>
                <c:pt idx="147">
                  <c:v>36.38</c:v>
                </c:pt>
                <c:pt idx="148">
                  <c:v>36.26</c:v>
                </c:pt>
                <c:pt idx="149">
                  <c:v>36.1</c:v>
                </c:pt>
                <c:pt idx="150">
                  <c:v>35.15</c:v>
                </c:pt>
                <c:pt idx="151">
                  <c:v>35.1</c:v>
                </c:pt>
                <c:pt idx="152">
                  <c:v>34.55</c:v>
                </c:pt>
                <c:pt idx="153">
                  <c:v>33.71</c:v>
                </c:pt>
                <c:pt idx="154">
                  <c:v>32.38</c:v>
                </c:pt>
                <c:pt idx="155">
                  <c:v>33.42</c:v>
                </c:pt>
                <c:pt idx="156">
                  <c:v>32.91</c:v>
                </c:pt>
                <c:pt idx="157">
                  <c:v>31.9</c:v>
                </c:pt>
                <c:pt idx="158">
                  <c:v>30.95</c:v>
                </c:pt>
                <c:pt idx="159">
                  <c:v>30.74</c:v>
                </c:pt>
                <c:pt idx="160">
                  <c:v>30.01</c:v>
                </c:pt>
                <c:pt idx="161">
                  <c:v>30.73</c:v>
                </c:pt>
                <c:pt idx="162">
                  <c:v>31.19</c:v>
                </c:pt>
                <c:pt idx="163">
                  <c:v>31.23</c:v>
                </c:pt>
                <c:pt idx="164">
                  <c:v>30.6</c:v>
                </c:pt>
                <c:pt idx="165">
                  <c:v>30.47</c:v>
                </c:pt>
                <c:pt idx="166">
                  <c:v>29.34</c:v>
                </c:pt>
                <c:pt idx="167">
                  <c:v>30.21</c:v>
                </c:pt>
                <c:pt idx="168">
                  <c:v>30.27</c:v>
                </c:pt>
                <c:pt idx="169">
                  <c:v>29.19</c:v>
                </c:pt>
                <c:pt idx="170">
                  <c:v>28.13</c:v>
                </c:pt>
                <c:pt idx="171">
                  <c:v>26.33</c:v>
                </c:pt>
                <c:pt idx="172">
                  <c:v>27.14</c:v>
                </c:pt>
                <c:pt idx="173">
                  <c:v>27.0</c:v>
                </c:pt>
                <c:pt idx="174">
                  <c:v>27.84</c:v>
                </c:pt>
                <c:pt idx="175">
                  <c:v>27.64</c:v>
                </c:pt>
                <c:pt idx="176">
                  <c:v>26.21</c:v>
                </c:pt>
                <c:pt idx="177">
                  <c:v>27.95</c:v>
                </c:pt>
                <c:pt idx="178">
                  <c:v>27.22</c:v>
                </c:pt>
                <c:pt idx="179">
                  <c:v>26.6</c:v>
                </c:pt>
                <c:pt idx="180">
                  <c:v>27.06</c:v>
                </c:pt>
                <c:pt idx="181">
                  <c:v>27.35</c:v>
                </c:pt>
                <c:pt idx="182">
                  <c:v>28.57</c:v>
                </c:pt>
                <c:pt idx="183">
                  <c:v>27.37</c:v>
                </c:pt>
                <c:pt idx="184">
                  <c:v>27.55</c:v>
                </c:pt>
                <c:pt idx="185">
                  <c:v>28.09</c:v>
                </c:pt>
                <c:pt idx="186">
                  <c:v>27.46</c:v>
                </c:pt>
                <c:pt idx="187">
                  <c:v>28.38</c:v>
                </c:pt>
                <c:pt idx="188">
                  <c:v>29.07</c:v>
                </c:pt>
                <c:pt idx="189">
                  <c:v>29.11</c:v>
                </c:pt>
                <c:pt idx="190">
                  <c:v>28.1</c:v>
                </c:pt>
                <c:pt idx="191">
                  <c:v>29.26</c:v>
                </c:pt>
                <c:pt idx="192">
                  <c:v>29.92</c:v>
                </c:pt>
                <c:pt idx="193">
                  <c:v>31.03</c:v>
                </c:pt>
                <c:pt idx="194">
                  <c:v>29.93</c:v>
                </c:pt>
                <c:pt idx="195">
                  <c:v>30.37</c:v>
                </c:pt>
                <c:pt idx="196">
                  <c:v>30.09</c:v>
                </c:pt>
                <c:pt idx="197">
                  <c:v>30.27</c:v>
                </c:pt>
                <c:pt idx="198">
                  <c:v>30.37</c:v>
                </c:pt>
                <c:pt idx="199">
                  <c:v>29.19</c:v>
                </c:pt>
                <c:pt idx="200">
                  <c:v>28.22</c:v>
                </c:pt>
                <c:pt idx="201">
                  <c:v>28.16</c:v>
                </c:pt>
                <c:pt idx="202">
                  <c:v>28.0</c:v>
                </c:pt>
                <c:pt idx="203">
                  <c:v>28.41</c:v>
                </c:pt>
                <c:pt idx="204">
                  <c:v>28.09</c:v>
                </c:pt>
                <c:pt idx="205">
                  <c:v>27.27</c:v>
                </c:pt>
                <c:pt idx="206">
                  <c:v>26.62</c:v>
                </c:pt>
                <c:pt idx="207">
                  <c:v>27.41</c:v>
                </c:pt>
                <c:pt idx="208">
                  <c:v>27.46</c:v>
                </c:pt>
                <c:pt idx="209">
                  <c:v>26.92</c:v>
                </c:pt>
                <c:pt idx="210">
                  <c:v>26.91</c:v>
                </c:pt>
                <c:pt idx="211">
                  <c:v>26.37</c:v>
                </c:pt>
                <c:pt idx="212">
                  <c:v>25.67</c:v>
                </c:pt>
                <c:pt idx="213">
                  <c:v>26.77</c:v>
                </c:pt>
                <c:pt idx="214">
                  <c:v>28.14</c:v>
                </c:pt>
                <c:pt idx="215">
                  <c:v>28.79</c:v>
                </c:pt>
                <c:pt idx="216">
                  <c:v>28.53</c:v>
                </c:pt>
                <c:pt idx="217">
                  <c:v>26.26</c:v>
                </c:pt>
                <c:pt idx="218">
                  <c:v>27.17</c:v>
                </c:pt>
                <c:pt idx="219">
                  <c:v>28.19</c:v>
                </c:pt>
                <c:pt idx="220">
                  <c:v>29.03</c:v>
                </c:pt>
                <c:pt idx="221">
                  <c:v>28.7</c:v>
                </c:pt>
                <c:pt idx="222">
                  <c:v>27.72</c:v>
                </c:pt>
                <c:pt idx="223">
                  <c:v>27.54</c:v>
                </c:pt>
                <c:pt idx="224">
                  <c:v>28.21</c:v>
                </c:pt>
                <c:pt idx="225">
                  <c:v>27.75</c:v>
                </c:pt>
                <c:pt idx="226">
                  <c:v>28.02</c:v>
                </c:pt>
                <c:pt idx="227">
                  <c:v>27.98</c:v>
                </c:pt>
                <c:pt idx="228">
                  <c:v>26.95</c:v>
                </c:pt>
                <c:pt idx="229">
                  <c:v>27.1</c:v>
                </c:pt>
                <c:pt idx="230">
                  <c:v>26.21</c:v>
                </c:pt>
                <c:pt idx="231">
                  <c:v>25.7</c:v>
                </c:pt>
                <c:pt idx="232">
                  <c:v>26.43</c:v>
                </c:pt>
                <c:pt idx="233">
                  <c:v>26.66</c:v>
                </c:pt>
                <c:pt idx="234">
                  <c:v>25.91</c:v>
                </c:pt>
                <c:pt idx="235">
                  <c:v>24.84</c:v>
                </c:pt>
                <c:pt idx="236">
                  <c:v>24.92</c:v>
                </c:pt>
                <c:pt idx="237">
                  <c:v>25.54</c:v>
                </c:pt>
                <c:pt idx="238">
                  <c:v>25.84</c:v>
                </c:pt>
                <c:pt idx="239">
                  <c:v>29.49</c:v>
                </c:pt>
                <c:pt idx="240">
                  <c:v>30.75</c:v>
                </c:pt>
                <c:pt idx="241">
                  <c:v>31.06</c:v>
                </c:pt>
                <c:pt idx="242">
                  <c:v>31.58</c:v>
                </c:pt>
                <c:pt idx="243">
                  <c:v>31.73</c:v>
                </c:pt>
                <c:pt idx="244">
                  <c:v>32.36</c:v>
                </c:pt>
                <c:pt idx="245">
                  <c:v>33.42</c:v>
                </c:pt>
                <c:pt idx="246">
                  <c:v>33.64</c:v>
                </c:pt>
                <c:pt idx="247">
                  <c:v>33.01</c:v>
                </c:pt>
                <c:pt idx="248">
                  <c:v>32.77</c:v>
                </c:pt>
                <c:pt idx="249">
                  <c:v>33.7</c:v>
                </c:pt>
                <c:pt idx="250">
                  <c:v>31.37</c:v>
                </c:pt>
                <c:pt idx="251">
                  <c:v>31.11</c:v>
                </c:pt>
                <c:pt idx="252">
                  <c:v>31.95</c:v>
                </c:pt>
                <c:pt idx="253">
                  <c:v>32.6</c:v>
                </c:pt>
                <c:pt idx="254">
                  <c:v>32.2</c:v>
                </c:pt>
                <c:pt idx="255">
                  <c:v>32.89</c:v>
                </c:pt>
                <c:pt idx="256">
                  <c:v>33.15</c:v>
                </c:pt>
                <c:pt idx="257">
                  <c:v>34.02</c:v>
                </c:pt>
                <c:pt idx="258">
                  <c:v>32.45</c:v>
                </c:pt>
                <c:pt idx="259">
                  <c:v>32.88</c:v>
                </c:pt>
                <c:pt idx="260">
                  <c:v>33.78</c:v>
                </c:pt>
                <c:pt idx="261">
                  <c:v>34.84</c:v>
                </c:pt>
                <c:pt idx="262">
                  <c:v>34.86</c:v>
                </c:pt>
                <c:pt idx="263">
                  <c:v>35.87</c:v>
                </c:pt>
                <c:pt idx="264">
                  <c:v>36.37</c:v>
                </c:pt>
                <c:pt idx="265">
                  <c:v>35.84</c:v>
                </c:pt>
                <c:pt idx="266">
                  <c:v>35.59</c:v>
                </c:pt>
                <c:pt idx="267">
                  <c:v>36.67</c:v>
                </c:pt>
                <c:pt idx="268">
                  <c:v>37.11</c:v>
                </c:pt>
                <c:pt idx="269">
                  <c:v>37.58</c:v>
                </c:pt>
                <c:pt idx="270">
                  <c:v>36.35</c:v>
                </c:pt>
                <c:pt idx="271">
                  <c:v>36.32</c:v>
                </c:pt>
                <c:pt idx="272">
                  <c:v>35.98</c:v>
                </c:pt>
                <c:pt idx="273">
                  <c:v>36.07</c:v>
                </c:pt>
                <c:pt idx="274">
                  <c:v>36.36</c:v>
                </c:pt>
                <c:pt idx="275">
                  <c:v>36.24</c:v>
                </c:pt>
                <c:pt idx="276">
                  <c:v>35.04</c:v>
                </c:pt>
                <c:pt idx="277">
                  <c:v>36.07</c:v>
                </c:pt>
                <c:pt idx="278">
                  <c:v>36.01</c:v>
                </c:pt>
                <c:pt idx="279">
                  <c:v>37.01</c:v>
                </c:pt>
                <c:pt idx="280">
                  <c:v>37.26</c:v>
                </c:pt>
                <c:pt idx="281">
                  <c:v>37.54</c:v>
                </c:pt>
                <c:pt idx="282">
                  <c:v>38.56</c:v>
                </c:pt>
                <c:pt idx="283">
                  <c:v>39.16</c:v>
                </c:pt>
                <c:pt idx="284">
                  <c:v>38.92</c:v>
                </c:pt>
                <c:pt idx="285">
                  <c:v>40.02</c:v>
                </c:pt>
                <c:pt idx="286">
                  <c:v>39.73</c:v>
                </c:pt>
                <c:pt idx="287">
                  <c:v>38.39</c:v>
                </c:pt>
                <c:pt idx="288">
                  <c:v>38.6</c:v>
                </c:pt>
                <c:pt idx="289">
                  <c:v>39.22</c:v>
                </c:pt>
                <c:pt idx="290">
                  <c:v>38.86</c:v>
                </c:pt>
                <c:pt idx="291">
                  <c:v>40.17</c:v>
                </c:pt>
                <c:pt idx="292">
                  <c:v>39.55</c:v>
                </c:pt>
                <c:pt idx="293">
                  <c:v>40.4</c:v>
                </c:pt>
                <c:pt idx="294">
                  <c:v>41.68</c:v>
                </c:pt>
                <c:pt idx="295">
                  <c:v>44.65</c:v>
                </c:pt>
                <c:pt idx="296">
                  <c:v>45.19</c:v>
                </c:pt>
                <c:pt idx="297">
                  <c:v>45.12</c:v>
                </c:pt>
                <c:pt idx="298">
                  <c:v>46.21</c:v>
                </c:pt>
                <c:pt idx="299">
                  <c:v>45.41</c:v>
                </c:pt>
                <c:pt idx="300">
                  <c:v>45.65</c:v>
                </c:pt>
                <c:pt idx="301">
                  <c:v>45.36</c:v>
                </c:pt>
                <c:pt idx="302">
                  <c:v>46.35</c:v>
                </c:pt>
                <c:pt idx="303">
                  <c:v>48.57</c:v>
                </c:pt>
                <c:pt idx="304">
                  <c:v>47.9</c:v>
                </c:pt>
                <c:pt idx="305">
                  <c:v>50.0</c:v>
                </c:pt>
                <c:pt idx="306">
                  <c:v>49.38</c:v>
                </c:pt>
                <c:pt idx="307">
                  <c:v>49.47</c:v>
                </c:pt>
                <c:pt idx="308">
                  <c:v>50.79</c:v>
                </c:pt>
                <c:pt idx="309">
                  <c:v>52.85</c:v>
                </c:pt>
                <c:pt idx="310">
                  <c:v>54.5</c:v>
                </c:pt>
                <c:pt idx="311">
                  <c:v>55.76</c:v>
                </c:pt>
                <c:pt idx="312">
                  <c:v>55.87</c:v>
                </c:pt>
                <c:pt idx="313">
                  <c:v>54.87</c:v>
                </c:pt>
                <c:pt idx="314">
                  <c:v>52.96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Sheet1!$A$2:$A$316</c:f>
              <c:strCache>
                <c:ptCount val="315"/>
                <c:pt idx="0">
                  <c:v>Jun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Dec '20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Jul '21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>Jan '22</c:v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>Aug '22</c:v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>Feb '23</c:v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>Sep '23</c:v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>Mar '24</c:v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/>
                </c:pt>
                <c:pt idx="201">
                  <c:v/>
                </c:pt>
                <c:pt idx="202">
                  <c:v/>
                </c:pt>
                <c:pt idx="203">
                  <c:v/>
                </c:pt>
                <c:pt idx="204">
                  <c:v/>
                </c:pt>
                <c:pt idx="205">
                  <c:v/>
                </c:pt>
                <c:pt idx="206">
                  <c:v/>
                </c:pt>
                <c:pt idx="207">
                  <c:v/>
                </c:pt>
                <c:pt idx="208">
                  <c:v/>
                </c:pt>
                <c:pt idx="209">
                  <c:v/>
                </c:pt>
                <c:pt idx="210">
                  <c:v/>
                </c:pt>
                <c:pt idx="211">
                  <c:v/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/>
                </c:pt>
                <c:pt idx="218">
                  <c:v/>
                </c:pt>
                <c:pt idx="219">
                  <c:v/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/>
                </c:pt>
                <c:pt idx="224">
                  <c:v>Sep '24</c:v>
                </c:pt>
                <c:pt idx="225">
                  <c:v/>
                </c:pt>
                <c:pt idx="226">
                  <c:v/>
                </c:pt>
                <c:pt idx="227">
                  <c:v/>
                </c:pt>
                <c:pt idx="228">
                  <c:v/>
                </c:pt>
                <c:pt idx="229">
                  <c:v/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/>
                </c:pt>
                <c:pt idx="238">
                  <c:v/>
                </c:pt>
                <c:pt idx="239">
                  <c:v/>
                </c:pt>
                <c:pt idx="240">
                  <c:v/>
                </c:pt>
                <c:pt idx="241">
                  <c:v/>
                </c:pt>
                <c:pt idx="242">
                  <c:v/>
                </c:pt>
                <c:pt idx="243">
                  <c:v/>
                </c:pt>
                <c:pt idx="244">
                  <c:v/>
                </c:pt>
                <c:pt idx="245">
                  <c:v/>
                </c:pt>
                <c:pt idx="246">
                  <c:v/>
                </c:pt>
                <c:pt idx="247">
                  <c:v/>
                </c:pt>
                <c:pt idx="248">
                  <c:v/>
                </c:pt>
                <c:pt idx="249">
                  <c:v/>
                </c:pt>
                <c:pt idx="250">
                  <c:v/>
                </c:pt>
                <c:pt idx="251">
                  <c:v/>
                </c:pt>
                <c:pt idx="252">
                  <c:v>Apr '25</c:v>
                </c:pt>
                <c:pt idx="253">
                  <c:v/>
                </c:pt>
                <c:pt idx="254">
                  <c:v/>
                </c:pt>
                <c:pt idx="255">
                  <c:v/>
                </c:pt>
                <c:pt idx="256">
                  <c:v/>
                </c:pt>
                <c:pt idx="257">
                  <c:v/>
                </c:pt>
                <c:pt idx="258">
                  <c:v/>
                </c:pt>
                <c:pt idx="259">
                  <c:v/>
                </c:pt>
                <c:pt idx="260">
                  <c:v/>
                </c:pt>
                <c:pt idx="261">
                  <c:v/>
                </c:pt>
                <c:pt idx="262">
                  <c:v/>
                </c:pt>
                <c:pt idx="263">
                  <c:v/>
                </c:pt>
                <c:pt idx="264">
                  <c:v/>
                </c:pt>
                <c:pt idx="265">
                  <c:v/>
                </c:pt>
                <c:pt idx="266">
                  <c:v/>
                </c:pt>
                <c:pt idx="267">
                  <c:v/>
                </c:pt>
                <c:pt idx="268">
                  <c:v/>
                </c:pt>
                <c:pt idx="269">
                  <c:v/>
                </c:pt>
                <c:pt idx="270">
                  <c:v/>
                </c:pt>
                <c:pt idx="271">
                  <c:v/>
                </c:pt>
                <c:pt idx="272">
                  <c:v/>
                </c:pt>
                <c:pt idx="273">
                  <c:v/>
                </c:pt>
                <c:pt idx="274">
                  <c:v/>
                </c:pt>
                <c:pt idx="275">
                  <c:v/>
                </c:pt>
                <c:pt idx="276">
                  <c:v/>
                </c:pt>
                <c:pt idx="277">
                  <c:v/>
                </c:pt>
                <c:pt idx="278">
                  <c:v/>
                </c:pt>
                <c:pt idx="279">
                  <c:v/>
                </c:pt>
                <c:pt idx="280">
                  <c:v>Oct '25</c:v>
                </c:pt>
                <c:pt idx="281">
                  <c:v/>
                </c:pt>
                <c:pt idx="282">
                  <c:v/>
                </c:pt>
                <c:pt idx="283">
                  <c:v/>
                </c:pt>
                <c:pt idx="284">
                  <c:v/>
                </c:pt>
                <c:pt idx="285">
                  <c:v/>
                </c:pt>
                <c:pt idx="286">
                  <c:v/>
                </c:pt>
                <c:pt idx="287">
                  <c:v/>
                </c:pt>
                <c:pt idx="288">
                  <c:v/>
                </c:pt>
                <c:pt idx="289">
                  <c:v/>
                </c:pt>
                <c:pt idx="290">
                  <c:v/>
                </c:pt>
                <c:pt idx="291">
                  <c:v/>
                </c:pt>
                <c:pt idx="292">
                  <c:v/>
                </c:pt>
                <c:pt idx="293">
                  <c:v/>
                </c:pt>
                <c:pt idx="294">
                  <c:v/>
                </c:pt>
                <c:pt idx="295">
                  <c:v/>
                </c:pt>
                <c:pt idx="296">
                  <c:v/>
                </c:pt>
                <c:pt idx="297">
                  <c:v/>
                </c:pt>
                <c:pt idx="298">
                  <c:v/>
                </c:pt>
                <c:pt idx="299">
                  <c:v/>
                </c:pt>
                <c:pt idx="300">
                  <c:v/>
                </c:pt>
                <c:pt idx="301">
                  <c:v/>
                </c:pt>
                <c:pt idx="302">
                  <c:v/>
                </c:pt>
                <c:pt idx="303">
                  <c:v/>
                </c:pt>
                <c:pt idx="304">
                  <c:v/>
                </c:pt>
                <c:pt idx="305">
                  <c:v/>
                </c:pt>
                <c:pt idx="306">
                  <c:v/>
                </c:pt>
                <c:pt idx="307">
                  <c:v/>
                </c:pt>
                <c:pt idx="308">
                  <c:v>May '26</c:v>
                </c:pt>
                <c:pt idx="309">
                  <c:v/>
                </c:pt>
                <c:pt idx="310">
                  <c:v/>
                </c:pt>
                <c:pt idx="311">
                  <c:v/>
                </c:pt>
                <c:pt idx="312">
                  <c:v/>
                </c:pt>
                <c:pt idx="313">
                  <c:v/>
                </c:pt>
                <c:pt idx="314">
                  <c:v/>
                </c:pt>
              </c:strCache>
            </c:strRef>
          </c:cat>
          <c:val>
            <c:numRef>
              <c:f>Sheet1!$C$2:$C$316</c:f>
              <c:numCache>
                <c:formatCode>General</c:formatCode>
                <c:ptCount val="315"/>
                <c:pt idx="0">
                  <c:v>28.0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REPROS THERAPEUTICS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RPRX  ·  acquired by Allergan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12, 2017   ·   Closed Jan 31, 2018   ·   Status: completed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REPROS THERAPEUTICS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REPROS THERAPEUTICS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73761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2321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393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437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864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859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26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10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924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421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918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16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470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8274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9522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and Repros sign NDA and commence discussions.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Repros CEO meets with Allergan representatives at the BIO…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01, 2017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submits a non-binding expression of interest to…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05, 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Repros Board meets, decides $18 million is insufficient…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19, 2017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Repros counteroffers with a proposal for an exclusive…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submits a revised non-binding expression of…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04, 2017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Repros Board directs Stifel to counter with $30 million…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06, 2017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agrees to $30 million aggregate equity value but…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13, 2017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counsel provides an initial draft of the merger…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20, 2017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Repros counsel returns a revised draft proposing a go-shop…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27, 2017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rejects the go-shop provision and the parties…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11, 2017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Repros Board unanimously approves the merger agreement…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companies publicly announce the transaction.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tender offer expires with the minimum condition…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merger is completed and Repros becomes a wholly-owned…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REPROS THERAPEUTICS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REPROS THERAPEUTICS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Zymeworks Leans On Zanidatamab Results To Build Royalty Focused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Royalty Pharma to Announce First Quarter 2026 Financial Results on May 6,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Royalty Pharma to Announce First Quarter 2026 Financial Results on May 6,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Royalty Pharma Launches Global Translational Prize to Recognize Breakthrough Scientific Innovation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Royalty Pharma Launches Global Translational Prize to Recognize Breakthrough Scientific Innovation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Royalty Pharma reports Q1 results; raises FY26 outlook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Royalty Pharma reports first quarter 2026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Anaptys Announces First Quarter 2026 Financial Results and Provides Business Update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2026-06-09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GSK to Strengthen Oncology Pipeline With $10.6B Nuvalent Buyout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