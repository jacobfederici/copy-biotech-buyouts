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Aug '11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'12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'12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'12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'13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'13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'13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31.94</c:v>
                </c:pt>
                <c:pt idx="1">
                  <c:v>31.3</c:v>
                </c:pt>
                <c:pt idx="2">
                  <c:v>30.96</c:v>
                </c:pt>
                <c:pt idx="3">
                  <c:v>32.68</c:v>
                </c:pt>
                <c:pt idx="4">
                  <c:v>30.25</c:v>
                </c:pt>
                <c:pt idx="5">
                  <c:v>30.01</c:v>
                </c:pt>
                <c:pt idx="6">
                  <c:v>33.05</c:v>
                </c:pt>
                <c:pt idx="7">
                  <c:v>36.08</c:v>
                </c:pt>
                <c:pt idx="8">
                  <c:v>36.08</c:v>
                </c:pt>
                <c:pt idx="9">
                  <c:v>41.86</c:v>
                </c:pt>
                <c:pt idx="10">
                  <c:v>39.56</c:v>
                </c:pt>
                <c:pt idx="11">
                  <c:v>39.48</c:v>
                </c:pt>
                <c:pt idx="12">
                  <c:v>37.23</c:v>
                </c:pt>
                <c:pt idx="13">
                  <c:v>37.68</c:v>
                </c:pt>
                <c:pt idx="14">
                  <c:v>43.81</c:v>
                </c:pt>
                <c:pt idx="15">
                  <c:v>40.63</c:v>
                </c:pt>
                <c:pt idx="16">
                  <c:v>39.4</c:v>
                </c:pt>
                <c:pt idx="17">
                  <c:v>43.6</c:v>
                </c:pt>
                <c:pt idx="18">
                  <c:v>43.95</c:v>
                </c:pt>
                <c:pt idx="19">
                  <c:v>43.55</c:v>
                </c:pt>
                <c:pt idx="20">
                  <c:v>44.09</c:v>
                </c:pt>
                <c:pt idx="21">
                  <c:v>41.71</c:v>
                </c:pt>
                <c:pt idx="22">
                  <c:v>41.53</c:v>
                </c:pt>
                <c:pt idx="23">
                  <c:v>42.62</c:v>
                </c:pt>
                <c:pt idx="24">
                  <c:v>41.78</c:v>
                </c:pt>
                <c:pt idx="25">
                  <c:v>38.97</c:v>
                </c:pt>
                <c:pt idx="26">
                  <c:v>38.52</c:v>
                </c:pt>
                <c:pt idx="27">
                  <c:v>36.89</c:v>
                </c:pt>
                <c:pt idx="28">
                  <c:v>38.14</c:v>
                </c:pt>
                <c:pt idx="29">
                  <c:v>37.62</c:v>
                </c:pt>
                <c:pt idx="30">
                  <c:v>37.26</c:v>
                </c:pt>
                <c:pt idx="31">
                  <c:v>37.68</c:v>
                </c:pt>
                <c:pt idx="32">
                  <c:v>41.49</c:v>
                </c:pt>
                <c:pt idx="33">
                  <c:v>40.84</c:v>
                </c:pt>
                <c:pt idx="34">
                  <c:v>42.54</c:v>
                </c:pt>
                <c:pt idx="35">
                  <c:v>46.76</c:v>
                </c:pt>
                <c:pt idx="36">
                  <c:v>42.2</c:v>
                </c:pt>
                <c:pt idx="37">
                  <c:v>44.27</c:v>
                </c:pt>
                <c:pt idx="38">
                  <c:v>41.82</c:v>
                </c:pt>
                <c:pt idx="39">
                  <c:v>46.8</c:v>
                </c:pt>
                <c:pt idx="40">
                  <c:v>44.93</c:v>
                </c:pt>
                <c:pt idx="41">
                  <c:v>47.33</c:v>
                </c:pt>
                <c:pt idx="42">
                  <c:v>45.98</c:v>
                </c:pt>
                <c:pt idx="43">
                  <c:v>65.67</c:v>
                </c:pt>
                <c:pt idx="44">
                  <c:v>66.45</c:v>
                </c:pt>
                <c:pt idx="45">
                  <c:v>67.94</c:v>
                </c:pt>
                <c:pt idx="46">
                  <c:v>66.04</c:v>
                </c:pt>
                <c:pt idx="47">
                  <c:v>76.38</c:v>
                </c:pt>
                <c:pt idx="48">
                  <c:v>77.73</c:v>
                </c:pt>
                <c:pt idx="49">
                  <c:v>70.43</c:v>
                </c:pt>
                <c:pt idx="50">
                  <c:v>71.07</c:v>
                </c:pt>
                <c:pt idx="51">
                  <c:v>67.7</c:v>
                </c:pt>
                <c:pt idx="52">
                  <c:v>73.34</c:v>
                </c:pt>
                <c:pt idx="53">
                  <c:v>71.92</c:v>
                </c:pt>
                <c:pt idx="54">
                  <c:v>78.71</c:v>
                </c:pt>
                <c:pt idx="55">
                  <c:v>76.67</c:v>
                </c:pt>
                <c:pt idx="56">
                  <c:v>83.97</c:v>
                </c:pt>
                <c:pt idx="57">
                  <c:v>84.5</c:v>
                </c:pt>
                <c:pt idx="58">
                  <c:v>89.4</c:v>
                </c:pt>
                <c:pt idx="59">
                  <c:v>89.07</c:v>
                </c:pt>
                <c:pt idx="60">
                  <c:v>85.19</c:v>
                </c:pt>
                <c:pt idx="61">
                  <c:v>79.89</c:v>
                </c:pt>
                <c:pt idx="62">
                  <c:v>76.33</c:v>
                </c:pt>
                <c:pt idx="63">
                  <c:v>74.22</c:v>
                </c:pt>
                <c:pt idx="64">
                  <c:v>73.07</c:v>
                </c:pt>
                <c:pt idx="65">
                  <c:v>76.6</c:v>
                </c:pt>
                <c:pt idx="66">
                  <c:v>75.47</c:v>
                </c:pt>
                <c:pt idx="67">
                  <c:v>77.3</c:v>
                </c:pt>
                <c:pt idx="68">
                  <c:v>78.8</c:v>
                </c:pt>
                <c:pt idx="69">
                  <c:v>78.17</c:v>
                </c:pt>
                <c:pt idx="70">
                  <c:v>75.64</c:v>
                </c:pt>
                <c:pt idx="71">
                  <c:v>81.38</c:v>
                </c:pt>
                <c:pt idx="72">
                  <c:v>84.27</c:v>
                </c:pt>
                <c:pt idx="73">
                  <c:v>76.65</c:v>
                </c:pt>
                <c:pt idx="74">
                  <c:v>78.61</c:v>
                </c:pt>
                <c:pt idx="75">
                  <c:v>79.29</c:v>
                </c:pt>
                <c:pt idx="76">
                  <c:v>75.33</c:v>
                </c:pt>
                <c:pt idx="77">
                  <c:v>72.94</c:v>
                </c:pt>
                <c:pt idx="78">
                  <c:v>78.31</c:v>
                </c:pt>
                <c:pt idx="79">
                  <c:v>75.25</c:v>
                </c:pt>
                <c:pt idx="80">
                  <c:v>85.65</c:v>
                </c:pt>
                <c:pt idx="81">
                  <c:v>87.71</c:v>
                </c:pt>
                <c:pt idx="82">
                  <c:v>83.43</c:v>
                </c:pt>
                <c:pt idx="83">
                  <c:v>88.86</c:v>
                </c:pt>
                <c:pt idx="84">
                  <c:v>89.64</c:v>
                </c:pt>
                <c:pt idx="85">
                  <c:v>96.37</c:v>
                </c:pt>
                <c:pt idx="86">
                  <c:v>96.87</c:v>
                </c:pt>
                <c:pt idx="87">
                  <c:v>94.69</c:v>
                </c:pt>
                <c:pt idx="88">
                  <c:v>90.46</c:v>
                </c:pt>
                <c:pt idx="89">
                  <c:v>97.22</c:v>
                </c:pt>
                <c:pt idx="90">
                  <c:v>95.65</c:v>
                </c:pt>
                <c:pt idx="91">
                  <c:v>95.23</c:v>
                </c:pt>
                <c:pt idx="92">
                  <c:v>95.45</c:v>
                </c:pt>
                <c:pt idx="93">
                  <c:v>92.3</c:v>
                </c:pt>
                <c:pt idx="94">
                  <c:v>90.09</c:v>
                </c:pt>
                <c:pt idx="95">
                  <c:v>81.83</c:v>
                </c:pt>
                <c:pt idx="96">
                  <c:v>86.82</c:v>
                </c:pt>
                <c:pt idx="97">
                  <c:v>136.03</c:v>
                </c:pt>
                <c:pt idx="98">
                  <c:v>133.0</c:v>
                </c:pt>
                <c:pt idx="99">
                  <c:v>126.41</c:v>
                </c:pt>
                <c:pt idx="100">
                  <c:v>131.71</c:v>
                </c:pt>
                <c:pt idx="101">
                  <c:v>133.99</c:v>
                </c:pt>
                <c:pt idx="102">
                  <c:v>127.2</c:v>
                </c:pt>
                <c:pt idx="103">
                  <c:v>115.81</c:v>
                </c:pt>
                <c:pt idx="104">
                  <c:v>116.96</c:v>
                </c:pt>
                <c:pt idx="105">
                  <c:v>123.58</c:v>
                </c:pt>
                <c:pt idx="106">
                  <c:v>123.93</c:v>
                </c:pt>
                <c:pt idx="107">
                  <c:v>123.58</c:v>
                </c:pt>
                <c:pt idx="108">
                  <c:v>124.49</c:v>
                </c:pt>
                <c:pt idx="109">
                  <c:v>124.7</c:v>
                </c:pt>
                <c:pt idx="110">
                  <c:v>124.7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Aug '11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'12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'12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'12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'13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'13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'13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42">
                  <c:v>45.98</c:v>
                </c:pt>
                <c:pt idx="96">
                  <c:v>86.82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Onyx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ONXX  ·  acquired by Amgen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25, 2013   ·   Closed Oct 01, 2013   ·   Status: completed   ·   Pre-ann. volume 1.36×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Onyx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Onyx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08032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6592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362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92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452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12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172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43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3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333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493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353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073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003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933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793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514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374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744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674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534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24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2546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6248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06, 2013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Amgen CEO Robert Bradway contacts Onyx CEO Dr. N. Anthony…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13, 2013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Bradway meets Coles and makes an oral proposal to acquire…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14, 2013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Amgen delivers a written proposal to acquire Onyx for…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26, 2013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Onyx Board rejects the $120.00 proposal and authorizes a…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28, 2013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Media reports disclose Amgen's unsolicited proposal; Onyx…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Onyx issues a press release confirming receipt and…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09, 2013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Strategic Acquiror E submits a non-binding proposal of…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11, 2013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Amgen confirms its $120.00 per share offer in writing.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12, 2013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Onyx and Amgen enter into a confidentiality agreement with…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24, 2013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Strategic Acquiror D proposes a structured transaction…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26, 2013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Data Monitoring Committee (DMC) recommends the Phase 3…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30, 2013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Amgen submits a revised proposal of $130.00 per share in…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31, 2013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Strategic Acquiror E withdraws from the process citing…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Onyx Board accepts the $130.00 price as a basis for…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Amgen requests access to unblinded interim data from the…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07, 2013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Amgen states its willingness to proceed is contingent on…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09, 2013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Onyx Board formally refuses to unblind the FOCUS data.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Amgen lowers its offer to $121.00 per share in cash due to…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19, 2013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Onyx Board rejects the $121.00 offer and authorizes a…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21, 2013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Amgen makes a 'best and final' offer of $125.00 per share…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2013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Onyx Board unanimously approves the Merger Agreement at…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Execution of the Merger Agreement is publicly announced.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03, 2013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commences the tender offer.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2013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Amgen completes the acquisition of…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24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Onyx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2013-07-05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+57%  ($86.82→$136.03)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2012-06-22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+43%  ($45.98→$65.67)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429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Onyx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