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Apr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'07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25.39</c:v>
                </c:pt>
                <c:pt idx="1">
                  <c:v>26.61</c:v>
                </c:pt>
                <c:pt idx="2">
                  <c:v>25.9</c:v>
                </c:pt>
                <c:pt idx="3">
                  <c:v>26.25</c:v>
                </c:pt>
                <c:pt idx="4">
                  <c:v>26.37</c:v>
                </c:pt>
                <c:pt idx="5">
                  <c:v>25.9</c:v>
                </c:pt>
                <c:pt idx="6">
                  <c:v>26.06</c:v>
                </c:pt>
                <c:pt idx="7">
                  <c:v>27.2</c:v>
                </c:pt>
                <c:pt idx="8">
                  <c:v>27.29</c:v>
                </c:pt>
                <c:pt idx="9">
                  <c:v>26.79</c:v>
                </c:pt>
                <c:pt idx="10">
                  <c:v>27.88</c:v>
                </c:pt>
                <c:pt idx="11">
                  <c:v>29.11</c:v>
                </c:pt>
                <c:pt idx="12">
                  <c:v>27.25</c:v>
                </c:pt>
                <c:pt idx="13">
                  <c:v>28.41</c:v>
                </c:pt>
                <c:pt idx="14">
                  <c:v>27.85</c:v>
                </c:pt>
                <c:pt idx="15">
                  <c:v>27.8</c:v>
                </c:pt>
                <c:pt idx="16">
                  <c:v>27.18</c:v>
                </c:pt>
                <c:pt idx="17">
                  <c:v>26.79</c:v>
                </c:pt>
                <c:pt idx="18">
                  <c:v>29.65</c:v>
                </c:pt>
                <c:pt idx="19">
                  <c:v>29.99</c:v>
                </c:pt>
                <c:pt idx="20">
                  <c:v>30.64</c:v>
                </c:pt>
                <c:pt idx="21">
                  <c:v>31.99</c:v>
                </c:pt>
                <c:pt idx="22">
                  <c:v>33.65</c:v>
                </c:pt>
                <c:pt idx="23">
                  <c:v>32.93</c:v>
                </c:pt>
                <c:pt idx="24">
                  <c:v>32.93</c:v>
                </c:pt>
                <c:pt idx="25">
                  <c:v>33.26</c:v>
                </c:pt>
                <c:pt idx="26">
                  <c:v>34.0</c:v>
                </c:pt>
                <c:pt idx="27">
                  <c:v>35.87</c:v>
                </c:pt>
                <c:pt idx="28">
                  <c:v>35.71</c:v>
                </c:pt>
                <c:pt idx="29">
                  <c:v>36.25</c:v>
                </c:pt>
                <c:pt idx="30">
                  <c:v>36.26</c:v>
                </c:pt>
                <c:pt idx="31">
                  <c:v>35.47</c:v>
                </c:pt>
                <c:pt idx="32">
                  <c:v>34.16</c:v>
                </c:pt>
                <c:pt idx="33">
                  <c:v>35.26</c:v>
                </c:pt>
                <c:pt idx="34">
                  <c:v>36.28</c:v>
                </c:pt>
                <c:pt idx="35">
                  <c:v>35.02</c:v>
                </c:pt>
                <c:pt idx="36">
                  <c:v>34.49</c:v>
                </c:pt>
                <c:pt idx="37">
                  <c:v>34.11</c:v>
                </c:pt>
                <c:pt idx="38">
                  <c:v>32.97</c:v>
                </c:pt>
                <c:pt idx="39">
                  <c:v>33.98</c:v>
                </c:pt>
                <c:pt idx="40">
                  <c:v>32.5</c:v>
                </c:pt>
                <c:pt idx="41">
                  <c:v>34.13</c:v>
                </c:pt>
                <c:pt idx="42">
                  <c:v>36.01</c:v>
                </c:pt>
                <c:pt idx="43">
                  <c:v>36.81</c:v>
                </c:pt>
                <c:pt idx="44">
                  <c:v>36.65</c:v>
                </c:pt>
                <c:pt idx="45">
                  <c:v>35.76</c:v>
                </c:pt>
                <c:pt idx="46">
                  <c:v>36.38</c:v>
                </c:pt>
                <c:pt idx="47">
                  <c:v>36.26</c:v>
                </c:pt>
                <c:pt idx="48">
                  <c:v>36.58</c:v>
                </c:pt>
                <c:pt idx="49">
                  <c:v>33.82</c:v>
                </c:pt>
                <c:pt idx="50">
                  <c:v>34.65</c:v>
                </c:pt>
                <c:pt idx="51">
                  <c:v>31.43</c:v>
                </c:pt>
                <c:pt idx="52">
                  <c:v>31.47</c:v>
                </c:pt>
                <c:pt idx="53">
                  <c:v>32.3</c:v>
                </c:pt>
                <c:pt idx="54">
                  <c:v>30.69</c:v>
                </c:pt>
                <c:pt idx="55">
                  <c:v>30.38</c:v>
                </c:pt>
                <c:pt idx="56">
                  <c:v>31.69</c:v>
                </c:pt>
                <c:pt idx="57">
                  <c:v>31.92</c:v>
                </c:pt>
                <c:pt idx="58">
                  <c:v>29.6</c:v>
                </c:pt>
                <c:pt idx="59">
                  <c:v>29.78</c:v>
                </c:pt>
                <c:pt idx="60">
                  <c:v>26.92</c:v>
                </c:pt>
                <c:pt idx="61">
                  <c:v>27.1</c:v>
                </c:pt>
                <c:pt idx="62">
                  <c:v>27.26</c:v>
                </c:pt>
                <c:pt idx="63">
                  <c:v>26.33</c:v>
                </c:pt>
                <c:pt idx="64">
                  <c:v>25.44</c:v>
                </c:pt>
                <c:pt idx="65">
                  <c:v>25.48</c:v>
                </c:pt>
                <c:pt idx="66">
                  <c:v>26.37</c:v>
                </c:pt>
                <c:pt idx="67">
                  <c:v>25.66</c:v>
                </c:pt>
                <c:pt idx="68">
                  <c:v>28.35</c:v>
                </c:pt>
                <c:pt idx="69">
                  <c:v>28.38</c:v>
                </c:pt>
                <c:pt idx="70">
                  <c:v>27.69</c:v>
                </c:pt>
                <c:pt idx="71">
                  <c:v>28.32</c:v>
                </c:pt>
                <c:pt idx="72">
                  <c:v>29.49</c:v>
                </c:pt>
                <c:pt idx="73">
                  <c:v>28.71</c:v>
                </c:pt>
                <c:pt idx="74">
                  <c:v>29.27</c:v>
                </c:pt>
                <c:pt idx="75">
                  <c:v>29.38</c:v>
                </c:pt>
                <c:pt idx="76">
                  <c:v>31.23</c:v>
                </c:pt>
                <c:pt idx="77">
                  <c:v>30.69</c:v>
                </c:pt>
                <c:pt idx="78">
                  <c:v>31.74</c:v>
                </c:pt>
                <c:pt idx="79">
                  <c:v>31.58</c:v>
                </c:pt>
                <c:pt idx="80">
                  <c:v>32.89</c:v>
                </c:pt>
                <c:pt idx="81">
                  <c:v>33.19</c:v>
                </c:pt>
                <c:pt idx="82">
                  <c:v>32.8</c:v>
                </c:pt>
                <c:pt idx="83">
                  <c:v>32.96</c:v>
                </c:pt>
                <c:pt idx="84">
                  <c:v>32.74</c:v>
                </c:pt>
                <c:pt idx="85">
                  <c:v>32.75</c:v>
                </c:pt>
                <c:pt idx="86">
                  <c:v>32.01</c:v>
                </c:pt>
                <c:pt idx="87">
                  <c:v>32.37</c:v>
                </c:pt>
                <c:pt idx="88">
                  <c:v>34.32</c:v>
                </c:pt>
                <c:pt idx="89">
                  <c:v>35.37</c:v>
                </c:pt>
                <c:pt idx="90">
                  <c:v>34.66</c:v>
                </c:pt>
                <c:pt idx="91">
                  <c:v>33.74</c:v>
                </c:pt>
                <c:pt idx="92">
                  <c:v>34.12</c:v>
                </c:pt>
                <c:pt idx="93">
                  <c:v>31.74</c:v>
                </c:pt>
                <c:pt idx="94">
                  <c:v>33.3</c:v>
                </c:pt>
                <c:pt idx="95">
                  <c:v>32.79</c:v>
                </c:pt>
                <c:pt idx="96">
                  <c:v>30.91</c:v>
                </c:pt>
                <c:pt idx="97">
                  <c:v>31.66</c:v>
                </c:pt>
                <c:pt idx="98">
                  <c:v>32.52</c:v>
                </c:pt>
                <c:pt idx="99">
                  <c:v>34.11</c:v>
                </c:pt>
                <c:pt idx="100">
                  <c:v>36.39</c:v>
                </c:pt>
                <c:pt idx="101">
                  <c:v>36.38</c:v>
                </c:pt>
                <c:pt idx="102">
                  <c:v>44.19</c:v>
                </c:pt>
                <c:pt idx="103">
                  <c:v>48.01</c:v>
                </c:pt>
                <c:pt idx="104">
                  <c:v>56.81</c:v>
                </c:pt>
                <c:pt idx="105">
                  <c:v>56.91</c:v>
                </c:pt>
                <c:pt idx="106">
                  <c:v>57.0</c:v>
                </c:pt>
                <c:pt idx="107">
                  <c:v>57.04</c:v>
                </c:pt>
                <c:pt idx="108">
                  <c:v>57.36</c:v>
                </c:pt>
                <c:pt idx="109">
                  <c:v>57.96</c:v>
                </c:pt>
                <c:pt idx="110">
                  <c:v>57.89</c:v>
                </c:pt>
                <c:pt idx="111">
                  <c:v>57.94</c:v>
                </c:pt>
                <c:pt idx="112">
                  <c:v>57.97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Apr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'07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101">
                  <c:v>36.38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MedImmune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MEDI  ·  acquired by AstraZeneca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23, 2007   ·   Closed Jun 18, 2007   ·   Status: completed   ·   Pre-ann. volume 2.63×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MedImmune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MedImmune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0536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9096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08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75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50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88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884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335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448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504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069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6497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706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MedImmune Board authorizes management to initiate an…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Goldman Sachs contacts more than 20 potential strategic…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23, 2007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MedImmune and AstraZeneca enter into a confidentiality and…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receives a full-day management presentation…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a preliminary indication of interest at…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MedImmune publicly announces it is exploring strategic…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bidders submit definitive written proposals…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a final binding proposal of $58.00 per…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and MedImmune issue a joint press release…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formally commences the tender offer.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 with approximately 96%…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accepts shares for payment and commences a…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short-form merger; MedImmune becomes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MedImmune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2007-04-13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($36.38→$44.19)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MedImmune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2007-04-11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MedImmune announces expected results for Q1 2007.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2007-04-30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MedImmune reports first quarter 2007 financial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2007-05-02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MedImmune issues notice of convertibility for senior notes due to pending merger.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2007-06-18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MedImmune announces completion of merger with AstraZeneca.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