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55.91</c:v>
                </c:pt>
                <c:pt idx="1">
                  <c:v>51.79</c:v>
                </c:pt>
                <c:pt idx="2">
                  <c:v>47.53</c:v>
                </c:pt>
                <c:pt idx="3">
                  <c:v>49.86</c:v>
                </c:pt>
                <c:pt idx="4">
                  <c:v>47.46</c:v>
                </c:pt>
                <c:pt idx="5">
                  <c:v>41.99</c:v>
                </c:pt>
                <c:pt idx="6">
                  <c:v>41.31</c:v>
                </c:pt>
                <c:pt idx="7">
                  <c:v>40.61</c:v>
                </c:pt>
                <c:pt idx="8">
                  <c:v>39.25</c:v>
                </c:pt>
                <c:pt idx="9">
                  <c:v>40.37</c:v>
                </c:pt>
                <c:pt idx="10">
                  <c:v>42.0</c:v>
                </c:pt>
                <c:pt idx="11">
                  <c:v>38.07</c:v>
                </c:pt>
                <c:pt idx="12">
                  <c:v>38.36</c:v>
                </c:pt>
                <c:pt idx="13">
                  <c:v>36.24</c:v>
                </c:pt>
                <c:pt idx="14">
                  <c:v>39.53</c:v>
                </c:pt>
                <c:pt idx="15">
                  <c:v>37.98</c:v>
                </c:pt>
                <c:pt idx="16">
                  <c:v>39.75</c:v>
                </c:pt>
                <c:pt idx="17">
                  <c:v>36.55</c:v>
                </c:pt>
                <c:pt idx="18">
                  <c:v>37.01</c:v>
                </c:pt>
                <c:pt idx="19">
                  <c:v>37.25</c:v>
                </c:pt>
                <c:pt idx="20">
                  <c:v>40.11</c:v>
                </c:pt>
                <c:pt idx="21">
                  <c:v>38.9</c:v>
                </c:pt>
                <c:pt idx="22">
                  <c:v>41.05</c:v>
                </c:pt>
                <c:pt idx="23">
                  <c:v>37.62</c:v>
                </c:pt>
                <c:pt idx="24">
                  <c:v>32.51</c:v>
                </c:pt>
                <c:pt idx="25">
                  <c:v>29.47</c:v>
                </c:pt>
                <c:pt idx="26">
                  <c:v>27.51</c:v>
                </c:pt>
                <c:pt idx="27">
                  <c:v>27.14</c:v>
                </c:pt>
                <c:pt idx="28">
                  <c:v>28.0</c:v>
                </c:pt>
                <c:pt idx="29">
                  <c:v>26.68</c:v>
                </c:pt>
                <c:pt idx="30">
                  <c:v>27.98</c:v>
                </c:pt>
                <c:pt idx="31">
                  <c:v>29.98</c:v>
                </c:pt>
                <c:pt idx="32">
                  <c:v>26.27</c:v>
                </c:pt>
                <c:pt idx="33">
                  <c:v>30.77</c:v>
                </c:pt>
                <c:pt idx="34">
                  <c:v>33.93</c:v>
                </c:pt>
                <c:pt idx="35">
                  <c:v>33.49</c:v>
                </c:pt>
                <c:pt idx="36">
                  <c:v>33.19</c:v>
                </c:pt>
                <c:pt idx="37">
                  <c:v>33.21</c:v>
                </c:pt>
                <c:pt idx="38">
                  <c:v>32.68</c:v>
                </c:pt>
                <c:pt idx="39">
                  <c:v>33.46</c:v>
                </c:pt>
                <c:pt idx="40">
                  <c:v>27.44</c:v>
                </c:pt>
                <c:pt idx="41">
                  <c:v>29.93</c:v>
                </c:pt>
                <c:pt idx="42">
                  <c:v>30.0</c:v>
                </c:pt>
                <c:pt idx="43">
                  <c:v>29.01</c:v>
                </c:pt>
                <c:pt idx="44">
                  <c:v>29.39</c:v>
                </c:pt>
                <c:pt idx="45">
                  <c:v>27.4</c:v>
                </c:pt>
                <c:pt idx="46">
                  <c:v>27.52</c:v>
                </c:pt>
                <c:pt idx="47">
                  <c:v>25.15</c:v>
                </c:pt>
                <c:pt idx="48">
                  <c:v>25.04</c:v>
                </c:pt>
                <c:pt idx="49">
                  <c:v>24.66</c:v>
                </c:pt>
                <c:pt idx="50">
                  <c:v>24.14</c:v>
                </c:pt>
                <c:pt idx="51">
                  <c:v>24.27</c:v>
                </c:pt>
                <c:pt idx="52">
                  <c:v>19.97</c:v>
                </c:pt>
                <c:pt idx="53">
                  <c:v>19.42</c:v>
                </c:pt>
                <c:pt idx="54">
                  <c:v>18.2</c:v>
                </c:pt>
                <c:pt idx="55">
                  <c:v>17.49</c:v>
                </c:pt>
                <c:pt idx="56">
                  <c:v>20.34</c:v>
                </c:pt>
                <c:pt idx="57">
                  <c:v>17.3</c:v>
                </c:pt>
                <c:pt idx="58">
                  <c:v>17.45</c:v>
                </c:pt>
                <c:pt idx="59">
                  <c:v>17.44</c:v>
                </c:pt>
                <c:pt idx="60">
                  <c:v>16.93</c:v>
                </c:pt>
                <c:pt idx="61">
                  <c:v>19.28</c:v>
                </c:pt>
                <c:pt idx="62">
                  <c:v>18.83</c:v>
                </c:pt>
                <c:pt idx="63">
                  <c:v>17.69</c:v>
                </c:pt>
                <c:pt idx="64">
                  <c:v>17.43</c:v>
                </c:pt>
                <c:pt idx="65">
                  <c:v>18.26</c:v>
                </c:pt>
                <c:pt idx="66">
                  <c:v>19.44</c:v>
                </c:pt>
                <c:pt idx="67">
                  <c:v>19.47</c:v>
                </c:pt>
                <c:pt idx="68">
                  <c:v>19.59</c:v>
                </c:pt>
                <c:pt idx="69">
                  <c:v>22.95</c:v>
                </c:pt>
                <c:pt idx="70">
                  <c:v>24.37</c:v>
                </c:pt>
                <c:pt idx="71">
                  <c:v>27.75</c:v>
                </c:pt>
                <c:pt idx="72">
                  <c:v>27.97</c:v>
                </c:pt>
                <c:pt idx="73">
                  <c:v>27.57</c:v>
                </c:pt>
                <c:pt idx="74">
                  <c:v>28.13</c:v>
                </c:pt>
                <c:pt idx="75">
                  <c:v>24.85</c:v>
                </c:pt>
                <c:pt idx="76">
                  <c:v>23.01</c:v>
                </c:pt>
                <c:pt idx="77">
                  <c:v>22.37</c:v>
                </c:pt>
                <c:pt idx="78">
                  <c:v>23.8</c:v>
                </c:pt>
                <c:pt idx="79">
                  <c:v>25.12</c:v>
                </c:pt>
                <c:pt idx="80">
                  <c:v>24.52</c:v>
                </c:pt>
                <c:pt idx="81">
                  <c:v>28.17</c:v>
                </c:pt>
                <c:pt idx="82">
                  <c:v>21.47</c:v>
                </c:pt>
                <c:pt idx="83">
                  <c:v>19.26</c:v>
                </c:pt>
                <c:pt idx="84">
                  <c:v>20.33</c:v>
                </c:pt>
                <c:pt idx="85">
                  <c:v>19.61</c:v>
                </c:pt>
                <c:pt idx="86">
                  <c:v>21.3</c:v>
                </c:pt>
                <c:pt idx="87">
                  <c:v>23.63</c:v>
                </c:pt>
                <c:pt idx="88">
                  <c:v>25.23</c:v>
                </c:pt>
                <c:pt idx="89">
                  <c:v>24.65</c:v>
                </c:pt>
                <c:pt idx="90">
                  <c:v>24.97</c:v>
                </c:pt>
                <c:pt idx="91">
                  <c:v>25.86</c:v>
                </c:pt>
                <c:pt idx="92">
                  <c:v>27.3</c:v>
                </c:pt>
                <c:pt idx="93">
                  <c:v>19.94</c:v>
                </c:pt>
                <c:pt idx="94">
                  <c:v>21.75</c:v>
                </c:pt>
                <c:pt idx="95">
                  <c:v>22.58</c:v>
                </c:pt>
                <c:pt idx="96">
                  <c:v>23.49</c:v>
                </c:pt>
                <c:pt idx="97">
                  <c:v>21.7</c:v>
                </c:pt>
                <c:pt idx="98">
                  <c:v>22.28</c:v>
                </c:pt>
                <c:pt idx="99">
                  <c:v>20.96</c:v>
                </c:pt>
                <c:pt idx="100">
                  <c:v>20.07</c:v>
                </c:pt>
                <c:pt idx="101">
                  <c:v>18.94</c:v>
                </c:pt>
                <c:pt idx="102">
                  <c:v>17.21</c:v>
                </c:pt>
                <c:pt idx="103">
                  <c:v>16.97</c:v>
                </c:pt>
                <c:pt idx="104">
                  <c:v>40.41</c:v>
                </c:pt>
                <c:pt idx="105">
                  <c:v>40.79</c:v>
                </c:pt>
                <c:pt idx="106">
                  <c:v>40.9</c:v>
                </c:pt>
                <c:pt idx="107">
                  <c:v>40.94</c:v>
                </c:pt>
                <c:pt idx="108">
                  <c:v>40.96</c:v>
                </c:pt>
                <c:pt idx="109">
                  <c:v>41.03</c:v>
                </c:pt>
                <c:pt idx="110">
                  <c:v>3.51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1">
                  <c:v>28.17</c:v>
                </c:pt>
                <c:pt idx="92">
                  <c:v>27.3</c:v>
                </c:pt>
                <c:pt idx="109">
                  <c:v>41.03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40.41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Apellis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APLS  ·  acquired by Biogen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31, 2026   ·   Closed May 14, 2026   ·   Status: completed   ·   Pre-ann. volume 0.78×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Apellis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Apellis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2480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1040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56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20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109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25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19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905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71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156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518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99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34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84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CEO Christopher Viehbacher contacts Apellis Chairman…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Apellis and Biogen enter into a confidentiality agreement…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submits non-binding proposal for $26.00 upfront plus…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increases proposal to $37.50 upfront plus $3.00 CVR…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proposes $41.00 per share all-cash upfront; Apellis…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proposes $37.50 upfront plus $10.00 in tiered CVR…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Biogen re-submits $41.00 per share all-cash upfront…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09,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Apellis conducts targeted market check with seven other…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Negotiations focus on CVR structure to bridge valuation…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Apellis Board unanimously approves the merger agreement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and publicly announced.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82.4%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Apellis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Apellis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2026-01-16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($27.3→$19.94)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2025-10-31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($28.17→$21.47)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Apellis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Apellis Pharmaceuticals to Host Conference Call on February 24, 2026, to Discuss Fourth Quarter and Full…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Rare disease pharmas could benefit from FDA guidance to accelerate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Apellis Pharmaceuticals Reports Fourth Quarter and Full Year 2025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Apellis Pharmaceuticals reports Q4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Apellis Pharmaceuticals (APLS) Hits 2-Year High on 140% Upside from Biogen Merger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Biogen uplifts rare disease pipeline with $5.6bn Apellis buyout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Biogen, on the heels of a $5.6B buyout, turns its sights to early-stage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Buzz: SPRY Gains FDA Nod; EU Expands Kerendia Label; LLY Acquires CNTA; BIIB Snaps Up APLS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Is Investigating The Merger—CZNL, HLX, APLS, and SLNO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