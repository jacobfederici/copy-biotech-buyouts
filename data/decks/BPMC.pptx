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58.47</c:v>
                </c:pt>
                <c:pt idx="1">
                  <c:v>61.31</c:v>
                </c:pt>
                <c:pt idx="2">
                  <c:v>63.82</c:v>
                </c:pt>
                <c:pt idx="3">
                  <c:v>63.2</c:v>
                </c:pt>
                <c:pt idx="4">
                  <c:v>59.8</c:v>
                </c:pt>
                <c:pt idx="5">
                  <c:v>57.61</c:v>
                </c:pt>
                <c:pt idx="6">
                  <c:v>58.14</c:v>
                </c:pt>
                <c:pt idx="7">
                  <c:v>63.12</c:v>
                </c:pt>
                <c:pt idx="8">
                  <c:v>49.84</c:v>
                </c:pt>
                <c:pt idx="9">
                  <c:v>49.38</c:v>
                </c:pt>
                <c:pt idx="10">
                  <c:v>49.29</c:v>
                </c:pt>
                <c:pt idx="11">
                  <c:v>50.57</c:v>
                </c:pt>
                <c:pt idx="12">
                  <c:v>50.64</c:v>
                </c:pt>
                <c:pt idx="13">
                  <c:v>53.39</c:v>
                </c:pt>
                <c:pt idx="14">
                  <c:v>50.62</c:v>
                </c:pt>
                <c:pt idx="15">
                  <c:v>49.52</c:v>
                </c:pt>
                <c:pt idx="16">
                  <c:v>50.22</c:v>
                </c:pt>
                <c:pt idx="17">
                  <c:v>49.51</c:v>
                </c:pt>
                <c:pt idx="18">
                  <c:v>48.93</c:v>
                </c:pt>
                <c:pt idx="19">
                  <c:v>46.22</c:v>
                </c:pt>
                <c:pt idx="20">
                  <c:v>54.81</c:v>
                </c:pt>
                <c:pt idx="21">
                  <c:v>59.77</c:v>
                </c:pt>
                <c:pt idx="22">
                  <c:v>58.85</c:v>
                </c:pt>
                <c:pt idx="23">
                  <c:v>63.66</c:v>
                </c:pt>
                <c:pt idx="24">
                  <c:v>68.45</c:v>
                </c:pt>
                <c:pt idx="25">
                  <c:v>72.05</c:v>
                </c:pt>
                <c:pt idx="26">
                  <c:v>73.98</c:v>
                </c:pt>
                <c:pt idx="27">
                  <c:v>87.93</c:v>
                </c:pt>
                <c:pt idx="28">
                  <c:v>88.83</c:v>
                </c:pt>
                <c:pt idx="29">
                  <c:v>92.24</c:v>
                </c:pt>
                <c:pt idx="30">
                  <c:v>82.97</c:v>
                </c:pt>
                <c:pt idx="31">
                  <c:v>82.93</c:v>
                </c:pt>
                <c:pt idx="32">
                  <c:v>81.05</c:v>
                </c:pt>
                <c:pt idx="33">
                  <c:v>81.56</c:v>
                </c:pt>
                <c:pt idx="34">
                  <c:v>79.58</c:v>
                </c:pt>
                <c:pt idx="35">
                  <c:v>76.54</c:v>
                </c:pt>
                <c:pt idx="36">
                  <c:v>90.26</c:v>
                </c:pt>
                <c:pt idx="37">
                  <c:v>89.49</c:v>
                </c:pt>
                <c:pt idx="38">
                  <c:v>95.12</c:v>
                </c:pt>
                <c:pt idx="39">
                  <c:v>92.3</c:v>
                </c:pt>
                <c:pt idx="40">
                  <c:v>90.5</c:v>
                </c:pt>
                <c:pt idx="41">
                  <c:v>87.04</c:v>
                </c:pt>
                <c:pt idx="42">
                  <c:v>94.86</c:v>
                </c:pt>
                <c:pt idx="43">
                  <c:v>91.65</c:v>
                </c:pt>
                <c:pt idx="44">
                  <c:v>87.25</c:v>
                </c:pt>
                <c:pt idx="45">
                  <c:v>86.85</c:v>
                </c:pt>
                <c:pt idx="46">
                  <c:v>93.0</c:v>
                </c:pt>
                <c:pt idx="47">
                  <c:v>107.19</c:v>
                </c:pt>
                <c:pt idx="48">
                  <c:v>106.7</c:v>
                </c:pt>
                <c:pt idx="49">
                  <c:v>104.96</c:v>
                </c:pt>
                <c:pt idx="50">
                  <c:v>102.81</c:v>
                </c:pt>
                <c:pt idx="51">
                  <c:v>105.56</c:v>
                </c:pt>
                <c:pt idx="52">
                  <c:v>103.34</c:v>
                </c:pt>
                <c:pt idx="53">
                  <c:v>105.55</c:v>
                </c:pt>
                <c:pt idx="54">
                  <c:v>104.23</c:v>
                </c:pt>
                <c:pt idx="55">
                  <c:v>107.78</c:v>
                </c:pt>
                <c:pt idx="56">
                  <c:v>111.7</c:v>
                </c:pt>
                <c:pt idx="57">
                  <c:v>117.78</c:v>
                </c:pt>
                <c:pt idx="58">
                  <c:v>114.97</c:v>
                </c:pt>
                <c:pt idx="59">
                  <c:v>112.19</c:v>
                </c:pt>
                <c:pt idx="60">
                  <c:v>96.72</c:v>
                </c:pt>
                <c:pt idx="61">
                  <c:v>93.9</c:v>
                </c:pt>
                <c:pt idx="62">
                  <c:v>93.49</c:v>
                </c:pt>
                <c:pt idx="63">
                  <c:v>94.55</c:v>
                </c:pt>
                <c:pt idx="64">
                  <c:v>95.54</c:v>
                </c:pt>
                <c:pt idx="65">
                  <c:v>86.43</c:v>
                </c:pt>
                <c:pt idx="66">
                  <c:v>88.9</c:v>
                </c:pt>
                <c:pt idx="67">
                  <c:v>91.68</c:v>
                </c:pt>
                <c:pt idx="68">
                  <c:v>92.55</c:v>
                </c:pt>
                <c:pt idx="69">
                  <c:v>88.61</c:v>
                </c:pt>
                <c:pt idx="70">
                  <c:v>88.81</c:v>
                </c:pt>
                <c:pt idx="71">
                  <c:v>86.0</c:v>
                </c:pt>
                <c:pt idx="72">
                  <c:v>82.47</c:v>
                </c:pt>
                <c:pt idx="73">
                  <c:v>90.7</c:v>
                </c:pt>
                <c:pt idx="74">
                  <c:v>100.83</c:v>
                </c:pt>
                <c:pt idx="75">
                  <c:v>88.69</c:v>
                </c:pt>
                <c:pt idx="76">
                  <c:v>94.15</c:v>
                </c:pt>
                <c:pt idx="77">
                  <c:v>96.38</c:v>
                </c:pt>
                <c:pt idx="78">
                  <c:v>95.97</c:v>
                </c:pt>
                <c:pt idx="79">
                  <c:v>93.19</c:v>
                </c:pt>
                <c:pt idx="80">
                  <c:v>90.14</c:v>
                </c:pt>
                <c:pt idx="81">
                  <c:v>89.4</c:v>
                </c:pt>
                <c:pt idx="82">
                  <c:v>88.35</c:v>
                </c:pt>
                <c:pt idx="83">
                  <c:v>87.43</c:v>
                </c:pt>
                <c:pt idx="84">
                  <c:v>110.05</c:v>
                </c:pt>
                <c:pt idx="85">
                  <c:v>114.91</c:v>
                </c:pt>
                <c:pt idx="86">
                  <c:v>112.53</c:v>
                </c:pt>
                <c:pt idx="87">
                  <c:v>104.98</c:v>
                </c:pt>
                <c:pt idx="88">
                  <c:v>93.94</c:v>
                </c:pt>
                <c:pt idx="89">
                  <c:v>92.25</c:v>
                </c:pt>
                <c:pt idx="90">
                  <c:v>96.57</c:v>
                </c:pt>
                <c:pt idx="91">
                  <c:v>87.12</c:v>
                </c:pt>
                <c:pt idx="92">
                  <c:v>89.58</c:v>
                </c:pt>
                <c:pt idx="93">
                  <c:v>88.72</c:v>
                </c:pt>
                <c:pt idx="94">
                  <c:v>88.72</c:v>
                </c:pt>
                <c:pt idx="95">
                  <c:v>81.68</c:v>
                </c:pt>
                <c:pt idx="96">
                  <c:v>80.84</c:v>
                </c:pt>
                <c:pt idx="97">
                  <c:v>84.69</c:v>
                </c:pt>
                <c:pt idx="98">
                  <c:v>87.66</c:v>
                </c:pt>
                <c:pt idx="99">
                  <c:v>104.64</c:v>
                </c:pt>
                <c:pt idx="100">
                  <c:v>97.17</c:v>
                </c:pt>
                <c:pt idx="101">
                  <c:v>101.69</c:v>
                </c:pt>
                <c:pt idx="102">
                  <c:v>101.5</c:v>
                </c:pt>
                <c:pt idx="103">
                  <c:v>101.35</c:v>
                </c:pt>
                <c:pt idx="104">
                  <c:v>127.85</c:v>
                </c:pt>
                <c:pt idx="105">
                  <c:v>127.96</c:v>
                </c:pt>
                <c:pt idx="106">
                  <c:v>128.2</c:v>
                </c:pt>
                <c:pt idx="107">
                  <c:v>128.11</c:v>
                </c:pt>
                <c:pt idx="108">
                  <c:v>128.35</c:v>
                </c:pt>
                <c:pt idx="109">
                  <c:v>129.3</c:v>
                </c:pt>
                <c:pt idx="110">
                  <c:v>129.46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7">
                  <c:v>63.12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'25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83">
                  <c:v>87.43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Jun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Jan '24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Aug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May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'25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4">
                  <c:v>127.85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Blueprint Medicines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BPMC  ·  acquired by SANOFI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23%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-14%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Jun 02, 2025   ·   Closed Jul 17, 2025   ·   Status: completed   ·   Pre-ann. volume 0.68×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Blueprint Medicines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Blueprint Medicines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352797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438397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3117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6603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94782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25946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83047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0838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599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29793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68748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May 2024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24,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Blueprint and Sanofi enter into a confidentiality agreement…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22,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CEO Kathryn Haviland meets with Sanofi representatives to…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17,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submits a non-binding proposal to acquire Blueprint…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24, 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submits a revised proposal of $129.00 per share plus…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05, 2025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terminates discussions citing valuation gaps and…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15, 2025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Sanofi returns with a 'final' proposal of $129.00 per share…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18,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Blueprint and Sanofi enter into an exclusivity agreement.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31, 2025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Blueprint Board unanimously approves the Merger Agreement.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02,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Public announcement of the transaction.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17, 2025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Commencement of the tender offer.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17, 2025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expires; Sanofi accepts shares and completes…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Blueprint Medicines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2 unexplained pre-announcement move weeks (of 3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2025-01-17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($87.43→$110.05)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136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2023-08-04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($63.12→$49.84)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668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Blueprint Medicines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2025-02-13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Blueprint Medicines Reports Fourth Quarter and Full Year 2024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Blueprint Medicines to Report First Quarter 2025 Financial Results on Thursday, May 1,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2025-05-01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Blueprint Medicines Reports First Quarter 2025 Results and Raises AYVAKIT®/AYVAKYT® (avapritinib) Full Year…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Blueprint Medicines Soars 26% on $9.5 Billion Buyout. Why This Drug Is Key to the Deal.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Sanofi Expands Rare Immunology Portfolio With Blueprint Buyout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Stocks Set to Open Lower as Trade Tensions Flare, U.S. Jobs Data and Powell Speech Awaited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Blueprint Medicines Announces Data Reinforcing Sustained Clinical Efficacy and Well-Tolerated Safety…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HAPPY FATHER’S DAY! and $HAREHOLDER ALERT: Class Action Attorney Juan Monteverde Investigates the Merger of…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2025-06-24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Blueprint Medicines Presents Strong Long-Term Data for AYVAKIT in Systemic Mastocytosis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