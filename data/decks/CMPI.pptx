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Sheet1!$A$2:$A$97</c:f>
              <c:strCache>
                <c:ptCount val="96"/>
                <c:pt idx="0">
                  <c:v>Aug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Oct '20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'20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'21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'21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Sep '21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'21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'22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14.0</c:v>
                </c:pt>
                <c:pt idx="1">
                  <c:v>13.89</c:v>
                </c:pt>
                <c:pt idx="2">
                  <c:v>15.1</c:v>
                </c:pt>
                <c:pt idx="3">
                  <c:v>15.28</c:v>
                </c:pt>
                <c:pt idx="4">
                  <c:v>12.31</c:v>
                </c:pt>
                <c:pt idx="5">
                  <c:v>11.5</c:v>
                </c:pt>
                <c:pt idx="6">
                  <c:v>10.67</c:v>
                </c:pt>
                <c:pt idx="7">
                  <c:v>9.74</c:v>
                </c:pt>
                <c:pt idx="8">
                  <c:v>11.79</c:v>
                </c:pt>
                <c:pt idx="9">
                  <c:v>11.77</c:v>
                </c:pt>
                <c:pt idx="10">
                  <c:v>11.94</c:v>
                </c:pt>
                <c:pt idx="11">
                  <c:v>11.74</c:v>
                </c:pt>
                <c:pt idx="12">
                  <c:v>11.49</c:v>
                </c:pt>
                <c:pt idx="13">
                  <c:v>10.73</c:v>
                </c:pt>
                <c:pt idx="14">
                  <c:v>10.7</c:v>
                </c:pt>
                <c:pt idx="15">
                  <c:v>11.12</c:v>
                </c:pt>
                <c:pt idx="16">
                  <c:v>11.59</c:v>
                </c:pt>
                <c:pt idx="17">
                  <c:v>13.0</c:v>
                </c:pt>
                <c:pt idx="18">
                  <c:v>16.81</c:v>
                </c:pt>
                <c:pt idx="19">
                  <c:v>16.5</c:v>
                </c:pt>
                <c:pt idx="20">
                  <c:v>14.61</c:v>
                </c:pt>
                <c:pt idx="21">
                  <c:v>14.59</c:v>
                </c:pt>
                <c:pt idx="22">
                  <c:v>15.06</c:v>
                </c:pt>
                <c:pt idx="23">
                  <c:v>13.24</c:v>
                </c:pt>
                <c:pt idx="24">
                  <c:v>14.9</c:v>
                </c:pt>
                <c:pt idx="25">
                  <c:v>15.65</c:v>
                </c:pt>
                <c:pt idx="26">
                  <c:v>14.18</c:v>
                </c:pt>
                <c:pt idx="27">
                  <c:v>14.03</c:v>
                </c:pt>
                <c:pt idx="28">
                  <c:v>14.04</c:v>
                </c:pt>
                <c:pt idx="29">
                  <c:v>13.3</c:v>
                </c:pt>
                <c:pt idx="30">
                  <c:v>13.71</c:v>
                </c:pt>
                <c:pt idx="31">
                  <c:v>15.0</c:v>
                </c:pt>
                <c:pt idx="32">
                  <c:v>13.9</c:v>
                </c:pt>
                <c:pt idx="33">
                  <c:v>12.25</c:v>
                </c:pt>
                <c:pt idx="34">
                  <c:v>11.6</c:v>
                </c:pt>
                <c:pt idx="35">
                  <c:v>10.57</c:v>
                </c:pt>
                <c:pt idx="36">
                  <c:v>6.67</c:v>
                </c:pt>
                <c:pt idx="37">
                  <c:v>6.46</c:v>
                </c:pt>
                <c:pt idx="38">
                  <c:v>7.24</c:v>
                </c:pt>
                <c:pt idx="39">
                  <c:v>7.09</c:v>
                </c:pt>
                <c:pt idx="40">
                  <c:v>6.74</c:v>
                </c:pt>
                <c:pt idx="41">
                  <c:v>6.88</c:v>
                </c:pt>
                <c:pt idx="42">
                  <c:v>6.76</c:v>
                </c:pt>
                <c:pt idx="43">
                  <c:v>6.67</c:v>
                </c:pt>
                <c:pt idx="44">
                  <c:v>6.91</c:v>
                </c:pt>
                <c:pt idx="45">
                  <c:v>6.08</c:v>
                </c:pt>
                <c:pt idx="46">
                  <c:v>6.33</c:v>
                </c:pt>
                <c:pt idx="47">
                  <c:v>5.86</c:v>
                </c:pt>
                <c:pt idx="48">
                  <c:v>5.5</c:v>
                </c:pt>
                <c:pt idx="49">
                  <c:v>5.14</c:v>
                </c:pt>
                <c:pt idx="50">
                  <c:v>5.35</c:v>
                </c:pt>
                <c:pt idx="51">
                  <c:v>5.02</c:v>
                </c:pt>
                <c:pt idx="52">
                  <c:v>5.12</c:v>
                </c:pt>
                <c:pt idx="53">
                  <c:v>5.13</c:v>
                </c:pt>
                <c:pt idx="54">
                  <c:v>4.55</c:v>
                </c:pt>
                <c:pt idx="55">
                  <c:v>5.91</c:v>
                </c:pt>
                <c:pt idx="56">
                  <c:v>5.9</c:v>
                </c:pt>
                <c:pt idx="57">
                  <c:v>5.37</c:v>
                </c:pt>
                <c:pt idx="58">
                  <c:v>4.87</c:v>
                </c:pt>
                <c:pt idx="59">
                  <c:v>4.0</c:v>
                </c:pt>
                <c:pt idx="60">
                  <c:v>3.97</c:v>
                </c:pt>
                <c:pt idx="61">
                  <c:v>4.01</c:v>
                </c:pt>
                <c:pt idx="62">
                  <c:v>4.1</c:v>
                </c:pt>
                <c:pt idx="63">
                  <c:v>4.13</c:v>
                </c:pt>
                <c:pt idx="64">
                  <c:v>3.77</c:v>
                </c:pt>
                <c:pt idx="65">
                  <c:v>4.37</c:v>
                </c:pt>
                <c:pt idx="66">
                  <c:v>4.25</c:v>
                </c:pt>
                <c:pt idx="67">
                  <c:v>3.8</c:v>
                </c:pt>
                <c:pt idx="68">
                  <c:v>3.58</c:v>
                </c:pt>
                <c:pt idx="69">
                  <c:v>3.37</c:v>
                </c:pt>
                <c:pt idx="70">
                  <c:v>3.25</c:v>
                </c:pt>
                <c:pt idx="71">
                  <c:v>2.85</c:v>
                </c:pt>
                <c:pt idx="72">
                  <c:v>3.1</c:v>
                </c:pt>
                <c:pt idx="73">
                  <c:v>2.87</c:v>
                </c:pt>
                <c:pt idx="74">
                  <c:v>2.58</c:v>
                </c:pt>
                <c:pt idx="75">
                  <c:v>2.54</c:v>
                </c:pt>
                <c:pt idx="76">
                  <c:v>2.37</c:v>
                </c:pt>
                <c:pt idx="77">
                  <c:v>2.19</c:v>
                </c:pt>
                <c:pt idx="78">
                  <c:v>2.39</c:v>
                </c:pt>
                <c:pt idx="79">
                  <c:v>3.36</c:v>
                </c:pt>
                <c:pt idx="80">
                  <c:v>3.24</c:v>
                </c:pt>
                <c:pt idx="81">
                  <c:v>2.85</c:v>
                </c:pt>
                <c:pt idx="82">
                  <c:v>3.27</c:v>
                </c:pt>
                <c:pt idx="83">
                  <c:v>3.34</c:v>
                </c:pt>
                <c:pt idx="84">
                  <c:v>3.15</c:v>
                </c:pt>
                <c:pt idx="85">
                  <c:v>3.1</c:v>
                </c:pt>
                <c:pt idx="86">
                  <c:v>3.1</c:v>
                </c:pt>
                <c:pt idx="87">
                  <c:v>2.91</c:v>
                </c:pt>
                <c:pt idx="88">
                  <c:v>2.54</c:v>
                </c:pt>
                <c:pt idx="89">
                  <c:v>10.39</c:v>
                </c:pt>
                <c:pt idx="90">
                  <c:v>10.38</c:v>
                </c:pt>
                <c:pt idx="91">
                  <c:v>10.38</c:v>
                </c:pt>
                <c:pt idx="92">
                  <c:v>10.44</c:v>
                </c:pt>
                <c:pt idx="93">
                  <c:v>10.46</c:v>
                </c:pt>
                <c:pt idx="94">
                  <c:v>10.5</c:v>
                </c:pt>
                <c:pt idx="95">
                  <c:v>10.5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Sheet1!$A$2:$A$97</c:f>
              <c:strCache>
                <c:ptCount val="96"/>
                <c:pt idx="0">
                  <c:v>Aug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Oct '20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'20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'21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'21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Sep '21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'21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'22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Sheet1!$C$2:$C$97</c:f>
              <c:numCache>
                <c:formatCode>General</c:formatCode>
                <c:ptCount val="96"/>
                <c:pt idx="35">
                  <c:v>10.57</c:v>
                </c:pt>
                <c:pt idx="54">
                  <c:v>4.55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Sheet1!$A$2:$A$97</c:f>
              <c:strCache>
                <c:ptCount val="96"/>
                <c:pt idx="0">
                  <c:v>Aug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Oct '20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'20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'21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'21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Sep '21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'21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'22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Sheet1!$D$2:$D$97</c:f>
              <c:numCache>
                <c:formatCode>General</c:formatCode>
                <c:ptCount val="96"/>
                <c:pt idx="7">
                  <c:v>9.74</c:v>
                </c:pt>
                <c:pt idx="17">
                  <c:v>13.0</c:v>
                </c:pt>
                <c:pt idx="78">
                  <c:v>2.39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Sheet1!$A$2:$A$97</c:f>
              <c:strCache>
                <c:ptCount val="96"/>
                <c:pt idx="0">
                  <c:v>Aug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Oct '20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'20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'21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Jul '21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Sep '21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'21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'22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Sheet1!$E$2:$E$97</c:f>
              <c:numCache>
                <c:formatCode>General</c:formatCode>
                <c:ptCount val="96"/>
                <c:pt idx="89">
                  <c:v>10.39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Checkmate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CMPI  ·  acquired by Regeneron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19, 2022   ·   Closed May 31, 2022   ·   Status: completed   ·   Pre-ann. volume 0.45×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Checkmate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Checkmate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8441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7001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945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618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18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949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348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942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939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334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533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323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320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519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918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715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96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295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886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68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and Regeneron enter into a mutual confidentiality…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enters into a supply agreement with Regeneron to…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announces CEO transition; Alan Fuhrman appointed…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announces delays in clinical data milestones due…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delivers a non-binding proposal to acquire…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Board determines the $7.50 offer is inadequate…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declines interest in an acquisition.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declines interest in an acquisition.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D and E decline interest in an acquisition.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declines interest in an acquisition.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requests Checkmate submit a counteroffer.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communicates a counteroffer of $12.00 per share.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16, 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verbally proposes $8.66 per share; Checkmate…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proposes $9.90 per share; Checkmate counters with…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and Regeneron enter into a formal exclusivity…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Checkmate Board unanimously approves the Merger Agreement…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Checkmate becomes a wholly owned…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Checkmate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($2.39→$3.36)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2021-04-16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-37%  ($10.57→$6.67)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($4.55→$5.91)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2020-12-11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($13→$16.81)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2020-10-02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($9.74→$11.79)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Checkmate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 Announces Full Year 2021 Financial Results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 Announces Full Year 2021 Financial Results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 Presents Clinical Trial Biomarker Data with Vidutolimod at the 2022 American…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 Presents Clinical Trial Biomarker Data with Vidutolimod at the 2022 American…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 ALERT: Bragar Eagel &amp;amp; Squire, P.C. Investigates Merger of CMPI and Encourages…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 Announces First Quarter 2022 Financial Results and Provides Business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Checkmate Pharmaceuticals Announces First Quarter 2022 Financial Results and Provides Business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University of Iowa Holden Comprehensive Cancer Center Presents Preliminary Data from Clinical Trial of…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University of Iowa Holden Comprehensive Cancer Center Presents Preliminary Data from Clinical Trial of…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