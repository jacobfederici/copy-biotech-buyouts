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Nov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3.42</c:v>
                </c:pt>
                <c:pt idx="1">
                  <c:v>3.39</c:v>
                </c:pt>
                <c:pt idx="2">
                  <c:v>3.57</c:v>
                </c:pt>
                <c:pt idx="3">
                  <c:v>3.73</c:v>
                </c:pt>
                <c:pt idx="4">
                  <c:v>3.18</c:v>
                </c:pt>
                <c:pt idx="5">
                  <c:v>3.02</c:v>
                </c:pt>
                <c:pt idx="6">
                  <c:v>3.0</c:v>
                </c:pt>
                <c:pt idx="7">
                  <c:v>3.47</c:v>
                </c:pt>
                <c:pt idx="8">
                  <c:v>3.12</c:v>
                </c:pt>
                <c:pt idx="9">
                  <c:v>2.83</c:v>
                </c:pt>
                <c:pt idx="10">
                  <c:v>2.05</c:v>
                </c:pt>
                <c:pt idx="11">
                  <c:v>2.41</c:v>
                </c:pt>
                <c:pt idx="12">
                  <c:v>2.7</c:v>
                </c:pt>
                <c:pt idx="13">
                  <c:v>2.8</c:v>
                </c:pt>
                <c:pt idx="14">
                  <c:v>2.78</c:v>
                </c:pt>
                <c:pt idx="15">
                  <c:v>2.86</c:v>
                </c:pt>
                <c:pt idx="16">
                  <c:v>3.0</c:v>
                </c:pt>
                <c:pt idx="17">
                  <c:v>3.15</c:v>
                </c:pt>
                <c:pt idx="18">
                  <c:v>3.62</c:v>
                </c:pt>
                <c:pt idx="19">
                  <c:v>2.91</c:v>
                </c:pt>
                <c:pt idx="20">
                  <c:v>3.0</c:v>
                </c:pt>
                <c:pt idx="21">
                  <c:v>3.07</c:v>
                </c:pt>
                <c:pt idx="22">
                  <c:v>2.85</c:v>
                </c:pt>
                <c:pt idx="23">
                  <c:v>2.82</c:v>
                </c:pt>
                <c:pt idx="24">
                  <c:v>3.03</c:v>
                </c:pt>
                <c:pt idx="25">
                  <c:v>2.92</c:v>
                </c:pt>
                <c:pt idx="26">
                  <c:v>2.9</c:v>
                </c:pt>
                <c:pt idx="27">
                  <c:v>2.72</c:v>
                </c:pt>
                <c:pt idx="28">
                  <c:v>2.55</c:v>
                </c:pt>
                <c:pt idx="29">
                  <c:v>2.46</c:v>
                </c:pt>
                <c:pt idx="30">
                  <c:v>2.5</c:v>
                </c:pt>
                <c:pt idx="31">
                  <c:v>2.42</c:v>
                </c:pt>
                <c:pt idx="32">
                  <c:v>2.09</c:v>
                </c:pt>
                <c:pt idx="33">
                  <c:v>2.04</c:v>
                </c:pt>
                <c:pt idx="34">
                  <c:v>2.02</c:v>
                </c:pt>
                <c:pt idx="35">
                  <c:v>2.61</c:v>
                </c:pt>
                <c:pt idx="36">
                  <c:v>2.79</c:v>
                </c:pt>
                <c:pt idx="37">
                  <c:v>2.81</c:v>
                </c:pt>
                <c:pt idx="38">
                  <c:v>2.6</c:v>
                </c:pt>
                <c:pt idx="39">
                  <c:v>2.41</c:v>
                </c:pt>
                <c:pt idx="40">
                  <c:v>2.5</c:v>
                </c:pt>
                <c:pt idx="41">
                  <c:v>2.45</c:v>
                </c:pt>
                <c:pt idx="42">
                  <c:v>2.31</c:v>
                </c:pt>
                <c:pt idx="43">
                  <c:v>2.28</c:v>
                </c:pt>
                <c:pt idx="44">
                  <c:v>2.24</c:v>
                </c:pt>
                <c:pt idx="45">
                  <c:v>2.75</c:v>
                </c:pt>
                <c:pt idx="46">
                  <c:v>2.64</c:v>
                </c:pt>
                <c:pt idx="47">
                  <c:v>2.64</c:v>
                </c:pt>
                <c:pt idx="48">
                  <c:v>2.85</c:v>
                </c:pt>
                <c:pt idx="49">
                  <c:v>2.41</c:v>
                </c:pt>
                <c:pt idx="50">
                  <c:v>2.5</c:v>
                </c:pt>
                <c:pt idx="51">
                  <c:v>2.25</c:v>
                </c:pt>
                <c:pt idx="52">
                  <c:v>2.1</c:v>
                </c:pt>
                <c:pt idx="53">
                  <c:v>2.45</c:v>
                </c:pt>
                <c:pt idx="54">
                  <c:v>2.1</c:v>
                </c:pt>
                <c:pt idx="55">
                  <c:v>2.2</c:v>
                </c:pt>
                <c:pt idx="56">
                  <c:v>2.2</c:v>
                </c:pt>
                <c:pt idx="57">
                  <c:v>2.2</c:v>
                </c:pt>
                <c:pt idx="58">
                  <c:v>2.25</c:v>
                </c:pt>
                <c:pt idx="59">
                  <c:v>2.15</c:v>
                </c:pt>
                <c:pt idx="60">
                  <c:v>2.1</c:v>
                </c:pt>
                <c:pt idx="61">
                  <c:v>2.17</c:v>
                </c:pt>
                <c:pt idx="62">
                  <c:v>2.25</c:v>
                </c:pt>
                <c:pt idx="63">
                  <c:v>2.1</c:v>
                </c:pt>
                <c:pt idx="64">
                  <c:v>2.05</c:v>
                </c:pt>
                <c:pt idx="65">
                  <c:v>0.59</c:v>
                </c:pt>
                <c:pt idx="66">
                  <c:v>0.65</c:v>
                </c:pt>
                <c:pt idx="67">
                  <c:v>0.65</c:v>
                </c:pt>
                <c:pt idx="68">
                  <c:v>0.63</c:v>
                </c:pt>
                <c:pt idx="69">
                  <c:v>0.61</c:v>
                </c:pt>
                <c:pt idx="70">
                  <c:v>1.4</c:v>
                </c:pt>
                <c:pt idx="71">
                  <c:v>1.43</c:v>
                </c:pt>
                <c:pt idx="72">
                  <c:v>1.25</c:v>
                </c:pt>
                <c:pt idx="73">
                  <c:v>1.31</c:v>
                </c:pt>
                <c:pt idx="74">
                  <c:v>1.23</c:v>
                </c:pt>
                <c:pt idx="75">
                  <c:v>1.32</c:v>
                </c:pt>
                <c:pt idx="76">
                  <c:v>1.3</c:v>
                </c:pt>
                <c:pt idx="77">
                  <c:v>1.27</c:v>
                </c:pt>
                <c:pt idx="78">
                  <c:v>1.23</c:v>
                </c:pt>
                <c:pt idx="79">
                  <c:v>1.14</c:v>
                </c:pt>
                <c:pt idx="80">
                  <c:v>1.15</c:v>
                </c:pt>
                <c:pt idx="81">
                  <c:v>1.13</c:v>
                </c:pt>
                <c:pt idx="82">
                  <c:v>1.14</c:v>
                </c:pt>
                <c:pt idx="83">
                  <c:v>1.0</c:v>
                </c:pt>
                <c:pt idx="84">
                  <c:v>0.96</c:v>
                </c:pt>
                <c:pt idx="85">
                  <c:v>1.03</c:v>
                </c:pt>
                <c:pt idx="86">
                  <c:v>1.16</c:v>
                </c:pt>
                <c:pt idx="87">
                  <c:v>1.14</c:v>
                </c:pt>
                <c:pt idx="88">
                  <c:v>1.25</c:v>
                </c:pt>
                <c:pt idx="89">
                  <c:v>1.25</c:v>
                </c:pt>
                <c:pt idx="90">
                  <c:v>1.07</c:v>
                </c:pt>
                <c:pt idx="91">
                  <c:v>1.08</c:v>
                </c:pt>
                <c:pt idx="92">
                  <c:v>1.08</c:v>
                </c:pt>
                <c:pt idx="93">
                  <c:v>1.03</c:v>
                </c:pt>
                <c:pt idx="94">
                  <c:v>0.97</c:v>
                </c:pt>
                <c:pt idx="95">
                  <c:v>0.98</c:v>
                </c:pt>
                <c:pt idx="96">
                  <c:v>0.93</c:v>
                </c:pt>
                <c:pt idx="97">
                  <c:v>0.91</c:v>
                </c:pt>
                <c:pt idx="98">
                  <c:v>1.17</c:v>
                </c:pt>
                <c:pt idx="99">
                  <c:v>1.14</c:v>
                </c:pt>
                <c:pt idx="100">
                  <c:v>1.06</c:v>
                </c:pt>
                <c:pt idx="101">
                  <c:v>1.13</c:v>
                </c:pt>
                <c:pt idx="102">
                  <c:v>1.09</c:v>
                </c:pt>
                <c:pt idx="103">
                  <c:v>1.03</c:v>
                </c:pt>
                <c:pt idx="104">
                  <c:v>1.69</c:v>
                </c:pt>
                <c:pt idx="105">
                  <c:v>1.71</c:v>
                </c:pt>
                <c:pt idx="106">
                  <c:v>1.77</c:v>
                </c:pt>
                <c:pt idx="107">
                  <c:v>1.73</c:v>
                </c:pt>
                <c:pt idx="108">
                  <c:v>1.75</c:v>
                </c:pt>
                <c:pt idx="109">
                  <c:v>1.79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Nov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9">
                  <c:v>2.83</c:v>
                </c:pt>
                <c:pt idx="44">
                  <c:v>2.24</c:v>
                </c:pt>
                <c:pt idx="64">
                  <c:v>2.05</c:v>
                </c:pt>
                <c:pt idx="69">
                  <c:v>0.61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Nov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34">
                  <c:v>2.02</c:v>
                </c:pt>
                <c:pt idx="97">
                  <c:v>0.91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Nov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Sheet1!$E$2:$E$111</c:f>
              <c:numCache>
                <c:formatCode>General</c:formatCode>
                <c:ptCount val="110"/>
                <c:pt idx="104">
                  <c:v>1.69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Ocera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OCRX  ·  acquired by Mallinckrodt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$1.52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02, 2017   ·   Closed Dec 11, 2017   ·   Status: completed   ·   Pre-ann. volume 1.32×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Ocera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Ocera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258425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4025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4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653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226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237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924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088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689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843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996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91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711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0356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3025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6942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Ocera management meets with Mallinckrodt at the JPM…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20, 2017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Ocera enters into confidentiality agreements with…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30, 2017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Ocera announces Phase 2b STOP-HE trial results; primary…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16, 2017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Ocera Board establishes a Strategic Committee to explore…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19, 2017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Ocera formally engages MTS Health Partners as financial…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22, 2017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Mallinckrodt submits initial non-binding proposal of $55…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14, 2017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Mallinckrodt increases upfront offer to $65 million; Party…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Mallinckrodt reduces offer to $45 million upfront with no…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13, 2017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Ocera enters into exclusivity with Party A based on a…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withdraws its proposal citing market potential and…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06, 2017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Mallinckrodt submits revised offer of $1.52/share upfront…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01, 2017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Ocera Board unanimously approves the Merger Agreement.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02, 2017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09, 2017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08, 2017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~71.36% of shares tendered.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11, 2017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Ocera becomes a wholly-owned subsidiary…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Ocera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6 unexplained pre-announcement move weeks (of 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2017-03-10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+130%  ($0.61→$1.4)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237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2017-02-03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-71%  ($2.05→$0.59)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272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2016-07-08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($2.02→$2.61)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482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2017-09-22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($0.91→$1.17)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41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2016-01-15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-28%  ($2.83→$2.05)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657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2016-09-16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($2.24→$2.75)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412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Ocera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2016-11-02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Ocera Therapeutics Reports Third Quarter 2016 Financial Results and Company 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2017-01-05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Ocera Announces Successful Phase 1 Clinical Study of Orally-Administered OCR-002 in Patients with Cirrhosis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2017-01-30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Ocera Announces Top-line Results for Phase 2b Study in Hepatic Encephalopathy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2017-03-08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Ocera to Announce Additional Encouraging Results from its Phase 2b STOP-HE Study of IV OCR-002 in Patients…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2017-03-10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Ocera Therapeutics Reports Fourth Quarter and Full Year 2016 Financial Results and Provides Corporate Update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2017-04-12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Ocera Therapeutics Announces Presentation of Data Showing OCR-002 Prevented Progression of Fibrosis in…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2017-05-03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Ocera Therapeutics to Report First Quarter 2017 Financial Results and Provide Clinical Update on May 9, 2017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2017-05-09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Ocera Therapeutics Reports First Quarter 2017 Financial Results and Provides Clinical Update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2017-08-01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Ocera Therapeutics Reports Second Quarter 2017 Financial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