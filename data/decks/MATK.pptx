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28.74</c:v>
                </c:pt>
                <c:pt idx="1">
                  <c:v>30.25</c:v>
                </c:pt>
                <c:pt idx="2">
                  <c:v>27.64</c:v>
                </c:pt>
                <c:pt idx="3">
                  <c:v>27.14</c:v>
                </c:pt>
                <c:pt idx="4">
                  <c:v>27.05</c:v>
                </c:pt>
                <c:pt idx="5">
                  <c:v>26.45</c:v>
                </c:pt>
                <c:pt idx="6">
                  <c:v>25.9</c:v>
                </c:pt>
                <c:pt idx="7">
                  <c:v>24.14</c:v>
                </c:pt>
                <c:pt idx="8">
                  <c:v>22.11</c:v>
                </c:pt>
                <c:pt idx="9">
                  <c:v>18.73</c:v>
                </c:pt>
                <c:pt idx="10">
                  <c:v>15.66</c:v>
                </c:pt>
                <c:pt idx="11">
                  <c:v>16.79</c:v>
                </c:pt>
                <c:pt idx="12">
                  <c:v>17.14</c:v>
                </c:pt>
                <c:pt idx="13">
                  <c:v>20.5</c:v>
                </c:pt>
                <c:pt idx="14">
                  <c:v>18.54</c:v>
                </c:pt>
                <c:pt idx="15">
                  <c:v>18.75</c:v>
                </c:pt>
                <c:pt idx="16">
                  <c:v>18.22</c:v>
                </c:pt>
                <c:pt idx="17">
                  <c:v>17.72</c:v>
                </c:pt>
                <c:pt idx="18">
                  <c:v>17.88</c:v>
                </c:pt>
                <c:pt idx="19">
                  <c:v>19.36</c:v>
                </c:pt>
                <c:pt idx="20">
                  <c:v>17.77</c:v>
                </c:pt>
                <c:pt idx="21">
                  <c:v>18.81</c:v>
                </c:pt>
                <c:pt idx="22">
                  <c:v>21.19</c:v>
                </c:pt>
                <c:pt idx="23">
                  <c:v>20.61</c:v>
                </c:pt>
                <c:pt idx="24">
                  <c:v>22.67</c:v>
                </c:pt>
                <c:pt idx="25">
                  <c:v>21.14</c:v>
                </c:pt>
                <c:pt idx="26">
                  <c:v>21.71</c:v>
                </c:pt>
                <c:pt idx="27">
                  <c:v>20.8</c:v>
                </c:pt>
                <c:pt idx="28">
                  <c:v>21.7</c:v>
                </c:pt>
                <c:pt idx="29">
                  <c:v>21.95</c:v>
                </c:pt>
                <c:pt idx="30">
                  <c:v>23.49</c:v>
                </c:pt>
                <c:pt idx="31">
                  <c:v>23.23</c:v>
                </c:pt>
                <c:pt idx="32">
                  <c:v>23.76</c:v>
                </c:pt>
                <c:pt idx="33">
                  <c:v>23.76</c:v>
                </c:pt>
                <c:pt idx="34">
                  <c:v>24.52</c:v>
                </c:pt>
                <c:pt idx="35">
                  <c:v>24.89</c:v>
                </c:pt>
                <c:pt idx="36">
                  <c:v>24.43</c:v>
                </c:pt>
                <c:pt idx="37">
                  <c:v>24.38</c:v>
                </c:pt>
                <c:pt idx="38">
                  <c:v>24.0</c:v>
                </c:pt>
                <c:pt idx="39">
                  <c:v>23.62</c:v>
                </c:pt>
                <c:pt idx="40">
                  <c:v>21.4</c:v>
                </c:pt>
                <c:pt idx="41">
                  <c:v>21.48</c:v>
                </c:pt>
                <c:pt idx="42">
                  <c:v>20.99</c:v>
                </c:pt>
                <c:pt idx="43">
                  <c:v>19.12</c:v>
                </c:pt>
                <c:pt idx="44">
                  <c:v>17.96</c:v>
                </c:pt>
                <c:pt idx="45">
                  <c:v>18.42</c:v>
                </c:pt>
                <c:pt idx="46">
                  <c:v>18.49</c:v>
                </c:pt>
                <c:pt idx="47">
                  <c:v>18.11</c:v>
                </c:pt>
                <c:pt idx="48">
                  <c:v>17.7</c:v>
                </c:pt>
                <c:pt idx="49">
                  <c:v>17.65</c:v>
                </c:pt>
                <c:pt idx="50">
                  <c:v>17.96</c:v>
                </c:pt>
                <c:pt idx="51">
                  <c:v>18.24</c:v>
                </c:pt>
                <c:pt idx="52">
                  <c:v>18.93</c:v>
                </c:pt>
                <c:pt idx="53">
                  <c:v>18.95</c:v>
                </c:pt>
                <c:pt idx="54">
                  <c:v>19.06</c:v>
                </c:pt>
                <c:pt idx="55">
                  <c:v>19.01</c:v>
                </c:pt>
                <c:pt idx="56">
                  <c:v>22.0</c:v>
                </c:pt>
                <c:pt idx="57">
                  <c:v>21.54</c:v>
                </c:pt>
                <c:pt idx="58">
                  <c:v>20.21</c:v>
                </c:pt>
                <c:pt idx="59">
                  <c:v>20.33</c:v>
                </c:pt>
                <c:pt idx="60">
                  <c:v>20.47</c:v>
                </c:pt>
                <c:pt idx="61">
                  <c:v>19.83</c:v>
                </c:pt>
                <c:pt idx="62">
                  <c:v>22.95</c:v>
                </c:pt>
                <c:pt idx="63">
                  <c:v>23.03</c:v>
                </c:pt>
                <c:pt idx="64">
                  <c:v>23.88</c:v>
                </c:pt>
                <c:pt idx="65">
                  <c:v>22.76</c:v>
                </c:pt>
                <c:pt idx="66">
                  <c:v>22.39</c:v>
                </c:pt>
                <c:pt idx="67">
                  <c:v>23.22</c:v>
                </c:pt>
                <c:pt idx="68">
                  <c:v>23.24</c:v>
                </c:pt>
                <c:pt idx="69">
                  <c:v>22.71</c:v>
                </c:pt>
                <c:pt idx="70">
                  <c:v>22.03</c:v>
                </c:pt>
                <c:pt idx="71">
                  <c:v>20.1</c:v>
                </c:pt>
                <c:pt idx="72">
                  <c:v>20.82</c:v>
                </c:pt>
                <c:pt idx="73">
                  <c:v>18.97</c:v>
                </c:pt>
                <c:pt idx="74">
                  <c:v>18.59</c:v>
                </c:pt>
                <c:pt idx="75">
                  <c:v>22.37</c:v>
                </c:pt>
                <c:pt idx="76">
                  <c:v>22.0</c:v>
                </c:pt>
                <c:pt idx="77">
                  <c:v>22.61</c:v>
                </c:pt>
                <c:pt idx="78">
                  <c:v>24.8</c:v>
                </c:pt>
                <c:pt idx="79">
                  <c:v>23.31</c:v>
                </c:pt>
                <c:pt idx="80">
                  <c:v>21.86</c:v>
                </c:pt>
                <c:pt idx="81">
                  <c:v>20.63</c:v>
                </c:pt>
                <c:pt idx="82">
                  <c:v>21.2</c:v>
                </c:pt>
                <c:pt idx="83">
                  <c:v>20.69</c:v>
                </c:pt>
                <c:pt idx="84">
                  <c:v>19.49</c:v>
                </c:pt>
                <c:pt idx="85">
                  <c:v>20.56</c:v>
                </c:pt>
                <c:pt idx="86">
                  <c:v>20.7</c:v>
                </c:pt>
                <c:pt idx="87">
                  <c:v>21.5</c:v>
                </c:pt>
                <c:pt idx="88">
                  <c:v>21.95</c:v>
                </c:pt>
                <c:pt idx="89">
                  <c:v>22.5</c:v>
                </c:pt>
                <c:pt idx="90">
                  <c:v>22.55</c:v>
                </c:pt>
                <c:pt idx="91">
                  <c:v>22.6</c:v>
                </c:pt>
                <c:pt idx="92">
                  <c:v>22.77</c:v>
                </c:pt>
                <c:pt idx="93">
                  <c:v>23.61</c:v>
                </c:pt>
                <c:pt idx="94">
                  <c:v>23.74</c:v>
                </c:pt>
                <c:pt idx="95">
                  <c:v>22.84</c:v>
                </c:pt>
                <c:pt idx="96">
                  <c:v>21.95</c:v>
                </c:pt>
                <c:pt idx="97">
                  <c:v>22.73</c:v>
                </c:pt>
                <c:pt idx="98">
                  <c:v>21.95</c:v>
                </c:pt>
                <c:pt idx="99">
                  <c:v>22.08</c:v>
                </c:pt>
                <c:pt idx="100">
                  <c:v>22.11</c:v>
                </c:pt>
                <c:pt idx="101">
                  <c:v>23.1</c:v>
                </c:pt>
                <c:pt idx="102">
                  <c:v>22.49</c:v>
                </c:pt>
                <c:pt idx="103">
                  <c:v>23.02</c:v>
                </c:pt>
                <c:pt idx="104">
                  <c:v>31.57</c:v>
                </c:pt>
                <c:pt idx="105">
                  <c:v>31.3</c:v>
                </c:pt>
                <c:pt idx="106">
                  <c:v>31.35</c:v>
                </c:pt>
                <c:pt idx="107">
                  <c:v>31.5</c:v>
                </c:pt>
                <c:pt idx="108">
                  <c:v>31.45</c:v>
                </c:pt>
                <c:pt idx="109">
                  <c:v>31.41</c:v>
                </c:pt>
                <c:pt idx="110">
                  <c:v>31.46</c:v>
                </c:pt>
                <c:pt idx="111">
                  <c:v>31.46</c:v>
                </c:pt>
                <c:pt idx="112">
                  <c:v>31.45</c:v>
                </c:pt>
                <c:pt idx="113">
                  <c:v>31.49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74">
                  <c:v>18.59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Sheet1!$D$2:$D$115</c:f>
              <c:numCache>
                <c:formatCode>General</c:formatCode>
                <c:ptCount val="114"/>
                <c:pt idx="104">
                  <c:v>31.57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MARTEK BIOSCIENCES CORPORATION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MATK  ·  acquired by Koninklijke DSM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21, 2010   ·   Closed Feb 25, 2011   ·   Status: completed   ·   Pre-ann. volume 1.48×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MARTEK BIOSCIENCES CORPORATION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MARTEK BIOSCIENCES CORPORATION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039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895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63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335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403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304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265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24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490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127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950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685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420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Martek and DSM enter into a mutual confidentiality…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Martek Board formally engages Allen &amp; Company LLC as…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Martek Board forms a Strategic Review Committee of four…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DSM submits a non-binding proposal of $27.00 to $30.00 per…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DSM submits a written proposal of $31.50 per share with 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DSM conveys a 'package proposal' including a 3.5%…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Martek Board unanimously approves the Merger Agreement and…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merger agreement.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DSM and Purchaser commence the tender offer.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 with approximately 83.6% of…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DSM commences a subsequent offering period.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expires, bringing total…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exercises Top-Up Option to exceed 90% ownership…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MARTEK BIOSCIENCES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2010-06-04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($18.59→$22.37)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MARTEK BIOSCIENCES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2010-12-21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Martek and DSM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2011-02-25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Purchaser exercises Top-Up Option and completes merger with Martek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