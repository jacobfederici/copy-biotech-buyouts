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Nov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44.05</c:v>
                </c:pt>
                <c:pt idx="1">
                  <c:v>42.79</c:v>
                </c:pt>
                <c:pt idx="2">
                  <c:v>43.18</c:v>
                </c:pt>
                <c:pt idx="3">
                  <c:v>42.1</c:v>
                </c:pt>
                <c:pt idx="4">
                  <c:v>35.13</c:v>
                </c:pt>
                <c:pt idx="5">
                  <c:v>37.44</c:v>
                </c:pt>
                <c:pt idx="6">
                  <c:v>37.68</c:v>
                </c:pt>
                <c:pt idx="7">
                  <c:v>37.64</c:v>
                </c:pt>
                <c:pt idx="8">
                  <c:v>33.52</c:v>
                </c:pt>
                <c:pt idx="9">
                  <c:v>33.12</c:v>
                </c:pt>
                <c:pt idx="10">
                  <c:v>33.76</c:v>
                </c:pt>
                <c:pt idx="11">
                  <c:v>33.27</c:v>
                </c:pt>
                <c:pt idx="12">
                  <c:v>34.41</c:v>
                </c:pt>
                <c:pt idx="13">
                  <c:v>32.89</c:v>
                </c:pt>
                <c:pt idx="14">
                  <c:v>32.5</c:v>
                </c:pt>
                <c:pt idx="15">
                  <c:v>33.78</c:v>
                </c:pt>
                <c:pt idx="16">
                  <c:v>33.51</c:v>
                </c:pt>
                <c:pt idx="17">
                  <c:v>32.15</c:v>
                </c:pt>
                <c:pt idx="18">
                  <c:v>31.45</c:v>
                </c:pt>
                <c:pt idx="19">
                  <c:v>33.67</c:v>
                </c:pt>
                <c:pt idx="20">
                  <c:v>42.5</c:v>
                </c:pt>
                <c:pt idx="21">
                  <c:v>45.35</c:v>
                </c:pt>
                <c:pt idx="22">
                  <c:v>50.06</c:v>
                </c:pt>
                <c:pt idx="23">
                  <c:v>49.34</c:v>
                </c:pt>
                <c:pt idx="24">
                  <c:v>48.17</c:v>
                </c:pt>
                <c:pt idx="25">
                  <c:v>53.73</c:v>
                </c:pt>
                <c:pt idx="26">
                  <c:v>53.0</c:v>
                </c:pt>
                <c:pt idx="27">
                  <c:v>54.63</c:v>
                </c:pt>
                <c:pt idx="28">
                  <c:v>57.44</c:v>
                </c:pt>
                <c:pt idx="29">
                  <c:v>58.61</c:v>
                </c:pt>
                <c:pt idx="30">
                  <c:v>57.25</c:v>
                </c:pt>
                <c:pt idx="31">
                  <c:v>62.1</c:v>
                </c:pt>
                <c:pt idx="32">
                  <c:v>63.17</c:v>
                </c:pt>
                <c:pt idx="33">
                  <c:v>66.57</c:v>
                </c:pt>
                <c:pt idx="34">
                  <c:v>70.65</c:v>
                </c:pt>
                <c:pt idx="35">
                  <c:v>72.12</c:v>
                </c:pt>
                <c:pt idx="36">
                  <c:v>69.48</c:v>
                </c:pt>
                <c:pt idx="37">
                  <c:v>71.5</c:v>
                </c:pt>
                <c:pt idx="38">
                  <c:v>74.88</c:v>
                </c:pt>
                <c:pt idx="39">
                  <c:v>73.12</c:v>
                </c:pt>
                <c:pt idx="40">
                  <c:v>69.52</c:v>
                </c:pt>
                <c:pt idx="41">
                  <c:v>68.84</c:v>
                </c:pt>
                <c:pt idx="42">
                  <c:v>66.56</c:v>
                </c:pt>
                <c:pt idx="43">
                  <c:v>69.45</c:v>
                </c:pt>
                <c:pt idx="44">
                  <c:v>64.5</c:v>
                </c:pt>
                <c:pt idx="45">
                  <c:v>66.38</c:v>
                </c:pt>
                <c:pt idx="46">
                  <c:v>66.93</c:v>
                </c:pt>
                <c:pt idx="47">
                  <c:v>63.91</c:v>
                </c:pt>
                <c:pt idx="48">
                  <c:v>62.69</c:v>
                </c:pt>
                <c:pt idx="49">
                  <c:v>59.03</c:v>
                </c:pt>
                <c:pt idx="50">
                  <c:v>60.79</c:v>
                </c:pt>
                <c:pt idx="51">
                  <c:v>59.34</c:v>
                </c:pt>
                <c:pt idx="52">
                  <c:v>58.92</c:v>
                </c:pt>
                <c:pt idx="53">
                  <c:v>61.53</c:v>
                </c:pt>
                <c:pt idx="54">
                  <c:v>68.45</c:v>
                </c:pt>
                <c:pt idx="55">
                  <c:v>66.97</c:v>
                </c:pt>
                <c:pt idx="56">
                  <c:v>71.29</c:v>
                </c:pt>
                <c:pt idx="57">
                  <c:v>50.37</c:v>
                </c:pt>
                <c:pt idx="58">
                  <c:v>52.24</c:v>
                </c:pt>
                <c:pt idx="59">
                  <c:v>51.73</c:v>
                </c:pt>
                <c:pt idx="60">
                  <c:v>50.09</c:v>
                </c:pt>
                <c:pt idx="61">
                  <c:v>47.39</c:v>
                </c:pt>
                <c:pt idx="62">
                  <c:v>47.27</c:v>
                </c:pt>
                <c:pt idx="63">
                  <c:v>44.27</c:v>
                </c:pt>
                <c:pt idx="64">
                  <c:v>45.4</c:v>
                </c:pt>
                <c:pt idx="65">
                  <c:v>45.53</c:v>
                </c:pt>
                <c:pt idx="66">
                  <c:v>50.21</c:v>
                </c:pt>
                <c:pt idx="67">
                  <c:v>42.29</c:v>
                </c:pt>
                <c:pt idx="68">
                  <c:v>44.03</c:v>
                </c:pt>
                <c:pt idx="69">
                  <c:v>49.39</c:v>
                </c:pt>
                <c:pt idx="70">
                  <c:v>50.81</c:v>
                </c:pt>
                <c:pt idx="71">
                  <c:v>48.83</c:v>
                </c:pt>
                <c:pt idx="72">
                  <c:v>47.77</c:v>
                </c:pt>
                <c:pt idx="73">
                  <c:v>44.78</c:v>
                </c:pt>
                <c:pt idx="74">
                  <c:v>45.9</c:v>
                </c:pt>
                <c:pt idx="75">
                  <c:v>45.46</c:v>
                </c:pt>
                <c:pt idx="76">
                  <c:v>48.4</c:v>
                </c:pt>
                <c:pt idx="77">
                  <c:v>46.9</c:v>
                </c:pt>
                <c:pt idx="78">
                  <c:v>47.46</c:v>
                </c:pt>
                <c:pt idx="79">
                  <c:v>45.95</c:v>
                </c:pt>
                <c:pt idx="80">
                  <c:v>43.99</c:v>
                </c:pt>
                <c:pt idx="81">
                  <c:v>42.75</c:v>
                </c:pt>
                <c:pt idx="82">
                  <c:v>40.4</c:v>
                </c:pt>
                <c:pt idx="83">
                  <c:v>37.3</c:v>
                </c:pt>
                <c:pt idx="84">
                  <c:v>37.47</c:v>
                </c:pt>
                <c:pt idx="85">
                  <c:v>37.62</c:v>
                </c:pt>
                <c:pt idx="86">
                  <c:v>38.53</c:v>
                </c:pt>
                <c:pt idx="87">
                  <c:v>38.44</c:v>
                </c:pt>
                <c:pt idx="88">
                  <c:v>38.34</c:v>
                </c:pt>
                <c:pt idx="89">
                  <c:v>41.16</c:v>
                </c:pt>
                <c:pt idx="90">
                  <c:v>41.54</c:v>
                </c:pt>
                <c:pt idx="91">
                  <c:v>44.42</c:v>
                </c:pt>
                <c:pt idx="92">
                  <c:v>45.93</c:v>
                </c:pt>
                <c:pt idx="93">
                  <c:v>46.77</c:v>
                </c:pt>
                <c:pt idx="94">
                  <c:v>49.51</c:v>
                </c:pt>
                <c:pt idx="95">
                  <c:v>48.27</c:v>
                </c:pt>
                <c:pt idx="96">
                  <c:v>48.6</c:v>
                </c:pt>
                <c:pt idx="97">
                  <c:v>47.28</c:v>
                </c:pt>
                <c:pt idx="98">
                  <c:v>49.42</c:v>
                </c:pt>
                <c:pt idx="99">
                  <c:v>48.7</c:v>
                </c:pt>
                <c:pt idx="100">
                  <c:v>48.09</c:v>
                </c:pt>
                <c:pt idx="101">
                  <c:v>50.28</c:v>
                </c:pt>
                <c:pt idx="102">
                  <c:v>48.51</c:v>
                </c:pt>
                <c:pt idx="103">
                  <c:v>50.09</c:v>
                </c:pt>
                <c:pt idx="104">
                  <c:v>77.31</c:v>
                </c:pt>
                <c:pt idx="105">
                  <c:v>77.52</c:v>
                </c:pt>
                <c:pt idx="106">
                  <c:v>77.54</c:v>
                </c:pt>
                <c:pt idx="107">
                  <c:v>77.78</c:v>
                </c:pt>
                <c:pt idx="108">
                  <c:v>78.44</c:v>
                </c:pt>
                <c:pt idx="109">
                  <c:v>78.0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9">
                  <c:v>33.67</c:v>
                </c:pt>
                <c:pt idx="56">
                  <c:v>71.29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'04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'05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77.31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KOS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KOSP  ·  acquired by Abbott Laboratories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06, 2006   ·   Closed Dec 13, 2006   ·   Status: completed   ·   Pre-ann. volume 0.68×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KOS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KOS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4874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3434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56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31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511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587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813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663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513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938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339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240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Kos receives an unsolicited indication of interest from an…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Kos formally engages Greenhill &amp; Co., LLC as its financial…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unsolicited bidder proposes a tax-free stock-for-stock…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Kos and Abbott enter into a confidentiality agreement.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Abbott provides initial valuation range of $60 to $65 per…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Abbott submits proposal at $72.00 per share; Party B…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Abbott increases offer to $74.00; Party B increases offer…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Abbott submits revised proposal at $78.00 per share; Kos…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definitive merger agreement.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Abbott announces successful completion of the tender offer…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KOS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2005-12-16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($71.29→$50.37)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2005-04-01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($33.67→$42.5)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KOS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2006-11-09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Kos Pharmaceuticals Reports Third Quarter and Nine Month 2006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