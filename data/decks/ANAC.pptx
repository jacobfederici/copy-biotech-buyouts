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Jan '16</c:v>
                </c:pt>
                <c:pt idx="1">
                  <c:v/>
                </c:pt>
                <c:pt idx="2">
                  <c:v>Jan '16</c:v>
                </c:pt>
                <c:pt idx="3">
                  <c:v/>
                </c:pt>
                <c:pt idx="4">
                  <c:v>Feb '16</c:v>
                </c:pt>
                <c:pt idx="5">
                  <c:v/>
                </c:pt>
                <c:pt idx="6">
                  <c:v>Feb '16</c:v>
                </c:pt>
                <c:pt idx="7">
                  <c:v/>
                </c:pt>
                <c:pt idx="8">
                  <c:v>Mar '16</c:v>
                </c:pt>
                <c:pt idx="9">
                  <c:v/>
                </c:pt>
                <c:pt idx="10">
                  <c:v>Mar '16</c:v>
                </c:pt>
                <c:pt idx="11">
                  <c:v/>
                </c:pt>
                <c:pt idx="12">
                  <c:v>Apr '16</c:v>
                </c:pt>
                <c:pt idx="13">
                  <c:v/>
                </c:pt>
                <c:pt idx="14">
                  <c:v>Apr '16</c:v>
                </c:pt>
                <c:pt idx="15">
                  <c:v/>
                </c:pt>
                <c:pt idx="16">
                  <c:v>Apr '16</c:v>
                </c:pt>
                <c:pt idx="17">
                  <c:v/>
                </c:pt>
                <c:pt idx="18">
                  <c:v>May '16</c:v>
                </c:pt>
                <c:pt idx="19">
                  <c:v/>
                </c:pt>
                <c:pt idx="20">
                  <c:v>May '16</c:v>
                </c:pt>
                <c:pt idx="21">
                  <c:v/>
                </c:pt>
                <c:pt idx="22">
                  <c:v>Jun '16</c:v>
                </c:pt>
                <c:pt idx="23">
                  <c:v/>
                </c:pt>
                <c:pt idx="24">
                  <c:v>Jun '16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95.8</c:v>
                </c:pt>
                <c:pt idx="1">
                  <c:v>93.75</c:v>
                </c:pt>
                <c:pt idx="2">
                  <c:v>92.95</c:v>
                </c:pt>
                <c:pt idx="3">
                  <c:v>75.13</c:v>
                </c:pt>
                <c:pt idx="4">
                  <c:v>72.91</c:v>
                </c:pt>
                <c:pt idx="5">
                  <c:v>70.95</c:v>
                </c:pt>
                <c:pt idx="6">
                  <c:v>73.46</c:v>
                </c:pt>
                <c:pt idx="7">
                  <c:v>66.11</c:v>
                </c:pt>
                <c:pt idx="8">
                  <c:v>59.99</c:v>
                </c:pt>
                <c:pt idx="9">
                  <c:v>63.55</c:v>
                </c:pt>
                <c:pt idx="10">
                  <c:v>57.93</c:v>
                </c:pt>
                <c:pt idx="11">
                  <c:v>59.71</c:v>
                </c:pt>
                <c:pt idx="12">
                  <c:v>57.08</c:v>
                </c:pt>
                <c:pt idx="13">
                  <c:v>67.94</c:v>
                </c:pt>
                <c:pt idx="14">
                  <c:v>64.71</c:v>
                </c:pt>
                <c:pt idx="15">
                  <c:v>64.25</c:v>
                </c:pt>
                <c:pt idx="16">
                  <c:v>62.74</c:v>
                </c:pt>
                <c:pt idx="17">
                  <c:v>58.7</c:v>
                </c:pt>
                <c:pt idx="18">
                  <c:v>64.03</c:v>
                </c:pt>
                <c:pt idx="19">
                  <c:v>99.66</c:v>
                </c:pt>
                <c:pt idx="20">
                  <c:v>99.43</c:v>
                </c:pt>
                <c:pt idx="21">
                  <c:v>99.3</c:v>
                </c:pt>
                <c:pt idx="22">
                  <c:v>99.17</c:v>
                </c:pt>
                <c:pt idx="23">
                  <c:v>99.17</c:v>
                </c:pt>
                <c:pt idx="24">
                  <c:v>99.2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Sheet1!$A$2:$A$26</c:f>
              <c:strCache>
                <c:ptCount val="25"/>
                <c:pt idx="0">
                  <c:v>Jan '16</c:v>
                </c:pt>
                <c:pt idx="1">
                  <c:v/>
                </c:pt>
                <c:pt idx="2">
                  <c:v>Jan '16</c:v>
                </c:pt>
                <c:pt idx="3">
                  <c:v/>
                </c:pt>
                <c:pt idx="4">
                  <c:v>Feb '16</c:v>
                </c:pt>
                <c:pt idx="5">
                  <c:v/>
                </c:pt>
                <c:pt idx="6">
                  <c:v>Feb '16</c:v>
                </c:pt>
                <c:pt idx="7">
                  <c:v/>
                </c:pt>
                <c:pt idx="8">
                  <c:v>Mar '16</c:v>
                </c:pt>
                <c:pt idx="9">
                  <c:v/>
                </c:pt>
                <c:pt idx="10">
                  <c:v>Mar '16</c:v>
                </c:pt>
                <c:pt idx="11">
                  <c:v/>
                </c:pt>
                <c:pt idx="12">
                  <c:v>Apr '16</c:v>
                </c:pt>
                <c:pt idx="13">
                  <c:v/>
                </c:pt>
                <c:pt idx="14">
                  <c:v>Apr '16</c:v>
                </c:pt>
                <c:pt idx="15">
                  <c:v/>
                </c:pt>
                <c:pt idx="16">
                  <c:v>Apr '16</c:v>
                </c:pt>
                <c:pt idx="17">
                  <c:v/>
                </c:pt>
                <c:pt idx="18">
                  <c:v>May '16</c:v>
                </c:pt>
                <c:pt idx="19">
                  <c:v/>
                </c:pt>
                <c:pt idx="20">
                  <c:v>May '16</c:v>
                </c:pt>
                <c:pt idx="21">
                  <c:v/>
                </c:pt>
                <c:pt idx="22">
                  <c:v>Jun '16</c:v>
                </c:pt>
                <c:pt idx="23">
                  <c:v/>
                </c:pt>
                <c:pt idx="24">
                  <c:v>Jun '16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19">
                  <c:v>99.66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Anacor 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ANAC  ·  acquired by Pfizer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$99.25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53%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May 16, 2016   ·   Closed Jun 24, 2016   ·   Status: completed   ·   Pre-ann. volume 0.81×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Anacor 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Anacor 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298462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84062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454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9215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2524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2105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27148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969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1050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986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5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495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8088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24359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55718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3521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Jul 2015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Jun 2016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13, 2015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Anacor announces positive Phase 3 results for crisaborole.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19, 2015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Anacor enters into a confidentiality and standstill…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15, 2015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a non-binding proposal to acquire Anacor…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02, 2015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reduces its proposal to $6.5 billion enterprise…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21, 2015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withdraws interest in a strategic transaction.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15, 2016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Pfizer requests a meeting with Anacor management to explore…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19, 2016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Anacor and Pfizer execute a confidentiality agreement.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29, 2016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re-emerges with a proposal of $82.00 per share plus…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05, 2016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Pfizer expresses interest in acquiring Anacor for $95.00…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13, 2016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Final bidding: Pfizer submits 'best and final' offer of…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13, 2016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Anacor Board unanimously approves the Merger Agreement with…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14, 2016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executed.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16, 2016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transaction.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26, 2016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Pfizer commences the tender offer.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23, 2016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11:59 p.m. NYC time.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24, 2016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Anacor becomes a wholly-owned subsidiary…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16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Anacor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1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Anacor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C8F"/>
                </a:solidFill>
                <a:latin typeface="Calibri"/>
              </a:rPr>
              <a:t>No catalyst-tagged news in the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