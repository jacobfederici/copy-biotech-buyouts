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Oct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'23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15.22</c:v>
                </c:pt>
                <c:pt idx="1">
                  <c:v>15.0</c:v>
                </c:pt>
                <c:pt idx="2">
                  <c:v>16.82</c:v>
                </c:pt>
                <c:pt idx="3">
                  <c:v>17.13</c:v>
                </c:pt>
                <c:pt idx="4">
                  <c:v>16.86</c:v>
                </c:pt>
                <c:pt idx="5">
                  <c:v>19.41</c:v>
                </c:pt>
                <c:pt idx="6">
                  <c:v>19.04</c:v>
                </c:pt>
                <c:pt idx="7">
                  <c:v>17.23</c:v>
                </c:pt>
                <c:pt idx="8">
                  <c:v>17.1</c:v>
                </c:pt>
                <c:pt idx="9">
                  <c:v>15.63</c:v>
                </c:pt>
                <c:pt idx="10">
                  <c:v>14.36</c:v>
                </c:pt>
                <c:pt idx="11">
                  <c:v>17.14</c:v>
                </c:pt>
                <c:pt idx="12">
                  <c:v>17.87</c:v>
                </c:pt>
                <c:pt idx="13">
                  <c:v>16.29</c:v>
                </c:pt>
                <c:pt idx="14">
                  <c:v>15.03</c:v>
                </c:pt>
                <c:pt idx="15">
                  <c:v>17.76</c:v>
                </c:pt>
                <c:pt idx="16">
                  <c:v>15.41</c:v>
                </c:pt>
                <c:pt idx="17">
                  <c:v>15.54</c:v>
                </c:pt>
                <c:pt idx="18">
                  <c:v>15.31</c:v>
                </c:pt>
                <c:pt idx="19">
                  <c:v>15.8</c:v>
                </c:pt>
                <c:pt idx="20">
                  <c:v>15.13</c:v>
                </c:pt>
                <c:pt idx="21">
                  <c:v>14.65</c:v>
                </c:pt>
                <c:pt idx="22">
                  <c:v>13.37</c:v>
                </c:pt>
                <c:pt idx="23">
                  <c:v>14.93</c:v>
                </c:pt>
                <c:pt idx="24">
                  <c:v>16.58</c:v>
                </c:pt>
                <c:pt idx="25">
                  <c:v>16.52</c:v>
                </c:pt>
                <c:pt idx="26">
                  <c:v>17.05</c:v>
                </c:pt>
                <c:pt idx="27">
                  <c:v>17.61</c:v>
                </c:pt>
                <c:pt idx="28">
                  <c:v>16.47</c:v>
                </c:pt>
                <c:pt idx="29">
                  <c:v>16.28</c:v>
                </c:pt>
                <c:pt idx="30">
                  <c:v>15.71</c:v>
                </c:pt>
                <c:pt idx="31">
                  <c:v>19.27</c:v>
                </c:pt>
                <c:pt idx="32">
                  <c:v>17.88</c:v>
                </c:pt>
                <c:pt idx="33">
                  <c:v>17.46</c:v>
                </c:pt>
                <c:pt idx="34">
                  <c:v>18.57</c:v>
                </c:pt>
                <c:pt idx="35">
                  <c:v>16.38</c:v>
                </c:pt>
                <c:pt idx="36">
                  <c:v>12.68</c:v>
                </c:pt>
                <c:pt idx="37">
                  <c:v>11.88</c:v>
                </c:pt>
                <c:pt idx="38">
                  <c:v>13.56</c:v>
                </c:pt>
                <c:pt idx="39">
                  <c:v>14.13</c:v>
                </c:pt>
                <c:pt idx="40">
                  <c:v>15.35</c:v>
                </c:pt>
                <c:pt idx="41">
                  <c:v>14.5</c:v>
                </c:pt>
                <c:pt idx="42">
                  <c:v>14.05</c:v>
                </c:pt>
                <c:pt idx="43">
                  <c:v>12.76</c:v>
                </c:pt>
                <c:pt idx="44">
                  <c:v>16.42</c:v>
                </c:pt>
                <c:pt idx="45">
                  <c:v>17.6</c:v>
                </c:pt>
                <c:pt idx="46">
                  <c:v>17.74</c:v>
                </c:pt>
                <c:pt idx="47">
                  <c:v>18.02</c:v>
                </c:pt>
                <c:pt idx="48">
                  <c:v>17.82</c:v>
                </c:pt>
                <c:pt idx="49">
                  <c:v>17.0</c:v>
                </c:pt>
                <c:pt idx="50">
                  <c:v>17.6</c:v>
                </c:pt>
                <c:pt idx="51">
                  <c:v>15.24</c:v>
                </c:pt>
                <c:pt idx="52">
                  <c:v>13.95</c:v>
                </c:pt>
                <c:pt idx="53">
                  <c:v>13.66</c:v>
                </c:pt>
                <c:pt idx="54">
                  <c:v>13.55</c:v>
                </c:pt>
                <c:pt idx="55">
                  <c:v>13.54</c:v>
                </c:pt>
                <c:pt idx="56">
                  <c:v>14.33</c:v>
                </c:pt>
                <c:pt idx="57">
                  <c:v>14.87</c:v>
                </c:pt>
                <c:pt idx="58">
                  <c:v>16.11</c:v>
                </c:pt>
                <c:pt idx="59">
                  <c:v>15.1</c:v>
                </c:pt>
                <c:pt idx="60">
                  <c:v>14.77</c:v>
                </c:pt>
                <c:pt idx="61">
                  <c:v>14.62</c:v>
                </c:pt>
                <c:pt idx="62">
                  <c:v>14.68</c:v>
                </c:pt>
                <c:pt idx="63">
                  <c:v>15.34</c:v>
                </c:pt>
                <c:pt idx="64">
                  <c:v>11.83</c:v>
                </c:pt>
                <c:pt idx="65">
                  <c:v>12.37</c:v>
                </c:pt>
                <c:pt idx="66">
                  <c:v>14.48</c:v>
                </c:pt>
                <c:pt idx="67">
                  <c:v>16.3</c:v>
                </c:pt>
                <c:pt idx="68">
                  <c:v>16.12</c:v>
                </c:pt>
                <c:pt idx="69">
                  <c:v>18.4</c:v>
                </c:pt>
                <c:pt idx="70">
                  <c:v>19.02</c:v>
                </c:pt>
                <c:pt idx="71">
                  <c:v>20.86</c:v>
                </c:pt>
                <c:pt idx="72">
                  <c:v>20.03</c:v>
                </c:pt>
                <c:pt idx="73">
                  <c:v>19.65</c:v>
                </c:pt>
                <c:pt idx="74">
                  <c:v>20.68</c:v>
                </c:pt>
                <c:pt idx="75">
                  <c:v>16.12</c:v>
                </c:pt>
                <c:pt idx="76">
                  <c:v>15.27</c:v>
                </c:pt>
                <c:pt idx="77">
                  <c:v>13.46</c:v>
                </c:pt>
                <c:pt idx="78">
                  <c:v>13.43</c:v>
                </c:pt>
                <c:pt idx="79">
                  <c:v>13.22</c:v>
                </c:pt>
                <c:pt idx="80">
                  <c:v>17.25</c:v>
                </c:pt>
                <c:pt idx="81">
                  <c:v>19.04</c:v>
                </c:pt>
                <c:pt idx="82">
                  <c:v>17.32</c:v>
                </c:pt>
                <c:pt idx="83">
                  <c:v>16.16</c:v>
                </c:pt>
                <c:pt idx="84">
                  <c:v>15.89</c:v>
                </c:pt>
                <c:pt idx="85">
                  <c:v>16.12</c:v>
                </c:pt>
                <c:pt idx="86">
                  <c:v>10.26</c:v>
                </c:pt>
                <c:pt idx="87">
                  <c:v>11.12</c:v>
                </c:pt>
                <c:pt idx="88">
                  <c:v>11.85</c:v>
                </c:pt>
                <c:pt idx="89">
                  <c:v>11.8</c:v>
                </c:pt>
                <c:pt idx="90">
                  <c:v>11.74</c:v>
                </c:pt>
                <c:pt idx="91">
                  <c:v>11.05</c:v>
                </c:pt>
                <c:pt idx="92">
                  <c:v>11.3</c:v>
                </c:pt>
                <c:pt idx="93">
                  <c:v>11.29</c:v>
                </c:pt>
                <c:pt idx="94">
                  <c:v>10.44</c:v>
                </c:pt>
                <c:pt idx="95">
                  <c:v>10.73</c:v>
                </c:pt>
                <c:pt idx="96">
                  <c:v>10.85</c:v>
                </c:pt>
                <c:pt idx="97">
                  <c:v>10.48</c:v>
                </c:pt>
                <c:pt idx="98">
                  <c:v>10.45</c:v>
                </c:pt>
                <c:pt idx="99">
                  <c:v>10.8</c:v>
                </c:pt>
                <c:pt idx="100">
                  <c:v>11.26</c:v>
                </c:pt>
                <c:pt idx="101">
                  <c:v>11.24</c:v>
                </c:pt>
                <c:pt idx="102">
                  <c:v>11.45</c:v>
                </c:pt>
                <c:pt idx="103">
                  <c:v>10.48</c:v>
                </c:pt>
                <c:pt idx="104">
                  <c:v>18.54</c:v>
                </c:pt>
                <c:pt idx="105">
                  <c:v>18.6</c:v>
                </c:pt>
                <c:pt idx="106">
                  <c:v>18.2</c:v>
                </c:pt>
                <c:pt idx="107">
                  <c:v>18.67</c:v>
                </c:pt>
                <c:pt idx="108">
                  <c:v>18.91</c:v>
                </c:pt>
                <c:pt idx="109">
                  <c:v>18.98</c:v>
                </c:pt>
                <c:pt idx="110">
                  <c:v>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'23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30">
                  <c:v>15.71</c:v>
                </c:pt>
                <c:pt idx="35">
                  <c:v>16.38</c:v>
                </c:pt>
                <c:pt idx="43">
                  <c:v>12.76</c:v>
                </c:pt>
                <c:pt idx="63">
                  <c:v>15.34</c:v>
                </c:pt>
                <c:pt idx="74">
                  <c:v>20.68</c:v>
                </c:pt>
                <c:pt idx="79">
                  <c:v>13.22</c:v>
                </c:pt>
                <c:pt idx="85">
                  <c:v>16.12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'23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18.54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INTERCEPT PHARMACEUTICALS,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ICPT  ·  acquired by Alfasigma S.p.A.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26, 2023   ·   Closed Nov 08, 2023   ·   Status: completed   ·   Pre-ann. volume 1.22×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INTERCEPT PHARMACEUTICALS,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INTERCEPT PHARMACEUTICALS,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3952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2512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1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227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525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593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325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114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076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567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163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654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250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8466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318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67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an acquisition proposal of $20.00 per share…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advisory committee votes negatively on OCA for NASH.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Intercept receives a Complete Response Letter from the FDA…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Intercept announces discontinuation of NASH investment and…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Intercept and Alfasigma enter into a confidentiality…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Intercept receives four non-binding proposals: Alfasigma…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Intercept invites Alfasigma, Party A, and Party D to the…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10,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withdraws from the process citing competition…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I submits a proposal of $15.00-$17.00 per share.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I updates proposal to a firm $17.00 per share.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22, 2023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Alfasigma submits an updated proposal of $18.50 per share.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24, 2023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Alfasigma submits final proposal of $19.00 per share.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Intercept Board approves the Merger Agreement; transaction…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11, 2023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Alfasigma commences the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74.5%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Intercept becomes a wholly owned…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INTERCEPT PHARMACEUTICALS,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7 unexplained pre-announcement move weeks (of 8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-36%  ($16.12→$10.26)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2023-04-14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($13.22→$17.25)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($12.76→$16.42)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($15.34→$11.83)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($15.71→$19.27)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($16.38→$12.68)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473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($20.68→$16.12)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INTERCEPT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Intercept to Announce Second Quarter 2023 Financial Results on August 2,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Intercept to Announce Second Quarter 2023 Financial Results on August 2, 2023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Intercept Pharmaceuticals Reports Second Quarter 2023 Financial Results and Provides Business Updates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Intercept Pharmaceuticals Reports Second Quarter 2023 Financial Results and Provides Business Updates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ICPT, SPLK, RPT, PFSW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Biotech Stock Roundup: ICPT Up on Buyout Deal, IMVT &amp;amp; PLRX Gain on Study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CHS, ICPT, ORTX, SRT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Intercept Announces New Phase 2 Data Showing Significant Impact of OCA-Bezafibrate Combination on…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Intercept Announces New Phase 2 Data Showing Significant Impact of OCA-Bezafibrate Combination on…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