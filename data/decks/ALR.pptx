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Sheet1!$A$2:$A$194</c:f>
              <c:strCache>
                <c:ptCount val="193"/>
                <c:pt idx="0">
                  <c:v>Jan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>May '14</c:v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>Sep '14</c:v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>Jan '15</c:v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>May '15</c:v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>Sep '15</c:v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>Jan '16</c:v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>May '16</c:v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>Sep '16</c:v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>Jan '17</c:v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  <c:pt idx="158">
                  <c:v/>
                </c:pt>
                <c:pt idx="159">
                  <c:v/>
                </c:pt>
                <c:pt idx="160">
                  <c:v/>
                </c:pt>
                <c:pt idx="161">
                  <c:v/>
                </c:pt>
                <c:pt idx="162">
                  <c:v/>
                </c:pt>
                <c:pt idx="163">
                  <c:v/>
                </c:pt>
                <c:pt idx="164">
                  <c:v/>
                </c:pt>
                <c:pt idx="165">
                  <c:v/>
                </c:pt>
                <c:pt idx="166">
                  <c:v/>
                </c:pt>
                <c:pt idx="167">
                  <c:v/>
                </c:pt>
                <c:pt idx="168">
                  <c:v/>
                </c:pt>
                <c:pt idx="169">
                  <c:v/>
                </c:pt>
                <c:pt idx="170">
                  <c:v>May '17</c:v>
                </c:pt>
                <c:pt idx="171">
                  <c:v/>
                </c:pt>
                <c:pt idx="172">
                  <c:v/>
                </c:pt>
                <c:pt idx="173">
                  <c:v/>
                </c:pt>
                <c:pt idx="174">
                  <c:v/>
                </c:pt>
                <c:pt idx="175">
                  <c:v/>
                </c:pt>
                <c:pt idx="176">
                  <c:v/>
                </c:pt>
                <c:pt idx="177">
                  <c:v/>
                </c:pt>
                <c:pt idx="178">
                  <c:v/>
                </c:pt>
                <c:pt idx="179">
                  <c:v/>
                </c:pt>
                <c:pt idx="180">
                  <c:v/>
                </c:pt>
                <c:pt idx="181">
                  <c:v/>
                </c:pt>
                <c:pt idx="182">
                  <c:v/>
                </c:pt>
                <c:pt idx="183">
                  <c:v/>
                </c:pt>
                <c:pt idx="184">
                  <c:v/>
                </c:pt>
                <c:pt idx="185">
                  <c:v/>
                </c:pt>
                <c:pt idx="186">
                  <c:v/>
                </c:pt>
                <c:pt idx="187">
                  <c:v>Sep '17</c:v>
                </c:pt>
                <c:pt idx="188">
                  <c:v/>
                </c:pt>
                <c:pt idx="189">
                  <c:v/>
                </c:pt>
                <c:pt idx="190">
                  <c:v/>
                </c:pt>
                <c:pt idx="191">
                  <c:v/>
                </c:pt>
                <c:pt idx="192">
                  <c:v/>
                </c:pt>
              </c:strCache>
            </c:strRef>
          </c:cat>
          <c:val>
            <c:numRef>
              <c:f>Sheet1!$B$2:$B$194</c:f>
              <c:numCache>
                <c:formatCode>General</c:formatCode>
                <c:ptCount val="193"/>
                <c:pt idx="0">
                  <c:v>37.9</c:v>
                </c:pt>
                <c:pt idx="1">
                  <c:v>34.43</c:v>
                </c:pt>
                <c:pt idx="2">
                  <c:v>35.12</c:v>
                </c:pt>
                <c:pt idx="3">
                  <c:v>35.77</c:v>
                </c:pt>
                <c:pt idx="4">
                  <c:v>36.74</c:v>
                </c:pt>
                <c:pt idx="5">
                  <c:v>37.55</c:v>
                </c:pt>
                <c:pt idx="6">
                  <c:v>36.12</c:v>
                </c:pt>
                <c:pt idx="7">
                  <c:v>36.37</c:v>
                </c:pt>
                <c:pt idx="8">
                  <c:v>34.15</c:v>
                </c:pt>
                <c:pt idx="9">
                  <c:v>34.99</c:v>
                </c:pt>
                <c:pt idx="10">
                  <c:v>33.78</c:v>
                </c:pt>
                <c:pt idx="11">
                  <c:v>35.75</c:v>
                </c:pt>
                <c:pt idx="12">
                  <c:v>34.72</c:v>
                </c:pt>
                <c:pt idx="13">
                  <c:v>33.85</c:v>
                </c:pt>
                <c:pt idx="14">
                  <c:v>34.92</c:v>
                </c:pt>
                <c:pt idx="15">
                  <c:v>35.9</c:v>
                </c:pt>
                <c:pt idx="16">
                  <c:v>35.35</c:v>
                </c:pt>
                <c:pt idx="17">
                  <c:v>35.77</c:v>
                </c:pt>
                <c:pt idx="18">
                  <c:v>35.88</c:v>
                </c:pt>
                <c:pt idx="19">
                  <c:v>35.0</c:v>
                </c:pt>
                <c:pt idx="20">
                  <c:v>37.19</c:v>
                </c:pt>
                <c:pt idx="21">
                  <c:v>37.43</c:v>
                </c:pt>
                <c:pt idx="22">
                  <c:v>39.42</c:v>
                </c:pt>
                <c:pt idx="23">
                  <c:v>38.31</c:v>
                </c:pt>
                <c:pt idx="24">
                  <c:v>38.51</c:v>
                </c:pt>
                <c:pt idx="25">
                  <c:v>39.22</c:v>
                </c:pt>
                <c:pt idx="26">
                  <c:v>39.95</c:v>
                </c:pt>
                <c:pt idx="27">
                  <c:v>34.54</c:v>
                </c:pt>
                <c:pt idx="28">
                  <c:v>34.72</c:v>
                </c:pt>
                <c:pt idx="29">
                  <c:v>35.11</c:v>
                </c:pt>
                <c:pt idx="30">
                  <c:v>35.45</c:v>
                </c:pt>
                <c:pt idx="31">
                  <c:v>35.39</c:v>
                </c:pt>
                <c:pt idx="32">
                  <c:v>36.61</c:v>
                </c:pt>
                <c:pt idx="33">
                  <c:v>39.3</c:v>
                </c:pt>
                <c:pt idx="34">
                  <c:v>39.97</c:v>
                </c:pt>
                <c:pt idx="35">
                  <c:v>39.82</c:v>
                </c:pt>
                <c:pt idx="36">
                  <c:v>37.75</c:v>
                </c:pt>
                <c:pt idx="37">
                  <c:v>37.11</c:v>
                </c:pt>
                <c:pt idx="38">
                  <c:v>37.55</c:v>
                </c:pt>
                <c:pt idx="39">
                  <c:v>39.97</c:v>
                </c:pt>
                <c:pt idx="40">
                  <c:v>39.37</c:v>
                </c:pt>
                <c:pt idx="41">
                  <c:v>40.0</c:v>
                </c:pt>
                <c:pt idx="42">
                  <c:v>40.18</c:v>
                </c:pt>
                <c:pt idx="43">
                  <c:v>39.89</c:v>
                </c:pt>
                <c:pt idx="44">
                  <c:v>38.85</c:v>
                </c:pt>
                <c:pt idx="45">
                  <c:v>36.32</c:v>
                </c:pt>
                <c:pt idx="46">
                  <c:v>38.4</c:v>
                </c:pt>
                <c:pt idx="47">
                  <c:v>37.41</c:v>
                </c:pt>
                <c:pt idx="48">
                  <c:v>37.46</c:v>
                </c:pt>
                <c:pt idx="49">
                  <c:v>40.09</c:v>
                </c:pt>
                <c:pt idx="50">
                  <c:v>42.84</c:v>
                </c:pt>
                <c:pt idx="51">
                  <c:v>41.4</c:v>
                </c:pt>
                <c:pt idx="52">
                  <c:v>40.69</c:v>
                </c:pt>
                <c:pt idx="53">
                  <c:v>40.92</c:v>
                </c:pt>
                <c:pt idx="54">
                  <c:v>43.4</c:v>
                </c:pt>
                <c:pt idx="55">
                  <c:v>44.58</c:v>
                </c:pt>
                <c:pt idx="56">
                  <c:v>45.47</c:v>
                </c:pt>
                <c:pt idx="57">
                  <c:v>46.1</c:v>
                </c:pt>
                <c:pt idx="58">
                  <c:v>49.06</c:v>
                </c:pt>
                <c:pt idx="59">
                  <c:v>48.45</c:v>
                </c:pt>
                <c:pt idx="60">
                  <c:v>48.18</c:v>
                </c:pt>
                <c:pt idx="61">
                  <c:v>49.18</c:v>
                </c:pt>
                <c:pt idx="62">
                  <c:v>50.12</c:v>
                </c:pt>
                <c:pt idx="63">
                  <c:v>49.58</c:v>
                </c:pt>
                <c:pt idx="64">
                  <c:v>49.97</c:v>
                </c:pt>
                <c:pt idx="65">
                  <c:v>48.6</c:v>
                </c:pt>
                <c:pt idx="66">
                  <c:v>49.72</c:v>
                </c:pt>
                <c:pt idx="67">
                  <c:v>50.75</c:v>
                </c:pt>
                <c:pt idx="68">
                  <c:v>51.3</c:v>
                </c:pt>
                <c:pt idx="69">
                  <c:v>51.58</c:v>
                </c:pt>
                <c:pt idx="70">
                  <c:v>51.16</c:v>
                </c:pt>
                <c:pt idx="71">
                  <c:v>50.88</c:v>
                </c:pt>
                <c:pt idx="72">
                  <c:v>51.66</c:v>
                </c:pt>
                <c:pt idx="73">
                  <c:v>52.27</c:v>
                </c:pt>
                <c:pt idx="74">
                  <c:v>53.97</c:v>
                </c:pt>
                <c:pt idx="75">
                  <c:v>52.77</c:v>
                </c:pt>
                <c:pt idx="76">
                  <c:v>51.66</c:v>
                </c:pt>
                <c:pt idx="77">
                  <c:v>50.93</c:v>
                </c:pt>
                <c:pt idx="78">
                  <c:v>48.61</c:v>
                </c:pt>
                <c:pt idx="79">
                  <c:v>49.75</c:v>
                </c:pt>
                <c:pt idx="80">
                  <c:v>54.64</c:v>
                </c:pt>
                <c:pt idx="81">
                  <c:v>53.15</c:v>
                </c:pt>
                <c:pt idx="82">
                  <c:v>52.75</c:v>
                </c:pt>
                <c:pt idx="83">
                  <c:v>51.26</c:v>
                </c:pt>
                <c:pt idx="84">
                  <c:v>52.63</c:v>
                </c:pt>
                <c:pt idx="85">
                  <c:v>53.16</c:v>
                </c:pt>
                <c:pt idx="86">
                  <c:v>49.0</c:v>
                </c:pt>
                <c:pt idx="87">
                  <c:v>50.57</c:v>
                </c:pt>
                <c:pt idx="88">
                  <c:v>47.03</c:v>
                </c:pt>
                <c:pt idx="89">
                  <c:v>47.35</c:v>
                </c:pt>
                <c:pt idx="90">
                  <c:v>46.59</c:v>
                </c:pt>
                <c:pt idx="91">
                  <c:v>46.12</c:v>
                </c:pt>
                <c:pt idx="92">
                  <c:v>42.92</c:v>
                </c:pt>
                <c:pt idx="93">
                  <c:v>39.68</c:v>
                </c:pt>
                <c:pt idx="94">
                  <c:v>39.79</c:v>
                </c:pt>
                <c:pt idx="95">
                  <c:v>41.9</c:v>
                </c:pt>
                <c:pt idx="96">
                  <c:v>40.67</c:v>
                </c:pt>
                <c:pt idx="97">
                  <c:v>38.88</c:v>
                </c:pt>
                <c:pt idx="98">
                  <c:v>38.21</c:v>
                </c:pt>
                <c:pt idx="99">
                  <c:v>39.5</c:v>
                </c:pt>
                <c:pt idx="100">
                  <c:v>39.09</c:v>
                </c:pt>
                <c:pt idx="101">
                  <c:v>36.08</c:v>
                </c:pt>
                <c:pt idx="102">
                  <c:v>35.8</c:v>
                </c:pt>
                <c:pt idx="103">
                  <c:v>38.84</c:v>
                </c:pt>
                <c:pt idx="104">
                  <c:v>37.2</c:v>
                </c:pt>
                <c:pt idx="105">
                  <c:v>53.2</c:v>
                </c:pt>
                <c:pt idx="106">
                  <c:v>52.74</c:v>
                </c:pt>
                <c:pt idx="107">
                  <c:v>53.43</c:v>
                </c:pt>
                <c:pt idx="108">
                  <c:v>53.78</c:v>
                </c:pt>
                <c:pt idx="109">
                  <c:v>53.84</c:v>
                </c:pt>
                <c:pt idx="110">
                  <c:v>53.4</c:v>
                </c:pt>
                <c:pt idx="111">
                  <c:v>49.9</c:v>
                </c:pt>
                <c:pt idx="112">
                  <c:v>50.69</c:v>
                </c:pt>
                <c:pt idx="113">
                  <c:v>50.59</c:v>
                </c:pt>
                <c:pt idx="114">
                  <c:v>50.28</c:v>
                </c:pt>
                <c:pt idx="115">
                  <c:v>49.87</c:v>
                </c:pt>
                <c:pt idx="116">
                  <c:v>43.36</c:v>
                </c:pt>
                <c:pt idx="117">
                  <c:v>39.0</c:v>
                </c:pt>
                <c:pt idx="118">
                  <c:v>39.47</c:v>
                </c:pt>
                <c:pt idx="119">
                  <c:v>39.87</c:v>
                </c:pt>
                <c:pt idx="120">
                  <c:v>40.67</c:v>
                </c:pt>
                <c:pt idx="121">
                  <c:v>42.57</c:v>
                </c:pt>
                <c:pt idx="122">
                  <c:v>42.83</c:v>
                </c:pt>
                <c:pt idx="123">
                  <c:v>42.78</c:v>
                </c:pt>
                <c:pt idx="124">
                  <c:v>42.3</c:v>
                </c:pt>
                <c:pt idx="125">
                  <c:v>41.6</c:v>
                </c:pt>
                <c:pt idx="126">
                  <c:v>40.65</c:v>
                </c:pt>
                <c:pt idx="127">
                  <c:v>39.78</c:v>
                </c:pt>
                <c:pt idx="128">
                  <c:v>43.62</c:v>
                </c:pt>
                <c:pt idx="129">
                  <c:v>43.96</c:v>
                </c:pt>
                <c:pt idx="130">
                  <c:v>37.5</c:v>
                </c:pt>
                <c:pt idx="131">
                  <c:v>37.46</c:v>
                </c:pt>
                <c:pt idx="132">
                  <c:v>40.45</c:v>
                </c:pt>
                <c:pt idx="133">
                  <c:v>40.47</c:v>
                </c:pt>
                <c:pt idx="134">
                  <c:v>39.55</c:v>
                </c:pt>
                <c:pt idx="135">
                  <c:v>39.13</c:v>
                </c:pt>
                <c:pt idx="136">
                  <c:v>42.34</c:v>
                </c:pt>
                <c:pt idx="137">
                  <c:v>44.07</c:v>
                </c:pt>
                <c:pt idx="138">
                  <c:v>43.24</c:v>
                </c:pt>
                <c:pt idx="139">
                  <c:v>43.24</c:v>
                </c:pt>
                <c:pt idx="140">
                  <c:v>43.58</c:v>
                </c:pt>
                <c:pt idx="141">
                  <c:v>43.16</c:v>
                </c:pt>
                <c:pt idx="142">
                  <c:v>45.01</c:v>
                </c:pt>
                <c:pt idx="143">
                  <c:v>44.53</c:v>
                </c:pt>
                <c:pt idx="144">
                  <c:v>36.1</c:v>
                </c:pt>
                <c:pt idx="145">
                  <c:v>34.94</c:v>
                </c:pt>
                <c:pt idx="146">
                  <c:v>38.95</c:v>
                </c:pt>
                <c:pt idx="147">
                  <c:v>39.19</c:v>
                </c:pt>
                <c:pt idx="148">
                  <c:v>39.91</c:v>
                </c:pt>
                <c:pt idx="149">
                  <c:v>37.58</c:v>
                </c:pt>
                <c:pt idx="150">
                  <c:v>39.0</c:v>
                </c:pt>
                <c:pt idx="151">
                  <c:v>40.29</c:v>
                </c:pt>
                <c:pt idx="152">
                  <c:v>38.97</c:v>
                </c:pt>
                <c:pt idx="153">
                  <c:v>39.61</c:v>
                </c:pt>
                <c:pt idx="154">
                  <c:v>39.89</c:v>
                </c:pt>
                <c:pt idx="155">
                  <c:v>39.49</c:v>
                </c:pt>
                <c:pt idx="156">
                  <c:v>38.1</c:v>
                </c:pt>
                <c:pt idx="157">
                  <c:v>38.93</c:v>
                </c:pt>
                <c:pt idx="158">
                  <c:v>39.27</c:v>
                </c:pt>
                <c:pt idx="159">
                  <c:v>40.22</c:v>
                </c:pt>
                <c:pt idx="160">
                  <c:v>39.95</c:v>
                </c:pt>
                <c:pt idx="161">
                  <c:v>38.14</c:v>
                </c:pt>
                <c:pt idx="162">
                  <c:v>38.0</c:v>
                </c:pt>
                <c:pt idx="163">
                  <c:v>39.14</c:v>
                </c:pt>
                <c:pt idx="164">
                  <c:v>39.13</c:v>
                </c:pt>
                <c:pt idx="165">
                  <c:v>39.73</c:v>
                </c:pt>
                <c:pt idx="166">
                  <c:v>43.05</c:v>
                </c:pt>
                <c:pt idx="167">
                  <c:v>42.31</c:v>
                </c:pt>
                <c:pt idx="168">
                  <c:v>48.9</c:v>
                </c:pt>
                <c:pt idx="169">
                  <c:v>49.17</c:v>
                </c:pt>
                <c:pt idx="170">
                  <c:v>49.16</c:v>
                </c:pt>
                <c:pt idx="171">
                  <c:v>46.7</c:v>
                </c:pt>
                <c:pt idx="172">
                  <c:v>47.48</c:v>
                </c:pt>
                <c:pt idx="173">
                  <c:v>48.82</c:v>
                </c:pt>
                <c:pt idx="174">
                  <c:v>48.99</c:v>
                </c:pt>
                <c:pt idx="175">
                  <c:v>49.96</c:v>
                </c:pt>
                <c:pt idx="176">
                  <c:v>50.2</c:v>
                </c:pt>
                <c:pt idx="177">
                  <c:v>50.17</c:v>
                </c:pt>
                <c:pt idx="178">
                  <c:v>50.19</c:v>
                </c:pt>
                <c:pt idx="179">
                  <c:v>50.35</c:v>
                </c:pt>
                <c:pt idx="180">
                  <c:v>50.26</c:v>
                </c:pt>
                <c:pt idx="181">
                  <c:v>50.47</c:v>
                </c:pt>
                <c:pt idx="182">
                  <c:v>50.53</c:v>
                </c:pt>
                <c:pt idx="183">
                  <c:v>49.4</c:v>
                </c:pt>
                <c:pt idx="184">
                  <c:v>49.64</c:v>
                </c:pt>
                <c:pt idx="185">
                  <c:v>49.55</c:v>
                </c:pt>
                <c:pt idx="186">
                  <c:v>48.29</c:v>
                </c:pt>
                <c:pt idx="187">
                  <c:v>49.68</c:v>
                </c:pt>
                <c:pt idx="188">
                  <c:v>49.84</c:v>
                </c:pt>
                <c:pt idx="189">
                  <c:v>49.76</c:v>
                </c:pt>
                <c:pt idx="190">
                  <c:v>50.35</c:v>
                </c:pt>
                <c:pt idx="191">
                  <c:v>50.99</c:v>
                </c:pt>
                <c:pt idx="192">
                  <c:v>50.99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Sheet1!$A$2:$A$194</c:f>
              <c:strCache>
                <c:ptCount val="193"/>
                <c:pt idx="0">
                  <c:v>Jan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>May '14</c:v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>Sep '14</c:v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>Jan '15</c:v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>May '15</c:v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>Sep '15</c:v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>Jan '16</c:v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>May '16</c:v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>Sep '16</c:v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>Jan '17</c:v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  <c:pt idx="158">
                  <c:v/>
                </c:pt>
                <c:pt idx="159">
                  <c:v/>
                </c:pt>
                <c:pt idx="160">
                  <c:v/>
                </c:pt>
                <c:pt idx="161">
                  <c:v/>
                </c:pt>
                <c:pt idx="162">
                  <c:v/>
                </c:pt>
                <c:pt idx="163">
                  <c:v/>
                </c:pt>
                <c:pt idx="164">
                  <c:v/>
                </c:pt>
                <c:pt idx="165">
                  <c:v/>
                </c:pt>
                <c:pt idx="166">
                  <c:v/>
                </c:pt>
                <c:pt idx="167">
                  <c:v/>
                </c:pt>
                <c:pt idx="168">
                  <c:v/>
                </c:pt>
                <c:pt idx="169">
                  <c:v/>
                </c:pt>
                <c:pt idx="170">
                  <c:v>May '17</c:v>
                </c:pt>
                <c:pt idx="171">
                  <c:v/>
                </c:pt>
                <c:pt idx="172">
                  <c:v/>
                </c:pt>
                <c:pt idx="173">
                  <c:v/>
                </c:pt>
                <c:pt idx="174">
                  <c:v/>
                </c:pt>
                <c:pt idx="175">
                  <c:v/>
                </c:pt>
                <c:pt idx="176">
                  <c:v/>
                </c:pt>
                <c:pt idx="177">
                  <c:v/>
                </c:pt>
                <c:pt idx="178">
                  <c:v/>
                </c:pt>
                <c:pt idx="179">
                  <c:v/>
                </c:pt>
                <c:pt idx="180">
                  <c:v/>
                </c:pt>
                <c:pt idx="181">
                  <c:v/>
                </c:pt>
                <c:pt idx="182">
                  <c:v/>
                </c:pt>
                <c:pt idx="183">
                  <c:v/>
                </c:pt>
                <c:pt idx="184">
                  <c:v/>
                </c:pt>
                <c:pt idx="185">
                  <c:v/>
                </c:pt>
                <c:pt idx="186">
                  <c:v/>
                </c:pt>
                <c:pt idx="187">
                  <c:v>Sep '17</c:v>
                </c:pt>
                <c:pt idx="188">
                  <c:v/>
                </c:pt>
                <c:pt idx="189">
                  <c:v/>
                </c:pt>
                <c:pt idx="190">
                  <c:v/>
                </c:pt>
                <c:pt idx="191">
                  <c:v/>
                </c:pt>
                <c:pt idx="192">
                  <c:v/>
                </c:pt>
              </c:strCache>
            </c:strRef>
          </c:cat>
          <c:val>
            <c:numRef>
              <c:f>Sheet1!$C$2:$C$194</c:f>
              <c:numCache>
                <c:formatCode>General</c:formatCode>
                <c:ptCount val="193"/>
                <c:pt idx="45">
                  <c:v>36.32</c:v>
                </c:pt>
                <c:pt idx="100">
                  <c:v>39.09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Sheet1!$A$2:$A$194</c:f>
              <c:strCache>
                <c:ptCount val="193"/>
                <c:pt idx="0">
                  <c:v>Jan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>May '14</c:v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>Sep '14</c:v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>Jan '15</c:v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>May '15</c:v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>Sep '15</c:v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>Jan '16</c:v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>May '16</c:v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/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>Sep '16</c:v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/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  <c:pt idx="147">
                  <c:v/>
                </c:pt>
                <c:pt idx="148">
                  <c:v/>
                </c:pt>
                <c:pt idx="149">
                  <c:v/>
                </c:pt>
                <c:pt idx="150">
                  <c:v/>
                </c:pt>
                <c:pt idx="151">
                  <c:v/>
                </c:pt>
                <c:pt idx="152">
                  <c:v/>
                </c:pt>
                <c:pt idx="153">
                  <c:v>Jan '17</c:v>
                </c:pt>
                <c:pt idx="154">
                  <c:v/>
                </c:pt>
                <c:pt idx="155">
                  <c:v/>
                </c:pt>
                <c:pt idx="156">
                  <c:v/>
                </c:pt>
                <c:pt idx="157">
                  <c:v/>
                </c:pt>
                <c:pt idx="158">
                  <c:v/>
                </c:pt>
                <c:pt idx="159">
                  <c:v/>
                </c:pt>
                <c:pt idx="160">
                  <c:v/>
                </c:pt>
                <c:pt idx="161">
                  <c:v/>
                </c:pt>
                <c:pt idx="162">
                  <c:v/>
                </c:pt>
                <c:pt idx="163">
                  <c:v/>
                </c:pt>
                <c:pt idx="164">
                  <c:v/>
                </c:pt>
                <c:pt idx="165">
                  <c:v/>
                </c:pt>
                <c:pt idx="166">
                  <c:v/>
                </c:pt>
                <c:pt idx="167">
                  <c:v/>
                </c:pt>
                <c:pt idx="168">
                  <c:v/>
                </c:pt>
                <c:pt idx="169">
                  <c:v/>
                </c:pt>
                <c:pt idx="170">
                  <c:v>May '17</c:v>
                </c:pt>
                <c:pt idx="171">
                  <c:v/>
                </c:pt>
                <c:pt idx="172">
                  <c:v/>
                </c:pt>
                <c:pt idx="173">
                  <c:v/>
                </c:pt>
                <c:pt idx="174">
                  <c:v/>
                </c:pt>
                <c:pt idx="175">
                  <c:v/>
                </c:pt>
                <c:pt idx="176">
                  <c:v/>
                </c:pt>
                <c:pt idx="177">
                  <c:v/>
                </c:pt>
                <c:pt idx="178">
                  <c:v/>
                </c:pt>
                <c:pt idx="179">
                  <c:v/>
                </c:pt>
                <c:pt idx="180">
                  <c:v/>
                </c:pt>
                <c:pt idx="181">
                  <c:v/>
                </c:pt>
                <c:pt idx="182">
                  <c:v/>
                </c:pt>
                <c:pt idx="183">
                  <c:v/>
                </c:pt>
                <c:pt idx="184">
                  <c:v/>
                </c:pt>
                <c:pt idx="185">
                  <c:v/>
                </c:pt>
                <c:pt idx="186">
                  <c:v/>
                </c:pt>
                <c:pt idx="187">
                  <c:v>Sep '17</c:v>
                </c:pt>
                <c:pt idx="188">
                  <c:v/>
                </c:pt>
                <c:pt idx="189">
                  <c:v/>
                </c:pt>
                <c:pt idx="190">
                  <c:v/>
                </c:pt>
                <c:pt idx="191">
                  <c:v/>
                </c:pt>
                <c:pt idx="192">
                  <c:v/>
                </c:pt>
              </c:strCache>
            </c:strRef>
          </c:cat>
          <c:val>
            <c:numRef>
              <c:f>Sheet1!$D$2:$D$194</c:f>
              <c:numCache>
                <c:formatCode>General</c:formatCode>
                <c:ptCount val="193"/>
                <c:pt idx="105">
                  <c:v>53.2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ALERE INC.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ALR  ·  acquired by Abbott Laboratories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Jan 30, 2016   ·   Closed Oct 03, 2017   ·   Status: completed   ·   Pre-ann. volume 1.94×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ALERE INC.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ALERE INC.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27432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0379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9063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5075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0193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441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7973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5085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4653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Jan 2016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Oct 2017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30, 2016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Original Agreement and Plan of Merger signed between Alere…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25, 2017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European Commission issues decision relating to the merger…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13, 2017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Amendment to the Merger Agreement signed, adjusting terms.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06, 2017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Alere files definitive proxy statement for the special…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07, 2017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Alere stockholders approve the merger agreement at a…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15, 2017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Alere enters into purchase agreements to sell Triage and…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17, 2017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Abbott commences tender offer for Alere Series B…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21, 2017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Alere enters into agreement to sell Epocal business to…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15, 2017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Alere and Quidel amend and restate the Triage and BNP…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03, 2017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Alere becomes a wholly owned subsidiary…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10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ALERE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3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2016-01-08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+1035%  ($3.18→$36.08)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22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2014-12-19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-91%  ($45.2→$4.12)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407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ALERE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2022-02-23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Diversified Healthcare Trust Announces Fourth Quarter 2021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2022-05-03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Diversified Healthcare Trust Announces First Quarter 2022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2022-08-03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Diversified Healthcare Trust Announces Second Quarter 2022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Diversified Healthcare Trust Announces Third Quarter 2022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2023-02-08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The M&amp;amp;A Class Action Firm Continues Investigating the Merger – PAYA, ALR, AQUA, MAXR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2023-02-15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SHAREHOLDER ALERT: The M&amp;amp;A Class Action Firm Continues Investigating the Merger – ANGN, ALR, TIG, AQUA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2023-02-22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The M&amp;amp;A Class Action Firm Continues its Investigation of the Merger – ATCX, CINC…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2023-03-01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Diversified Healthcare Trust Announces Fourth Quarter 2022 Results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