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Sheet1!$A$2:$A$95</c:f>
              <c:strCache>
                <c:ptCount val="94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Jan '24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Mar '24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Apr '24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Jun '24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Oct '24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Dec '24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Jan '25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'25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Jul '25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</c:strCache>
            </c:strRef>
          </c:cat>
          <c:val>
            <c:numRef>
              <c:f>Sheet1!$B$2:$B$95</c:f>
              <c:numCache>
                <c:formatCode>General</c:formatCode>
                <c:ptCount val="94"/>
                <c:pt idx="0">
                  <c:v>14.53</c:v>
                </c:pt>
                <c:pt idx="1">
                  <c:v>15.05</c:v>
                </c:pt>
                <c:pt idx="2">
                  <c:v>14.41</c:v>
                </c:pt>
                <c:pt idx="3">
                  <c:v>16.29</c:v>
                </c:pt>
                <c:pt idx="4">
                  <c:v>16.05</c:v>
                </c:pt>
                <c:pt idx="5">
                  <c:v>18.16</c:v>
                </c:pt>
                <c:pt idx="6">
                  <c:v>24.23</c:v>
                </c:pt>
                <c:pt idx="7">
                  <c:v>23.15</c:v>
                </c:pt>
                <c:pt idx="8">
                  <c:v>22.08</c:v>
                </c:pt>
                <c:pt idx="9">
                  <c:v>20.41</c:v>
                </c:pt>
                <c:pt idx="10">
                  <c:v>20.78</c:v>
                </c:pt>
                <c:pt idx="11">
                  <c:v>22.84</c:v>
                </c:pt>
                <c:pt idx="12">
                  <c:v>23.5</c:v>
                </c:pt>
                <c:pt idx="13">
                  <c:v>22.54</c:v>
                </c:pt>
                <c:pt idx="14">
                  <c:v>22.2</c:v>
                </c:pt>
                <c:pt idx="15">
                  <c:v>23.34</c:v>
                </c:pt>
                <c:pt idx="16">
                  <c:v>25.07</c:v>
                </c:pt>
                <c:pt idx="17">
                  <c:v>30.72</c:v>
                </c:pt>
                <c:pt idx="18">
                  <c:v>31.28</c:v>
                </c:pt>
                <c:pt idx="19">
                  <c:v>25.9</c:v>
                </c:pt>
                <c:pt idx="20">
                  <c:v>22.32</c:v>
                </c:pt>
                <c:pt idx="21">
                  <c:v>21.49</c:v>
                </c:pt>
                <c:pt idx="22">
                  <c:v>20.84</c:v>
                </c:pt>
                <c:pt idx="23">
                  <c:v>19.19</c:v>
                </c:pt>
                <c:pt idx="24">
                  <c:v>18.68</c:v>
                </c:pt>
                <c:pt idx="25">
                  <c:v>20.33</c:v>
                </c:pt>
                <c:pt idx="26">
                  <c:v>19.09</c:v>
                </c:pt>
                <c:pt idx="27">
                  <c:v>20.42</c:v>
                </c:pt>
                <c:pt idx="28">
                  <c:v>20.86</c:v>
                </c:pt>
                <c:pt idx="29">
                  <c:v>19.0</c:v>
                </c:pt>
                <c:pt idx="30">
                  <c:v>17.96</c:v>
                </c:pt>
                <c:pt idx="31">
                  <c:v>16.72</c:v>
                </c:pt>
                <c:pt idx="32">
                  <c:v>14.9</c:v>
                </c:pt>
                <c:pt idx="33">
                  <c:v>16.42</c:v>
                </c:pt>
                <c:pt idx="34">
                  <c:v>15.37</c:v>
                </c:pt>
                <c:pt idx="35">
                  <c:v>17.7</c:v>
                </c:pt>
                <c:pt idx="36">
                  <c:v>15.83</c:v>
                </c:pt>
                <c:pt idx="37">
                  <c:v>17.85</c:v>
                </c:pt>
                <c:pt idx="38">
                  <c:v>15.62</c:v>
                </c:pt>
                <c:pt idx="39">
                  <c:v>13.97</c:v>
                </c:pt>
                <c:pt idx="40">
                  <c:v>16.57</c:v>
                </c:pt>
                <c:pt idx="41">
                  <c:v>17.95</c:v>
                </c:pt>
                <c:pt idx="42">
                  <c:v>18.86</c:v>
                </c:pt>
                <c:pt idx="43">
                  <c:v>18.85</c:v>
                </c:pt>
                <c:pt idx="44">
                  <c:v>22.17</c:v>
                </c:pt>
                <c:pt idx="45">
                  <c:v>23.85</c:v>
                </c:pt>
                <c:pt idx="46">
                  <c:v>17.42</c:v>
                </c:pt>
                <c:pt idx="47">
                  <c:v>17.77</c:v>
                </c:pt>
                <c:pt idx="48">
                  <c:v>20.0</c:v>
                </c:pt>
                <c:pt idx="49">
                  <c:v>22.22</c:v>
                </c:pt>
                <c:pt idx="50">
                  <c:v>20.95</c:v>
                </c:pt>
                <c:pt idx="51">
                  <c:v>20.37</c:v>
                </c:pt>
                <c:pt idx="52">
                  <c:v>22.36</c:v>
                </c:pt>
                <c:pt idx="53">
                  <c:v>16.0</c:v>
                </c:pt>
                <c:pt idx="54">
                  <c:v>16.23</c:v>
                </c:pt>
                <c:pt idx="55">
                  <c:v>18.18</c:v>
                </c:pt>
                <c:pt idx="56">
                  <c:v>18.47</c:v>
                </c:pt>
                <c:pt idx="57">
                  <c:v>13.74</c:v>
                </c:pt>
                <c:pt idx="58">
                  <c:v>14.9</c:v>
                </c:pt>
                <c:pt idx="59">
                  <c:v>14.14</c:v>
                </c:pt>
                <c:pt idx="60">
                  <c:v>15.12</c:v>
                </c:pt>
                <c:pt idx="61">
                  <c:v>13.5</c:v>
                </c:pt>
                <c:pt idx="62">
                  <c:v>12.39</c:v>
                </c:pt>
                <c:pt idx="63">
                  <c:v>13.46</c:v>
                </c:pt>
                <c:pt idx="64">
                  <c:v>3.6</c:v>
                </c:pt>
                <c:pt idx="65">
                  <c:v>3.58</c:v>
                </c:pt>
                <c:pt idx="66">
                  <c:v>3.7</c:v>
                </c:pt>
                <c:pt idx="67">
                  <c:v>3.77</c:v>
                </c:pt>
                <c:pt idx="68">
                  <c:v>3.76</c:v>
                </c:pt>
                <c:pt idx="69">
                  <c:v>3.96</c:v>
                </c:pt>
                <c:pt idx="70">
                  <c:v>4.21</c:v>
                </c:pt>
                <c:pt idx="71">
                  <c:v>4.18</c:v>
                </c:pt>
                <c:pt idx="72">
                  <c:v>4.18</c:v>
                </c:pt>
                <c:pt idx="73">
                  <c:v>4.02</c:v>
                </c:pt>
                <c:pt idx="74">
                  <c:v>4.26</c:v>
                </c:pt>
                <c:pt idx="75">
                  <c:v>4.64</c:v>
                </c:pt>
                <c:pt idx="76">
                  <c:v>4.51</c:v>
                </c:pt>
                <c:pt idx="77">
                  <c:v>4.32</c:v>
                </c:pt>
                <c:pt idx="78">
                  <c:v>4.02</c:v>
                </c:pt>
                <c:pt idx="79">
                  <c:v>4.12</c:v>
                </c:pt>
                <c:pt idx="80">
                  <c:v>4.1</c:v>
                </c:pt>
                <c:pt idx="81">
                  <c:v>4.25</c:v>
                </c:pt>
                <c:pt idx="82">
                  <c:v>4.75</c:v>
                </c:pt>
                <c:pt idx="83">
                  <c:v>4.39</c:v>
                </c:pt>
                <c:pt idx="84">
                  <c:v>4.27</c:v>
                </c:pt>
                <c:pt idx="85">
                  <c:v>4.19</c:v>
                </c:pt>
                <c:pt idx="86">
                  <c:v>4.46</c:v>
                </c:pt>
                <c:pt idx="87">
                  <c:v>4.59</c:v>
                </c:pt>
                <c:pt idx="88">
                  <c:v>4.57</c:v>
                </c:pt>
                <c:pt idx="89">
                  <c:v>4.52</c:v>
                </c:pt>
                <c:pt idx="90">
                  <c:v>4.49</c:v>
                </c:pt>
                <c:pt idx="91">
                  <c:v>4.49</c:v>
                </c:pt>
                <c:pt idx="92">
                  <c:v>4.54</c:v>
                </c:pt>
                <c:pt idx="93">
                  <c:v>4.47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Sheet1!$A$2:$A$95</c:f>
              <c:strCache>
                <c:ptCount val="94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Jan '24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Mar '24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Apr '24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Jun '24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Oct '24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Dec '24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Jan '25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'25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Jul '25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</c:strCache>
            </c:strRef>
          </c:cat>
          <c:val>
            <c:numRef>
              <c:f>Sheet1!$C$2:$C$95</c:f>
              <c:numCache>
                <c:formatCode>General</c:formatCode>
                <c:ptCount val="94"/>
                <c:pt idx="63">
                  <c:v>13.46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Sheet1!$A$2:$A$95</c:f>
              <c:strCache>
                <c:ptCount val="94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Jan '24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Mar '24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Apr '24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Jun '24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Oct '24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Dec '24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Jan '25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'25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Jul '25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</c:strCache>
            </c:strRef>
          </c:cat>
          <c:val>
            <c:numRef>
              <c:f>Sheet1!$D$2:$D$95</c:f>
              <c:numCache>
                <c:formatCode>General</c:formatCode>
                <c:ptCount val="94"/>
                <c:pt idx="5">
                  <c:v>18.16</c:v>
                </c:pt>
                <c:pt idx="16">
                  <c:v>25.07</c:v>
                </c:pt>
                <c:pt idx="45">
                  <c:v>23.85</c:v>
                </c:pt>
                <c:pt idx="52">
                  <c:v>22.36</c:v>
                </c:pt>
                <c:pt idx="56">
                  <c:v>18.47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CARGO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CRGX  ·  acquired by Tang Capital Partners, 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$4.379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08, 2025   ·   Closed Aug 19, 2025   ·   Status: completed   ·   Pre-ann. volume 0.58×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CARGO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CARGO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5897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4457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1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319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015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95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565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642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261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115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31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502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041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044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127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CARGO announces discontinuation of FIRCE-1 Phase 2 study…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CARGO Board meets with TD Cowen to discuss strategic…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indication of interest.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CARGO Board appoints Anup Radhakrishnan as Interim CEO and…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CARGO enters into a confidentiality agreement with Tang…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Concentra/Parent submits non-binding proposal for cash…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revised proposal valuing company at $4.55…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shares initial drafts of merger agreement and CVR…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verbally revises proposal to cash price less 2%…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final proposal with fixed $4.4 million…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CARGO Board unanimously approves the Merger Agreement; TD…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Merger Agreement announced.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71.48%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CARGO becomes a wholly 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CARGO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-73%  ($13.46→$3.6)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($18.16→$24.23)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($22.36→$16)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2024-09-27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($23.85→$17.42)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($18.47→$13.74)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($25.07→$30.72)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487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CARGO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2025-01-29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CARGO Therapeutics to Discontinue FIRCE-1 Phase 2 Study of Firi-cel; Advances Remaining Programs While…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Class Action Attorney Juan Monteverde Investigates the Merger of CARGO Therapeutics…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