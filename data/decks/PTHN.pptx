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Sheet1!$A$2:$A$60</c:f>
              <c:strCache>
                <c:ptCount val="59"/>
                <c:pt idx="0">
                  <c:v>Jul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Aug '16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Nov '16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Jan '17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Mar '17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Jun '17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Aug '17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</c:strCache>
            </c:strRef>
          </c:cat>
          <c:val>
            <c:numRef>
              <c:f>Sheet1!$B$2:$B$60</c:f>
              <c:numCache>
                <c:formatCode>General</c:formatCode>
                <c:ptCount val="59"/>
                <c:pt idx="0">
                  <c:v>25.39</c:v>
                </c:pt>
                <c:pt idx="1">
                  <c:v>25.86</c:v>
                </c:pt>
                <c:pt idx="2">
                  <c:v>25.23</c:v>
                </c:pt>
                <c:pt idx="3">
                  <c:v>27.0</c:v>
                </c:pt>
                <c:pt idx="4">
                  <c:v>27.86</c:v>
                </c:pt>
                <c:pt idx="5">
                  <c:v>27.6</c:v>
                </c:pt>
                <c:pt idx="6">
                  <c:v>27.47</c:v>
                </c:pt>
                <c:pt idx="7">
                  <c:v>26.92</c:v>
                </c:pt>
                <c:pt idx="8">
                  <c:v>28.0</c:v>
                </c:pt>
                <c:pt idx="9">
                  <c:v>29.95</c:v>
                </c:pt>
                <c:pt idx="10">
                  <c:v>29.63</c:v>
                </c:pt>
                <c:pt idx="11">
                  <c:v>29.5</c:v>
                </c:pt>
                <c:pt idx="12">
                  <c:v>27.52</c:v>
                </c:pt>
                <c:pt idx="13">
                  <c:v>28.91</c:v>
                </c:pt>
                <c:pt idx="14">
                  <c:v>24.6</c:v>
                </c:pt>
                <c:pt idx="15">
                  <c:v>26.15</c:v>
                </c:pt>
                <c:pt idx="16">
                  <c:v>27.71</c:v>
                </c:pt>
                <c:pt idx="17">
                  <c:v>27.54</c:v>
                </c:pt>
                <c:pt idx="18">
                  <c:v>26.53</c:v>
                </c:pt>
                <c:pt idx="19">
                  <c:v>26.22</c:v>
                </c:pt>
                <c:pt idx="20">
                  <c:v>26.86</c:v>
                </c:pt>
                <c:pt idx="21">
                  <c:v>28.47</c:v>
                </c:pt>
                <c:pt idx="22">
                  <c:v>28.31</c:v>
                </c:pt>
                <c:pt idx="23">
                  <c:v>28.71</c:v>
                </c:pt>
                <c:pt idx="24">
                  <c:v>29.23</c:v>
                </c:pt>
                <c:pt idx="25">
                  <c:v>28.42</c:v>
                </c:pt>
                <c:pt idx="26">
                  <c:v>27.53</c:v>
                </c:pt>
                <c:pt idx="27">
                  <c:v>28.02</c:v>
                </c:pt>
                <c:pt idx="28">
                  <c:v>29.84</c:v>
                </c:pt>
                <c:pt idx="29">
                  <c:v>30.38</c:v>
                </c:pt>
                <c:pt idx="30">
                  <c:v>31.4</c:v>
                </c:pt>
                <c:pt idx="31">
                  <c:v>32.44</c:v>
                </c:pt>
                <c:pt idx="32">
                  <c:v>32.27</c:v>
                </c:pt>
                <c:pt idx="33">
                  <c:v>30.88</c:v>
                </c:pt>
                <c:pt idx="34">
                  <c:v>27.29</c:v>
                </c:pt>
                <c:pt idx="35">
                  <c:v>26.18</c:v>
                </c:pt>
                <c:pt idx="36">
                  <c:v>26.34</c:v>
                </c:pt>
                <c:pt idx="37">
                  <c:v>26.68</c:v>
                </c:pt>
                <c:pt idx="38">
                  <c:v>25.78</c:v>
                </c:pt>
                <c:pt idx="39">
                  <c:v>24.98</c:v>
                </c:pt>
                <c:pt idx="40">
                  <c:v>26.91</c:v>
                </c:pt>
                <c:pt idx="41">
                  <c:v>26.84</c:v>
                </c:pt>
                <c:pt idx="42">
                  <c:v>26.0</c:v>
                </c:pt>
                <c:pt idx="43">
                  <c:v>34.61</c:v>
                </c:pt>
                <c:pt idx="44">
                  <c:v>34.55</c:v>
                </c:pt>
                <c:pt idx="45">
                  <c:v>34.75</c:v>
                </c:pt>
                <c:pt idx="46">
                  <c:v>34.73</c:v>
                </c:pt>
                <c:pt idx="47">
                  <c:v>34.84</c:v>
                </c:pt>
                <c:pt idx="48">
                  <c:v>34.8</c:v>
                </c:pt>
                <c:pt idx="49">
                  <c:v>34.88</c:v>
                </c:pt>
                <c:pt idx="50">
                  <c:v>34.87</c:v>
                </c:pt>
                <c:pt idx="51">
                  <c:v>34.81</c:v>
                </c:pt>
                <c:pt idx="52">
                  <c:v>34.96</c:v>
                </c:pt>
                <c:pt idx="53">
                  <c:v>34.87</c:v>
                </c:pt>
                <c:pt idx="54">
                  <c:v>34.97</c:v>
                </c:pt>
                <c:pt idx="55">
                  <c:v>34.96</c:v>
                </c:pt>
                <c:pt idx="56">
                  <c:v>34.97</c:v>
                </c:pt>
                <c:pt idx="57">
                  <c:v>34.97</c:v>
                </c:pt>
                <c:pt idx="58">
                  <c:v>34.98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Sheet1!$A$2:$A$60</c:f>
              <c:strCache>
                <c:ptCount val="59"/>
                <c:pt idx="0">
                  <c:v>Jul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Aug '16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Nov '16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Jan '17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Mar '17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Jun '17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Aug '17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</c:strCache>
            </c:strRef>
          </c:cat>
          <c:val>
            <c:numRef>
              <c:f>Sheet1!$C$2:$C$60</c:f>
              <c:numCache>
                <c:formatCode>General</c:formatCode>
                <c:ptCount val="59"/>
                <c:pt idx="43">
                  <c:v>34.61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Patheon N.V.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PTHN  ·  acquired by Thermo Fisher Scientific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15, 2017   ·   Closed Aug 29, 2017   ·   Status: completed   ·   Pre-ann. volume 0.61×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Patheon N.V.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Patheon N.V.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4949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3509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151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390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317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989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019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468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528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737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543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946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394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7844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262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Financial advisor of Party A contacts Patheon CEO James…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04,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unsolicited non-binding proposal at $34.00…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Patheon Board rejects Party A's proposal to focus on…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Thermo Fisher CEO Marc Casper meets Patheon CEO James…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24, 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Thermo Fisher submits initial non-binding proposal at…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Thermo Fisher submits revised proposal at $33.00 to $36.00…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19,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revised proposal at $36.00 to $38.00 per…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Thermo Fisher submits revised proposal at $34.00 per share…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informs Patheon it will not submit a final…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Patheon Board unanimously approves the Purchase Agreement…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Purchase Agreement and public announcement.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Extraordinary General Meeting (EGM) where shareholders…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5:00 p.m. New York City time.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Offer Closing: Purchaser accepts 95.3% of outstanding…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Patheon N.V.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Patheon N.V.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