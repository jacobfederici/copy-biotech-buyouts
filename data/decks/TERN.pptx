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Sheet1!$A$2:$A$111</c:f>
              <c:strCache>
                <c:ptCount val="110"/>
                <c:pt idx="0">
                  <c:v>Mar '24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Jun '24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Aug '24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Oct '24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Jan '25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Mar '25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May '25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Aug '25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Oct '25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Dec '25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Feb '26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</c:strCache>
            </c:strRef>
          </c:cat>
          <c:val>
            <c:numRef>
              <c:f>Sheet1!$B$2:$B$111</c:f>
              <c:numCache>
                <c:formatCode>General</c:formatCode>
                <c:ptCount val="110"/>
                <c:pt idx="0">
                  <c:v>6.56</c:v>
                </c:pt>
                <c:pt idx="1">
                  <c:v>5.38</c:v>
                </c:pt>
                <c:pt idx="2">
                  <c:v>5.14</c:v>
                </c:pt>
                <c:pt idx="3">
                  <c:v>4.56</c:v>
                </c:pt>
                <c:pt idx="4">
                  <c:v>4.91</c:v>
                </c:pt>
                <c:pt idx="5">
                  <c:v>5.44</c:v>
                </c:pt>
                <c:pt idx="6">
                  <c:v>5.56</c:v>
                </c:pt>
                <c:pt idx="7">
                  <c:v>5.9</c:v>
                </c:pt>
                <c:pt idx="8">
                  <c:v>6.0</c:v>
                </c:pt>
                <c:pt idx="9">
                  <c:v>6.01</c:v>
                </c:pt>
                <c:pt idx="10">
                  <c:v>7.15</c:v>
                </c:pt>
                <c:pt idx="11">
                  <c:v>8.2</c:v>
                </c:pt>
                <c:pt idx="12">
                  <c:v>7.23</c:v>
                </c:pt>
                <c:pt idx="13">
                  <c:v>6.81</c:v>
                </c:pt>
                <c:pt idx="14">
                  <c:v>6.81</c:v>
                </c:pt>
                <c:pt idx="15">
                  <c:v>9.31</c:v>
                </c:pt>
                <c:pt idx="16">
                  <c:v>8.48</c:v>
                </c:pt>
                <c:pt idx="17">
                  <c:v>9.01</c:v>
                </c:pt>
                <c:pt idx="18">
                  <c:v>7.46</c:v>
                </c:pt>
                <c:pt idx="19">
                  <c:v>6.58</c:v>
                </c:pt>
                <c:pt idx="20">
                  <c:v>7.25</c:v>
                </c:pt>
                <c:pt idx="21">
                  <c:v>8.22</c:v>
                </c:pt>
                <c:pt idx="22">
                  <c:v>7.62</c:v>
                </c:pt>
                <c:pt idx="23">
                  <c:v>7.81</c:v>
                </c:pt>
                <c:pt idx="24">
                  <c:v>8.96</c:v>
                </c:pt>
                <c:pt idx="25">
                  <c:v>10.02</c:v>
                </c:pt>
                <c:pt idx="26">
                  <c:v>8.55</c:v>
                </c:pt>
                <c:pt idx="27">
                  <c:v>8.27</c:v>
                </c:pt>
                <c:pt idx="28">
                  <c:v>7.67</c:v>
                </c:pt>
                <c:pt idx="29">
                  <c:v>7.41</c:v>
                </c:pt>
                <c:pt idx="30">
                  <c:v>6.67</c:v>
                </c:pt>
                <c:pt idx="31">
                  <c:v>6.94</c:v>
                </c:pt>
                <c:pt idx="32">
                  <c:v>7.3</c:v>
                </c:pt>
                <c:pt idx="33">
                  <c:v>6.17</c:v>
                </c:pt>
                <c:pt idx="34">
                  <c:v>5.79</c:v>
                </c:pt>
                <c:pt idx="35">
                  <c:v>6.24</c:v>
                </c:pt>
                <c:pt idx="36">
                  <c:v>6.55</c:v>
                </c:pt>
                <c:pt idx="37">
                  <c:v>6.73</c:v>
                </c:pt>
                <c:pt idx="38">
                  <c:v>5.86</c:v>
                </c:pt>
                <c:pt idx="39">
                  <c:v>5.77</c:v>
                </c:pt>
                <c:pt idx="40">
                  <c:v>5.75</c:v>
                </c:pt>
                <c:pt idx="41">
                  <c:v>5.01</c:v>
                </c:pt>
                <c:pt idx="42">
                  <c:v>4.43</c:v>
                </c:pt>
                <c:pt idx="43">
                  <c:v>4.5</c:v>
                </c:pt>
                <c:pt idx="44">
                  <c:v>4.46</c:v>
                </c:pt>
                <c:pt idx="45">
                  <c:v>4.48</c:v>
                </c:pt>
                <c:pt idx="46">
                  <c:v>4.06</c:v>
                </c:pt>
                <c:pt idx="47">
                  <c:v>4.0</c:v>
                </c:pt>
                <c:pt idx="48">
                  <c:v>3.69</c:v>
                </c:pt>
                <c:pt idx="49">
                  <c:v>3.49</c:v>
                </c:pt>
                <c:pt idx="50">
                  <c:v>3.18</c:v>
                </c:pt>
                <c:pt idx="51">
                  <c:v>3.35</c:v>
                </c:pt>
                <c:pt idx="52">
                  <c:v>2.92</c:v>
                </c:pt>
                <c:pt idx="53">
                  <c:v>2.1</c:v>
                </c:pt>
                <c:pt idx="54">
                  <c:v>2.14</c:v>
                </c:pt>
                <c:pt idx="55">
                  <c:v>2.4</c:v>
                </c:pt>
                <c:pt idx="56">
                  <c:v>2.92</c:v>
                </c:pt>
                <c:pt idx="57">
                  <c:v>3.5</c:v>
                </c:pt>
                <c:pt idx="58">
                  <c:v>3.04</c:v>
                </c:pt>
                <c:pt idx="59">
                  <c:v>2.88</c:v>
                </c:pt>
                <c:pt idx="60">
                  <c:v>3.02</c:v>
                </c:pt>
                <c:pt idx="61">
                  <c:v>3.11</c:v>
                </c:pt>
                <c:pt idx="62">
                  <c:v>3.7</c:v>
                </c:pt>
                <c:pt idx="63">
                  <c:v>3.88</c:v>
                </c:pt>
                <c:pt idx="64">
                  <c:v>3.9</c:v>
                </c:pt>
                <c:pt idx="65">
                  <c:v>3.83</c:v>
                </c:pt>
                <c:pt idx="66">
                  <c:v>4.32</c:v>
                </c:pt>
                <c:pt idx="67">
                  <c:v>4.9</c:v>
                </c:pt>
                <c:pt idx="68">
                  <c:v>5.64</c:v>
                </c:pt>
                <c:pt idx="69">
                  <c:v>6.05</c:v>
                </c:pt>
                <c:pt idx="70">
                  <c:v>5.47</c:v>
                </c:pt>
                <c:pt idx="71">
                  <c:v>6.08</c:v>
                </c:pt>
                <c:pt idx="72">
                  <c:v>7.05</c:v>
                </c:pt>
                <c:pt idx="73">
                  <c:v>6.93</c:v>
                </c:pt>
                <c:pt idx="74">
                  <c:v>6.96</c:v>
                </c:pt>
                <c:pt idx="75">
                  <c:v>7.22</c:v>
                </c:pt>
                <c:pt idx="76">
                  <c:v>7.23</c:v>
                </c:pt>
                <c:pt idx="77">
                  <c:v>7.53</c:v>
                </c:pt>
                <c:pt idx="78">
                  <c:v>7.64</c:v>
                </c:pt>
                <c:pt idx="79">
                  <c:v>8.23</c:v>
                </c:pt>
                <c:pt idx="80">
                  <c:v>8.15</c:v>
                </c:pt>
                <c:pt idx="81">
                  <c:v>8.41</c:v>
                </c:pt>
                <c:pt idx="82">
                  <c:v>7.77</c:v>
                </c:pt>
                <c:pt idx="83">
                  <c:v>8.26</c:v>
                </c:pt>
                <c:pt idx="84">
                  <c:v>18.47</c:v>
                </c:pt>
                <c:pt idx="85">
                  <c:v>22.56</c:v>
                </c:pt>
                <c:pt idx="86">
                  <c:v>26.32</c:v>
                </c:pt>
                <c:pt idx="87">
                  <c:v>28.11</c:v>
                </c:pt>
                <c:pt idx="88">
                  <c:v>29.36</c:v>
                </c:pt>
                <c:pt idx="89">
                  <c:v>45.0</c:v>
                </c:pt>
                <c:pt idx="90">
                  <c:v>39.9</c:v>
                </c:pt>
                <c:pt idx="91">
                  <c:v>41.52</c:v>
                </c:pt>
                <c:pt idx="92">
                  <c:v>40.11</c:v>
                </c:pt>
                <c:pt idx="93">
                  <c:v>35.48</c:v>
                </c:pt>
                <c:pt idx="94">
                  <c:v>36.6</c:v>
                </c:pt>
                <c:pt idx="95">
                  <c:v>34.33</c:v>
                </c:pt>
                <c:pt idx="96">
                  <c:v>34.6</c:v>
                </c:pt>
                <c:pt idx="97">
                  <c:v>37.77</c:v>
                </c:pt>
                <c:pt idx="98">
                  <c:v>37.79</c:v>
                </c:pt>
                <c:pt idx="99">
                  <c:v>39.23</c:v>
                </c:pt>
                <c:pt idx="100">
                  <c:v>42.12</c:v>
                </c:pt>
                <c:pt idx="101">
                  <c:v>42.82</c:v>
                </c:pt>
                <c:pt idx="102">
                  <c:v>46.52</c:v>
                </c:pt>
                <c:pt idx="103">
                  <c:v>48.44</c:v>
                </c:pt>
                <c:pt idx="104">
                  <c:v>52.92</c:v>
                </c:pt>
                <c:pt idx="105">
                  <c:v>52.72</c:v>
                </c:pt>
                <c:pt idx="106">
                  <c:v>52.63</c:v>
                </c:pt>
                <c:pt idx="107">
                  <c:v>52.65</c:v>
                </c:pt>
                <c:pt idx="108">
                  <c:v>52.89</c:v>
                </c:pt>
                <c:pt idx="109">
                  <c:v>52.94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3A88A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Sheet1!$A$2:$A$111</c:f>
              <c:strCache>
                <c:ptCount val="110"/>
                <c:pt idx="0">
                  <c:v>Mar '24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Jun '24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Aug '24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Oct '24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Jan '25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Mar '25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May '25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Aug '25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Oct '25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Dec '25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Feb '26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</c:strCache>
            </c:strRef>
          </c:cat>
          <c:val>
            <c:numRef>
              <c:f>Sheet1!$C$2:$C$111</c:f>
              <c:numCache>
                <c:formatCode>General</c:formatCode>
                <c:ptCount val="110"/>
                <c:pt idx="83">
                  <c:v>8.26</c:v>
                </c:pt>
                <c:pt idx="84">
                  <c:v>18.47</c:v>
                </c:pt>
                <c:pt idx="88">
                  <c:v>29.36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Sheet1!$A$2:$A$111</c:f>
              <c:strCache>
                <c:ptCount val="110"/>
                <c:pt idx="0">
                  <c:v>Mar '24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Jun '24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Aug '24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Oct '24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Jan '25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Mar '25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May '25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Aug '25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Oct '25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Dec '25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Feb '26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</c:strCache>
            </c:strRef>
          </c:cat>
          <c:val>
            <c:numRef>
              <c:f>Sheet1!$D$2:$D$111</c:f>
              <c:numCache>
                <c:formatCode>General</c:formatCode>
                <c:ptCount val="110"/>
                <c:pt idx="14">
                  <c:v>6.81</c:v>
                </c:pt>
                <c:pt idx="52">
                  <c:v>2.92</c:v>
                </c:pt>
                <c:pt idx="55">
                  <c:v>2.4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Terns Pharmaceuticals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TERN  ·  acquired by Merck &amp; Co., Inc.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$53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35%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23%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67%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Mar 25, 2026   ·   Closed May 05, 2026   ·   Status: completed   ·   Pre-ann. volume 1.28×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Terns Pharmaceuticals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Terns Pharmaceuticals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083539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169139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66635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55826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22317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52047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17454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2861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48269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1244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7190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96921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028675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801668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990888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407115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Nov 2025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May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03, 2025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Terns publishes abstract reporting positive data from…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08, 2025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Terns presents updated CARDINAL trial data at the ASH…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23, 2025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Terns receives unsolicited proposal from Party C to acquire…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20, 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C submits revised proposal of $61.00 cash plus a…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25,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Terns CEO Amy Burroughs initiates outreach to Merck and…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05, 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Merck submits initial non-binding proposal to acquire Terns…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16, 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C withdraws from discussions after due diligence…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27, 2026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20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Terns Transaction Committee briefly ceases discussions with…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18, 2026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Merck submits revised proposal of $50.00 per share based on…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19, 2026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Merck increases offer to $52.00 and then to a 'best and…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24, 2026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Terns Board unanimously approves the Merger Agreement.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25, 2026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Agreement is publicly announced.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07, 2026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Merck commences the tender offer.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27, 2026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FDA grants Breakthrough Therapy Designation to TERN-701.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04, 2026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with 86.36% of shares tendered.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63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05, 2026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35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completed; Terns becomes a wholly owned subsidiary…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16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Terns Pharmaceuticals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6 unexplained pre-announcement move weeks (of 6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2025-11-07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+124%  ($8.26→$18.47)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138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2025-12-12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+53%  ($29.36→$45)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103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2024-07-12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+37%  ($6.81→$9.31)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621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76472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2025-04-04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776472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-28%  ($2.92→$2.1)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76472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355 days before announcement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97096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2025-11-14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197096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+22%  ($18.47→$22.56)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197096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131 days before announcement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61772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2025-04-25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461772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+22%  ($2.4→$2.92)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61772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334 days before announcement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Terns Pharmaceuticals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2025-11-03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Terns Announces Abstract with Positive Clinical Data for TERN-701 in Relapsed/Refractory CML Selected for…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2025-11-23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BMO Believes Market Undervalues Terns Pharmaceuticals (TERN) Despite Strong Trial Data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2025-12-08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Terns Highlights Additional Positive Phase 1 Clinical Data Supporting TERN-701’s Best-in-Disease Potential…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2025-12-09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Terns (TERN) Hits All-Time High on Stellar Leukemia Treatment Results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2026-03-18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This New $7 Million Bet Targets a CNS Drug Maker With Phase 3 Trial Underway and 27% Stock Gain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68496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8678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93192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2026-03-25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93192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Merck and Terns Pharmaceuticals Announce Merger Agreement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80560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9884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44398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2026-03-26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44398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Merck to Boost Oncology Pipeline With $6.7B Terns Buyout, Stock Up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99262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01091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95604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2026-04-02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95604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Merck (MRK) Reports Strong Phase 3 Results for Oral PCSK9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504688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52297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546811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2026-04-27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546811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FDA Grants Breakthrough Therapy Designation to Terns Pharmaceuticals’ TERN-701 for the Treatment of Chronic…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