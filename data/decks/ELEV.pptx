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Jun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'25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1.47</c:v>
                </c:pt>
                <c:pt idx="1">
                  <c:v>1.52</c:v>
                </c:pt>
                <c:pt idx="2">
                  <c:v>1.52</c:v>
                </c:pt>
                <c:pt idx="3">
                  <c:v>1.54</c:v>
                </c:pt>
                <c:pt idx="4">
                  <c:v>1.49</c:v>
                </c:pt>
                <c:pt idx="5">
                  <c:v>1.56</c:v>
                </c:pt>
                <c:pt idx="6">
                  <c:v>1.27</c:v>
                </c:pt>
                <c:pt idx="7">
                  <c:v>0.98</c:v>
                </c:pt>
                <c:pt idx="8">
                  <c:v>0.92</c:v>
                </c:pt>
                <c:pt idx="9">
                  <c:v>0.81</c:v>
                </c:pt>
                <c:pt idx="10">
                  <c:v>0.78</c:v>
                </c:pt>
                <c:pt idx="11">
                  <c:v>0.76</c:v>
                </c:pt>
                <c:pt idx="12">
                  <c:v>0.7</c:v>
                </c:pt>
                <c:pt idx="13">
                  <c:v>0.73</c:v>
                </c:pt>
                <c:pt idx="14">
                  <c:v>0.7</c:v>
                </c:pt>
                <c:pt idx="15">
                  <c:v>0.66</c:v>
                </c:pt>
                <c:pt idx="16">
                  <c:v>0.61</c:v>
                </c:pt>
                <c:pt idx="17">
                  <c:v>0.66</c:v>
                </c:pt>
                <c:pt idx="18">
                  <c:v>0.64</c:v>
                </c:pt>
                <c:pt idx="19">
                  <c:v>0.54</c:v>
                </c:pt>
                <c:pt idx="20">
                  <c:v>0.45</c:v>
                </c:pt>
                <c:pt idx="21">
                  <c:v>0.38</c:v>
                </c:pt>
                <c:pt idx="22">
                  <c:v>0.5</c:v>
                </c:pt>
                <c:pt idx="23">
                  <c:v>0.51</c:v>
                </c:pt>
                <c:pt idx="24">
                  <c:v>0.51</c:v>
                </c:pt>
                <c:pt idx="25">
                  <c:v>0.56</c:v>
                </c:pt>
                <c:pt idx="26">
                  <c:v>0.51</c:v>
                </c:pt>
                <c:pt idx="27">
                  <c:v>0.47</c:v>
                </c:pt>
                <c:pt idx="28">
                  <c:v>0.54</c:v>
                </c:pt>
                <c:pt idx="29">
                  <c:v>0.87</c:v>
                </c:pt>
                <c:pt idx="30">
                  <c:v>2.74</c:v>
                </c:pt>
                <c:pt idx="31">
                  <c:v>2.53</c:v>
                </c:pt>
                <c:pt idx="32">
                  <c:v>2.76</c:v>
                </c:pt>
                <c:pt idx="33">
                  <c:v>2.95</c:v>
                </c:pt>
                <c:pt idx="34">
                  <c:v>3.0</c:v>
                </c:pt>
                <c:pt idx="35">
                  <c:v>2.95</c:v>
                </c:pt>
                <c:pt idx="36">
                  <c:v>2.56</c:v>
                </c:pt>
                <c:pt idx="37">
                  <c:v>5.01</c:v>
                </c:pt>
                <c:pt idx="38">
                  <c:v>4.57</c:v>
                </c:pt>
                <c:pt idx="39">
                  <c:v>4.39</c:v>
                </c:pt>
                <c:pt idx="40">
                  <c:v>4.5</c:v>
                </c:pt>
                <c:pt idx="41">
                  <c:v>5.13</c:v>
                </c:pt>
                <c:pt idx="42">
                  <c:v>4.91</c:v>
                </c:pt>
                <c:pt idx="43">
                  <c:v>4.73</c:v>
                </c:pt>
                <c:pt idx="44">
                  <c:v>3.8</c:v>
                </c:pt>
                <c:pt idx="45">
                  <c:v>3.62</c:v>
                </c:pt>
                <c:pt idx="46">
                  <c:v>3.7</c:v>
                </c:pt>
                <c:pt idx="47">
                  <c:v>3.28</c:v>
                </c:pt>
                <c:pt idx="48">
                  <c:v>3.61</c:v>
                </c:pt>
                <c:pt idx="49">
                  <c:v>3.84</c:v>
                </c:pt>
                <c:pt idx="50">
                  <c:v>4.02</c:v>
                </c:pt>
                <c:pt idx="51">
                  <c:v>3.53</c:v>
                </c:pt>
                <c:pt idx="52">
                  <c:v>3.23</c:v>
                </c:pt>
                <c:pt idx="53">
                  <c:v>2.56</c:v>
                </c:pt>
                <c:pt idx="54">
                  <c:v>2.7</c:v>
                </c:pt>
                <c:pt idx="55">
                  <c:v>2.85</c:v>
                </c:pt>
                <c:pt idx="56">
                  <c:v>2.88</c:v>
                </c:pt>
                <c:pt idx="57">
                  <c:v>2.64</c:v>
                </c:pt>
                <c:pt idx="58">
                  <c:v>2.93</c:v>
                </c:pt>
                <c:pt idx="59">
                  <c:v>2.37</c:v>
                </c:pt>
                <c:pt idx="60">
                  <c:v>0.78</c:v>
                </c:pt>
                <c:pt idx="61">
                  <c:v>0.71</c:v>
                </c:pt>
                <c:pt idx="62">
                  <c:v>0.81</c:v>
                </c:pt>
                <c:pt idx="63">
                  <c:v>0.78</c:v>
                </c:pt>
                <c:pt idx="64">
                  <c:v>0.62</c:v>
                </c:pt>
                <c:pt idx="65">
                  <c:v>0.61</c:v>
                </c:pt>
                <c:pt idx="66">
                  <c:v>0.59</c:v>
                </c:pt>
                <c:pt idx="67">
                  <c:v>0.59</c:v>
                </c:pt>
                <c:pt idx="68">
                  <c:v>0.54</c:v>
                </c:pt>
                <c:pt idx="69">
                  <c:v>0.51</c:v>
                </c:pt>
                <c:pt idx="70">
                  <c:v>0.58</c:v>
                </c:pt>
                <c:pt idx="71">
                  <c:v>0.58</c:v>
                </c:pt>
                <c:pt idx="72">
                  <c:v>0.54</c:v>
                </c:pt>
                <c:pt idx="73">
                  <c:v>0.65</c:v>
                </c:pt>
                <c:pt idx="74">
                  <c:v>0.53</c:v>
                </c:pt>
                <c:pt idx="75">
                  <c:v>0.6</c:v>
                </c:pt>
                <c:pt idx="76">
                  <c:v>0.64</c:v>
                </c:pt>
                <c:pt idx="77">
                  <c:v>0.6</c:v>
                </c:pt>
                <c:pt idx="78">
                  <c:v>0.64</c:v>
                </c:pt>
                <c:pt idx="79">
                  <c:v>0.58</c:v>
                </c:pt>
                <c:pt idx="80">
                  <c:v>0.59</c:v>
                </c:pt>
                <c:pt idx="81">
                  <c:v>0.66</c:v>
                </c:pt>
                <c:pt idx="82">
                  <c:v>0.65</c:v>
                </c:pt>
                <c:pt idx="83">
                  <c:v>0.71</c:v>
                </c:pt>
                <c:pt idx="84">
                  <c:v>0.66</c:v>
                </c:pt>
                <c:pt idx="85">
                  <c:v>0.69</c:v>
                </c:pt>
                <c:pt idx="86">
                  <c:v>0.63</c:v>
                </c:pt>
                <c:pt idx="87">
                  <c:v>0.67</c:v>
                </c:pt>
                <c:pt idx="88">
                  <c:v>0.61</c:v>
                </c:pt>
                <c:pt idx="89">
                  <c:v>0.52</c:v>
                </c:pt>
                <c:pt idx="90">
                  <c:v>0.51</c:v>
                </c:pt>
                <c:pt idx="91">
                  <c:v>0.53</c:v>
                </c:pt>
                <c:pt idx="92">
                  <c:v>0.3</c:v>
                </c:pt>
                <c:pt idx="93">
                  <c:v>0.26</c:v>
                </c:pt>
                <c:pt idx="94">
                  <c:v>0.25</c:v>
                </c:pt>
                <c:pt idx="95">
                  <c:v>0.28</c:v>
                </c:pt>
                <c:pt idx="96">
                  <c:v>0.39</c:v>
                </c:pt>
                <c:pt idx="97">
                  <c:v>0.38</c:v>
                </c:pt>
                <c:pt idx="98">
                  <c:v>0.35</c:v>
                </c:pt>
                <c:pt idx="99">
                  <c:v>0.34</c:v>
                </c:pt>
                <c:pt idx="100">
                  <c:v>0.28</c:v>
                </c:pt>
                <c:pt idx="101">
                  <c:v>0.32</c:v>
                </c:pt>
                <c:pt idx="102">
                  <c:v>0.3</c:v>
                </c:pt>
                <c:pt idx="103">
                  <c:v>0.32</c:v>
                </c:pt>
                <c:pt idx="104">
                  <c:v>0.38</c:v>
                </c:pt>
                <c:pt idx="105">
                  <c:v>0.38</c:v>
                </c:pt>
                <c:pt idx="106">
                  <c:v>0.36</c:v>
                </c:pt>
                <c:pt idx="107">
                  <c:v>0.39</c:v>
                </c:pt>
                <c:pt idx="108">
                  <c:v>0.38</c:v>
                </c:pt>
                <c:pt idx="109">
                  <c:v>0.38</c:v>
                </c:pt>
                <c:pt idx="110">
                  <c:v>0.36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Jun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'25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6">
                  <c:v>1.27</c:v>
                </c:pt>
                <c:pt idx="21">
                  <c:v>0.38</c:v>
                </c:pt>
                <c:pt idx="28">
                  <c:v>0.54</c:v>
                </c:pt>
                <c:pt idx="29">
                  <c:v>0.87</c:v>
                </c:pt>
                <c:pt idx="36">
                  <c:v>2.56</c:v>
                </c:pt>
                <c:pt idx="52">
                  <c:v>3.23</c:v>
                </c:pt>
                <c:pt idx="59">
                  <c:v>2.37</c:v>
                </c:pt>
                <c:pt idx="72">
                  <c:v>0.54</c:v>
                </c:pt>
                <c:pt idx="91">
                  <c:v>0.53</c:v>
                </c:pt>
                <c:pt idx="95">
                  <c:v>0.28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Elevation Oncology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ELEV  ·  acquired by Concentra Biosciences, LLC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$0.36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Jun 09, 2025   ·   Closed Jul 23, 2025   ·   Status: completed   ·   Pre-ann. volume 0.45×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Elevation Oncology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Elevation Oncology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75152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3712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65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2988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6969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2976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689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109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665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89617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38089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Mar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Jul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18, 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Elevation Board determines to discontinue development of…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20,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EO-3021 discontinuation and…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07,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Unsolicited non-binding proposal from Party A to acquire…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23, 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Initial proposal from Parent (Concentra) to acquire…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12, 2025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submits revised proposal for net cash at closing…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14, 2025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Committee approves proceeding with Parent over…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08, 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Elevation Board unanimously approves the Merger Agreement…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09, 2025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Merger Agreement.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23, 2025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Commencement of the tender offer.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22, 2025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11:59 p.m. ET.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23, 2025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Elevation becomes a wholly owned…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11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Elevation Oncology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10 unexplained pre-announcement move weeks (of 10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2024-01-12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+213%  ($0.87→$2.74)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514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2024-03-01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+96%  ($2.56→$5.01)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465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2024-08-09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-67%  ($2.37→$0.78)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304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2024-01-05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+63%  ($0.54→$0.87)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521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2025-03-21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-44%  ($0.53→$0.3)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80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2025-04-18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+38%  ($0.28→$0.39)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52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2023-11-17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+32%  ($0.38→$0.5)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570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2023-08-04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-23%  ($1.27→$0.98)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675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Elevation Oncology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2023-04-26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Elevation Oncology Highlights Clinical Data for SYSA1801 (EO-3021) to be Presented by Partner CSPC…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2023-06-03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Elevation Oncology Highlights First-in-Human Phase 1 SYSA1801 (EO-3021) Clinical Data to be Presented by…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2025-06-15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HAPPY FATHER’S DAY! and $HAREHOLDER ALERT: Class Action Attorney Juan Monteverde Investigates the Merger of…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