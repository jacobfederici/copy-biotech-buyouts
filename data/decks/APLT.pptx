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Sheet1!$A$2:$A$114</c:f>
              <c:strCache>
                <c:ptCount val="113"/>
                <c:pt idx="0">
                  <c:v>Dec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'26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Sheet1!$B$2:$B$114</c:f>
              <c:numCache>
                <c:formatCode>General</c:formatCode>
                <c:ptCount val="113"/>
                <c:pt idx="0">
                  <c:v>2.96</c:v>
                </c:pt>
                <c:pt idx="1">
                  <c:v>3.12</c:v>
                </c:pt>
                <c:pt idx="2">
                  <c:v>3.35</c:v>
                </c:pt>
                <c:pt idx="3">
                  <c:v>2.25</c:v>
                </c:pt>
                <c:pt idx="4">
                  <c:v>2.5</c:v>
                </c:pt>
                <c:pt idx="5">
                  <c:v>2.54</c:v>
                </c:pt>
                <c:pt idx="6">
                  <c:v>2.91</c:v>
                </c:pt>
                <c:pt idx="7">
                  <c:v>3.02</c:v>
                </c:pt>
                <c:pt idx="8">
                  <c:v>2.78</c:v>
                </c:pt>
                <c:pt idx="9">
                  <c:v>5.38</c:v>
                </c:pt>
                <c:pt idx="10">
                  <c:v>5.74</c:v>
                </c:pt>
                <c:pt idx="11">
                  <c:v>7.07</c:v>
                </c:pt>
                <c:pt idx="12">
                  <c:v>6.93</c:v>
                </c:pt>
                <c:pt idx="13">
                  <c:v>6.02</c:v>
                </c:pt>
                <c:pt idx="14">
                  <c:v>6.75</c:v>
                </c:pt>
                <c:pt idx="15">
                  <c:v>6.8</c:v>
                </c:pt>
                <c:pt idx="16">
                  <c:v>5.78</c:v>
                </c:pt>
                <c:pt idx="17">
                  <c:v>5.16</c:v>
                </c:pt>
                <c:pt idx="18">
                  <c:v>4.38</c:v>
                </c:pt>
                <c:pt idx="19">
                  <c:v>4.28</c:v>
                </c:pt>
                <c:pt idx="20">
                  <c:v>4.76</c:v>
                </c:pt>
                <c:pt idx="21">
                  <c:v>4.39</c:v>
                </c:pt>
                <c:pt idx="22">
                  <c:v>4.19</c:v>
                </c:pt>
                <c:pt idx="23">
                  <c:v>4.08</c:v>
                </c:pt>
                <c:pt idx="24">
                  <c:v>4.28</c:v>
                </c:pt>
                <c:pt idx="25">
                  <c:v>4.67</c:v>
                </c:pt>
                <c:pt idx="26">
                  <c:v>5.05</c:v>
                </c:pt>
                <c:pt idx="27">
                  <c:v>4.55</c:v>
                </c:pt>
                <c:pt idx="28">
                  <c:v>4.67</c:v>
                </c:pt>
                <c:pt idx="29">
                  <c:v>4.51</c:v>
                </c:pt>
                <c:pt idx="30">
                  <c:v>5.55</c:v>
                </c:pt>
                <c:pt idx="31">
                  <c:v>5.14</c:v>
                </c:pt>
                <c:pt idx="32">
                  <c:v>5.22</c:v>
                </c:pt>
                <c:pt idx="33">
                  <c:v>5.89</c:v>
                </c:pt>
                <c:pt idx="34">
                  <c:v>6.21</c:v>
                </c:pt>
                <c:pt idx="35">
                  <c:v>5.85</c:v>
                </c:pt>
                <c:pt idx="36">
                  <c:v>5.77</c:v>
                </c:pt>
                <c:pt idx="37">
                  <c:v>6.34</c:v>
                </c:pt>
                <c:pt idx="38">
                  <c:v>5.7</c:v>
                </c:pt>
                <c:pt idx="39">
                  <c:v>4.89</c:v>
                </c:pt>
                <c:pt idx="40">
                  <c:v>7.7</c:v>
                </c:pt>
                <c:pt idx="41">
                  <c:v>8.27</c:v>
                </c:pt>
                <c:pt idx="42">
                  <c:v>7.7</c:v>
                </c:pt>
                <c:pt idx="43">
                  <c:v>8.57</c:v>
                </c:pt>
                <c:pt idx="44">
                  <c:v>8.96</c:v>
                </c:pt>
                <c:pt idx="45">
                  <c:v>8.43</c:v>
                </c:pt>
                <c:pt idx="46">
                  <c:v>9.09</c:v>
                </c:pt>
                <c:pt idx="47">
                  <c:v>10.09</c:v>
                </c:pt>
                <c:pt idx="48">
                  <c:v>8.69</c:v>
                </c:pt>
                <c:pt idx="49">
                  <c:v>9.62</c:v>
                </c:pt>
                <c:pt idx="50">
                  <c:v>2.03</c:v>
                </c:pt>
                <c:pt idx="51">
                  <c:v>1.28</c:v>
                </c:pt>
                <c:pt idx="52">
                  <c:v>1.15</c:v>
                </c:pt>
                <c:pt idx="53">
                  <c:v>0.88</c:v>
                </c:pt>
                <c:pt idx="54">
                  <c:v>0.85</c:v>
                </c:pt>
                <c:pt idx="55">
                  <c:v>0.94</c:v>
                </c:pt>
                <c:pt idx="56">
                  <c:v>0.68</c:v>
                </c:pt>
                <c:pt idx="57">
                  <c:v>0.65</c:v>
                </c:pt>
                <c:pt idx="58">
                  <c:v>0.64</c:v>
                </c:pt>
                <c:pt idx="59">
                  <c:v>0.59</c:v>
                </c:pt>
                <c:pt idx="60">
                  <c:v>0.61</c:v>
                </c:pt>
                <c:pt idx="61">
                  <c:v>0.65</c:v>
                </c:pt>
                <c:pt idx="62">
                  <c:v>0.53</c:v>
                </c:pt>
                <c:pt idx="63">
                  <c:v>0.51</c:v>
                </c:pt>
                <c:pt idx="64">
                  <c:v>0.57</c:v>
                </c:pt>
                <c:pt idx="65">
                  <c:v>0.51</c:v>
                </c:pt>
                <c:pt idx="66">
                  <c:v>0.57</c:v>
                </c:pt>
                <c:pt idx="67">
                  <c:v>0.52</c:v>
                </c:pt>
                <c:pt idx="68">
                  <c:v>0.43</c:v>
                </c:pt>
                <c:pt idx="69">
                  <c:v>0.37</c:v>
                </c:pt>
                <c:pt idx="70">
                  <c:v>0.33</c:v>
                </c:pt>
                <c:pt idx="71">
                  <c:v>0.4</c:v>
                </c:pt>
                <c:pt idx="72">
                  <c:v>0.46</c:v>
                </c:pt>
                <c:pt idx="73">
                  <c:v>0.4</c:v>
                </c:pt>
                <c:pt idx="74">
                  <c:v>0.6</c:v>
                </c:pt>
                <c:pt idx="75">
                  <c:v>0.41</c:v>
                </c:pt>
                <c:pt idx="76">
                  <c:v>0.35</c:v>
                </c:pt>
                <c:pt idx="77">
                  <c:v>0.37</c:v>
                </c:pt>
                <c:pt idx="78">
                  <c:v>0.35</c:v>
                </c:pt>
                <c:pt idx="79">
                  <c:v>0.34</c:v>
                </c:pt>
                <c:pt idx="80">
                  <c:v>0.32</c:v>
                </c:pt>
                <c:pt idx="81">
                  <c:v>0.32</c:v>
                </c:pt>
                <c:pt idx="82">
                  <c:v>0.41</c:v>
                </c:pt>
                <c:pt idx="83">
                  <c:v>0.46</c:v>
                </c:pt>
                <c:pt idx="84">
                  <c:v>0.48</c:v>
                </c:pt>
                <c:pt idx="85">
                  <c:v>0.44</c:v>
                </c:pt>
                <c:pt idx="86">
                  <c:v>0.43</c:v>
                </c:pt>
                <c:pt idx="87">
                  <c:v>0.48</c:v>
                </c:pt>
                <c:pt idx="88">
                  <c:v>0.51</c:v>
                </c:pt>
                <c:pt idx="89">
                  <c:v>0.49</c:v>
                </c:pt>
                <c:pt idx="90">
                  <c:v>0.47</c:v>
                </c:pt>
                <c:pt idx="91">
                  <c:v>0.42</c:v>
                </c:pt>
                <c:pt idx="92">
                  <c:v>0.43</c:v>
                </c:pt>
                <c:pt idx="93">
                  <c:v>1.24</c:v>
                </c:pt>
                <c:pt idx="94">
                  <c:v>1.0</c:v>
                </c:pt>
                <c:pt idx="95">
                  <c:v>0.94</c:v>
                </c:pt>
                <c:pt idx="96">
                  <c:v>1.28</c:v>
                </c:pt>
                <c:pt idx="97">
                  <c:v>1.37</c:v>
                </c:pt>
                <c:pt idx="98">
                  <c:v>1.15</c:v>
                </c:pt>
                <c:pt idx="99">
                  <c:v>0.85</c:v>
                </c:pt>
                <c:pt idx="100">
                  <c:v>0.22</c:v>
                </c:pt>
                <c:pt idx="101">
                  <c:v>0.26</c:v>
                </c:pt>
                <c:pt idx="102">
                  <c:v>0.26</c:v>
                </c:pt>
                <c:pt idx="103">
                  <c:v>0.22</c:v>
                </c:pt>
                <c:pt idx="104">
                  <c:v>0.12</c:v>
                </c:pt>
                <c:pt idx="105">
                  <c:v>0.12</c:v>
                </c:pt>
                <c:pt idx="106">
                  <c:v>0.11</c:v>
                </c:pt>
                <c:pt idx="107">
                  <c:v>0.1</c:v>
                </c:pt>
                <c:pt idx="108">
                  <c:v>0.1</c:v>
                </c:pt>
                <c:pt idx="109">
                  <c:v>0.1</c:v>
                </c:pt>
                <c:pt idx="110">
                  <c:v>0.1</c:v>
                </c:pt>
                <c:pt idx="111">
                  <c:v>0.1</c:v>
                </c:pt>
                <c:pt idx="112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Dec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'26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Sheet1!$C$2:$C$114</c:f>
              <c:numCache>
                <c:formatCode>General</c:formatCode>
                <c:ptCount val="113"/>
                <c:pt idx="2">
                  <c:v>3.35</c:v>
                </c:pt>
                <c:pt idx="73">
                  <c:v>0.4</c:v>
                </c:pt>
                <c:pt idx="74">
                  <c:v>0.6</c:v>
                </c:pt>
                <c:pt idx="92">
                  <c:v>0.43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Dec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'26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Sheet1!$D$2:$D$114</c:f>
              <c:numCache>
                <c:formatCode>General</c:formatCode>
                <c:ptCount val="113"/>
                <c:pt idx="8">
                  <c:v>2.78</c:v>
                </c:pt>
                <c:pt idx="39">
                  <c:v>4.89</c:v>
                </c:pt>
                <c:pt idx="49">
                  <c:v>9.62</c:v>
                </c:pt>
                <c:pt idx="50">
                  <c:v>2.03</c:v>
                </c:pt>
                <c:pt idx="55">
                  <c:v>0.94</c:v>
                </c:pt>
                <c:pt idx="81">
                  <c:v>0.32</c:v>
                </c:pt>
                <c:pt idx="95">
                  <c:v>0.94</c:v>
                </c:pt>
                <c:pt idx="99">
                  <c:v>0.85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Dec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Feb '24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'24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Jul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Sep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Nov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Feb '25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Apr '25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Jun '25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Nov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Jan '26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Sheet1!$E$2:$E$114</c:f>
              <c:numCache>
                <c:formatCode>General</c:formatCode>
                <c:ptCount val="113"/>
                <c:pt idx="104">
                  <c:v>0.12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Applied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APLT  ·  acquired by Cycle Group Holdings Limited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$0.088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-74%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83%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11, 2025   ·   Closed Feb 03, 2026   ·   Status: completed   ·   Pre-ann. volume 3.56×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Applied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Applied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16441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25001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807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684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540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8181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572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8233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95876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10954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61890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41445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Nov 2024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27, 2024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FDA issues Complete Response Letter for govorestat in…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19, 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CEO Shoshana Shendelman resigns; Les Funtleyder appointed…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29, 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introduction between Cycle CEO James Harrison and…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30,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Applied Therapeutics and Cycle Pharmaceuticals Limited…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20,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Applied Therapeutics announces workforce reduction and…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23,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Cycle submits updated proposal including a $7.5 million…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24,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Applied Therapeutics board counters with $0.093/share plus…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05, 2025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E submits a $20 million cash proposal but requires…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11, 2025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Cycle reduces upfront price to $0.088 to account for ATM…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29, 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02,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51.56% of shares tendered.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03,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 under Section 251(h) of the DGCL.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Applied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16 unexplained pre-announcement move weeks (of 17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2025-09-26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+185%  ($0.43→$1.24)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76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2024-02-16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+94%  ($2.78→$5.38)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664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2024-11-29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-79%  ($9.62→$2.03)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377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2025-11-14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-74%  ($0.85→$0.22)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27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2024-09-20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+58%  ($4.89→$7.7)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447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2025-05-16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+51%  ($0.4→$0.6)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209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2024-12-06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-37%  ($2.03→$1.28)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370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2025-10-17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+36%  ($0.94→$1.28)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55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Applied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Applied Therapeutics Inc (APLT) Reports Q3 2023 Financial Results Amidst Upcoming Clinical ...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Applied Therapeutics Reports Third Quarter 2023 Financial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Applied Therapeutics Reports Third Quarter 2023 Financial Results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2024-01-04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Applied Therapeutics Announces Topline Results from the ARISE-HF Phase 3 Study of AT-001 in Diabetic…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Applied Therapeutics Reports Fourth Quarter and Year-end 2024 Financial Results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Applied Therapeutics Reports First Quarter 2025 Financial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Applied Therapeutics Presents Full 12-Month Clinical Results and New Topline Data from INSPIRE Phase 2/3…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2025-08-13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Applied Therapeutics Reports Second Quarter 2025 Financial Results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4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2025-09-29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Applied Therapeutics Provides Update Following Meeting with FDA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