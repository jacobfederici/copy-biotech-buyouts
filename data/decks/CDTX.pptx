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15.6</c:v>
                </c:pt>
                <c:pt idx="1">
                  <c:v>14.2</c:v>
                </c:pt>
                <c:pt idx="2">
                  <c:v>15.6</c:v>
                </c:pt>
                <c:pt idx="3">
                  <c:v>14.8</c:v>
                </c:pt>
                <c:pt idx="4">
                  <c:v>14.4</c:v>
                </c:pt>
                <c:pt idx="5">
                  <c:v>16.4</c:v>
                </c:pt>
                <c:pt idx="6">
                  <c:v>15.8</c:v>
                </c:pt>
                <c:pt idx="7">
                  <c:v>15.6</c:v>
                </c:pt>
                <c:pt idx="8">
                  <c:v>15.4</c:v>
                </c:pt>
                <c:pt idx="9">
                  <c:v>14.4</c:v>
                </c:pt>
                <c:pt idx="10">
                  <c:v>13.4</c:v>
                </c:pt>
                <c:pt idx="11">
                  <c:v>14.0</c:v>
                </c:pt>
                <c:pt idx="12">
                  <c:v>14.6</c:v>
                </c:pt>
                <c:pt idx="13">
                  <c:v>14.2</c:v>
                </c:pt>
                <c:pt idx="14">
                  <c:v>14.0</c:v>
                </c:pt>
                <c:pt idx="15">
                  <c:v>14.2</c:v>
                </c:pt>
                <c:pt idx="16">
                  <c:v>13.8</c:v>
                </c:pt>
                <c:pt idx="17">
                  <c:v>13.8</c:v>
                </c:pt>
                <c:pt idx="18">
                  <c:v>15.6</c:v>
                </c:pt>
                <c:pt idx="19">
                  <c:v>18.4</c:v>
                </c:pt>
                <c:pt idx="20">
                  <c:v>23.2</c:v>
                </c:pt>
                <c:pt idx="21">
                  <c:v>16.2</c:v>
                </c:pt>
                <c:pt idx="22">
                  <c:v>13.6</c:v>
                </c:pt>
                <c:pt idx="23">
                  <c:v>252.6</c:v>
                </c:pt>
                <c:pt idx="24">
                  <c:v>250.2</c:v>
                </c:pt>
                <c:pt idx="25">
                  <c:v>243.2</c:v>
                </c:pt>
                <c:pt idx="26">
                  <c:v>11.21</c:v>
                </c:pt>
                <c:pt idx="27">
                  <c:v>12.02</c:v>
                </c:pt>
                <c:pt idx="28">
                  <c:v>12.69</c:v>
                </c:pt>
                <c:pt idx="29">
                  <c:v>12.84</c:v>
                </c:pt>
                <c:pt idx="30">
                  <c:v>13.44</c:v>
                </c:pt>
                <c:pt idx="31">
                  <c:v>11.62</c:v>
                </c:pt>
                <c:pt idx="32">
                  <c:v>11.94</c:v>
                </c:pt>
                <c:pt idx="33">
                  <c:v>12.05</c:v>
                </c:pt>
                <c:pt idx="34">
                  <c:v>11.48</c:v>
                </c:pt>
                <c:pt idx="35">
                  <c:v>11.81</c:v>
                </c:pt>
                <c:pt idx="36">
                  <c:v>13.24</c:v>
                </c:pt>
                <c:pt idx="37">
                  <c:v>11.88</c:v>
                </c:pt>
                <c:pt idx="38">
                  <c:v>11.81</c:v>
                </c:pt>
                <c:pt idx="39">
                  <c:v>12.79</c:v>
                </c:pt>
                <c:pt idx="40">
                  <c:v>12.98</c:v>
                </c:pt>
                <c:pt idx="41">
                  <c:v>11.89</c:v>
                </c:pt>
                <c:pt idx="42">
                  <c:v>11.44</c:v>
                </c:pt>
                <c:pt idx="43">
                  <c:v>11.94</c:v>
                </c:pt>
                <c:pt idx="44">
                  <c:v>11.27</c:v>
                </c:pt>
                <c:pt idx="45">
                  <c:v>10.74</c:v>
                </c:pt>
                <c:pt idx="46">
                  <c:v>10.9</c:v>
                </c:pt>
                <c:pt idx="47">
                  <c:v>10.61</c:v>
                </c:pt>
                <c:pt idx="48">
                  <c:v>11.26</c:v>
                </c:pt>
                <c:pt idx="49">
                  <c:v>12.6</c:v>
                </c:pt>
                <c:pt idx="50">
                  <c:v>13.09</c:v>
                </c:pt>
                <c:pt idx="51">
                  <c:v>13.5</c:v>
                </c:pt>
                <c:pt idx="52">
                  <c:v>14.37</c:v>
                </c:pt>
                <c:pt idx="53">
                  <c:v>20.4</c:v>
                </c:pt>
                <c:pt idx="54">
                  <c:v>20.21</c:v>
                </c:pt>
                <c:pt idx="55">
                  <c:v>23.73</c:v>
                </c:pt>
                <c:pt idx="56">
                  <c:v>22.88</c:v>
                </c:pt>
                <c:pt idx="57">
                  <c:v>23.22</c:v>
                </c:pt>
                <c:pt idx="58">
                  <c:v>23.69</c:v>
                </c:pt>
                <c:pt idx="59">
                  <c:v>26.62</c:v>
                </c:pt>
                <c:pt idx="60">
                  <c:v>24.0</c:v>
                </c:pt>
                <c:pt idx="61">
                  <c:v>21.7</c:v>
                </c:pt>
                <c:pt idx="62">
                  <c:v>18.91</c:v>
                </c:pt>
                <c:pt idx="63">
                  <c:v>18.57</c:v>
                </c:pt>
                <c:pt idx="64">
                  <c:v>21.68</c:v>
                </c:pt>
                <c:pt idx="65">
                  <c:v>23.94</c:v>
                </c:pt>
                <c:pt idx="66">
                  <c:v>21.54</c:v>
                </c:pt>
                <c:pt idx="67">
                  <c:v>24.9</c:v>
                </c:pt>
                <c:pt idx="68">
                  <c:v>23.66</c:v>
                </c:pt>
                <c:pt idx="69">
                  <c:v>22.05</c:v>
                </c:pt>
                <c:pt idx="70">
                  <c:v>22.47</c:v>
                </c:pt>
                <c:pt idx="71">
                  <c:v>22.39</c:v>
                </c:pt>
                <c:pt idx="72">
                  <c:v>16.43</c:v>
                </c:pt>
                <c:pt idx="73">
                  <c:v>18.2</c:v>
                </c:pt>
                <c:pt idx="74">
                  <c:v>19.44</c:v>
                </c:pt>
                <c:pt idx="75">
                  <c:v>21.54</c:v>
                </c:pt>
                <c:pt idx="76">
                  <c:v>21.69</c:v>
                </c:pt>
                <c:pt idx="77">
                  <c:v>18.63</c:v>
                </c:pt>
                <c:pt idx="78">
                  <c:v>25.5</c:v>
                </c:pt>
                <c:pt idx="79">
                  <c:v>24.28</c:v>
                </c:pt>
                <c:pt idx="80">
                  <c:v>21.68</c:v>
                </c:pt>
                <c:pt idx="81">
                  <c:v>25.22</c:v>
                </c:pt>
                <c:pt idx="82">
                  <c:v>22.84</c:v>
                </c:pt>
                <c:pt idx="83">
                  <c:v>21.02</c:v>
                </c:pt>
                <c:pt idx="84">
                  <c:v>49.45</c:v>
                </c:pt>
                <c:pt idx="85">
                  <c:v>48.78</c:v>
                </c:pt>
                <c:pt idx="86">
                  <c:v>50.53</c:v>
                </c:pt>
                <c:pt idx="87">
                  <c:v>59.96</c:v>
                </c:pt>
                <c:pt idx="88">
                  <c:v>61.85</c:v>
                </c:pt>
                <c:pt idx="89">
                  <c:v>62.9</c:v>
                </c:pt>
                <c:pt idx="90">
                  <c:v>62.0</c:v>
                </c:pt>
                <c:pt idx="91">
                  <c:v>65.22</c:v>
                </c:pt>
                <c:pt idx="92">
                  <c:v>66.37</c:v>
                </c:pt>
                <c:pt idx="93">
                  <c:v>65.39</c:v>
                </c:pt>
                <c:pt idx="94">
                  <c:v>63.17</c:v>
                </c:pt>
                <c:pt idx="95">
                  <c:v>65.62</c:v>
                </c:pt>
                <c:pt idx="96">
                  <c:v>68.71</c:v>
                </c:pt>
                <c:pt idx="97">
                  <c:v>90.5</c:v>
                </c:pt>
                <c:pt idx="98">
                  <c:v>101.99</c:v>
                </c:pt>
                <c:pt idx="99">
                  <c:v>113.05</c:v>
                </c:pt>
                <c:pt idx="100">
                  <c:v>101.52</c:v>
                </c:pt>
                <c:pt idx="101">
                  <c:v>93.12</c:v>
                </c:pt>
                <c:pt idx="102">
                  <c:v>109.24</c:v>
                </c:pt>
                <c:pt idx="103">
                  <c:v>104.39</c:v>
                </c:pt>
                <c:pt idx="104">
                  <c:v>217.71</c:v>
                </c:pt>
                <c:pt idx="105">
                  <c:v>219.35</c:v>
                </c:pt>
                <c:pt idx="106">
                  <c:v>219.88</c:v>
                </c:pt>
                <c:pt idx="107">
                  <c:v>220.36</c:v>
                </c:pt>
                <c:pt idx="108">
                  <c:v>220.65</c:v>
                </c:pt>
                <c:pt idx="109">
                  <c:v>220.8</c:v>
                </c:pt>
                <c:pt idx="110">
                  <c:v>220.8</c:v>
                </c:pt>
                <c:pt idx="111">
                  <c:v>221.03</c:v>
                </c:pt>
                <c:pt idx="112">
                  <c:v>221.38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77">
                  <c:v>18.63</c:v>
                </c:pt>
                <c:pt idx="83">
                  <c:v>21.02</c:v>
                </c:pt>
                <c:pt idx="96">
                  <c:v>68.71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19">
                  <c:v>18.4</c:v>
                </c:pt>
                <c:pt idx="20">
                  <c:v>23.2</c:v>
                </c:pt>
                <c:pt idx="22">
                  <c:v>13.6</c:v>
                </c:pt>
                <c:pt idx="52">
                  <c:v>14.37</c:v>
                </c:pt>
                <c:pt idx="71">
                  <c:v>22.39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Sheet1!$E$2:$E$114</c:f>
              <c:numCache>
                <c:formatCode>General</c:formatCode>
                <c:ptCount val="113"/>
                <c:pt idx="104">
                  <c:v>217.71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Cidara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CDTX  ·  acquired by Merck &amp; Co.,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$221.5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14, 2025   ·   Closed Jan 07, 2026   ·   Status: completed   ·   Pre-ann. volume 0.94×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Cidara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Cidara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7389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5949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172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143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922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001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477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256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338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493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186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73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804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497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959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1903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0418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4347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23, 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Cidara announces first subjects dosed in Phase 2b NAVIGATE…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11,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business development call between Cidara management…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16,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Cidara and Merck enter into a mutual confidential…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Cidara announces positive topline results from the Phase 2b…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02,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Cidara Board appoints a Transaction Committee to evaluate…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Cidara management attends End-of-Phase 2 (EOP2) meeting…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Cidara announces BARDA contract award valued at up to $339…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D submits a non-binding proposal to acquire Cidara…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submits a proposal to acquire Cidara for $120 per…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D increases proposal to $130 per share.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D increases proposal to $150.50 per share with a…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submits revised proposal of $156 per share; Company F…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11, 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 bids $158; Company F bids $165; Merck maintains…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bids: Company E ($173.50), Company F ($185), Merck…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and transaction publicly…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06,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07,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Cidara becomes a wholly owned subsidiary…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Cidara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2024-04-26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+1755%  ($0.68→$12.63)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2025-06-27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+135%  ($21.02→$49.45)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2024-11-22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+42%  ($14.37→$20.4)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2025-05-16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+37%  ($18.63→$25.5)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182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2025-09-26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+32%  ($68.71→$90.5)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49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2024-04-12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($1.16→$0.81)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581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($22.39→$16.43)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224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2024-04-05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($0.92→$1.16)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588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Cidara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Cidara (CDTX) Climbs 105% on $9.2-Billion Merger with Merck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Cidara downgraded on Wall Street after Merck agrees to $9.2 billion buyout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MRK to Buy Cidara for $9.2B: Focus on Buyout Spree Heading Into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HAPPY THANKSGIVING AND ALERT: The M&amp;amp;A Class Action Firm Continues to Investigate the Merger – EXAS…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Cidara Therapeutics (CDTX) Rockets 722% in 2025 on Merck $9.2-Billion Merger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completed; Cidara notifies Nasdaq of consummation and requests delisting.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Merck &amp;amp; Co., Inc., Rahway, N.J., USA Announces Fourth-Quarter and Full-Year 2025 Financial Results…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Merck's Subdued 2026 Outlook: What it Means After Q4 Results?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This New $7 Million Bet Targets a CNS Drug Maker With Phase 3 Trial Underway and 27% Stock Gain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