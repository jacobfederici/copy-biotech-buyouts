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Sheet1!$A$2:$A$120</c:f>
              <c:strCache>
                <c:ptCount val="119"/>
                <c:pt idx="0">
                  <c:v>Mar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'08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'08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'08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'09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'09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'09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'09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'10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'10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</c:strCache>
            </c:strRef>
          </c:cat>
          <c:val>
            <c:numRef>
              <c:f>Sheet1!$B$2:$B$120</c:f>
              <c:numCache>
                <c:formatCode>General</c:formatCode>
                <c:ptCount val="119"/>
                <c:pt idx="0">
                  <c:v>36.77</c:v>
                </c:pt>
                <c:pt idx="1">
                  <c:v>37.51</c:v>
                </c:pt>
                <c:pt idx="2">
                  <c:v>38.86</c:v>
                </c:pt>
                <c:pt idx="3">
                  <c:v>38.1</c:v>
                </c:pt>
                <c:pt idx="4">
                  <c:v>37.83</c:v>
                </c:pt>
                <c:pt idx="5">
                  <c:v>37.05</c:v>
                </c:pt>
                <c:pt idx="6">
                  <c:v>35.02</c:v>
                </c:pt>
                <c:pt idx="7">
                  <c:v>34.58</c:v>
                </c:pt>
                <c:pt idx="8">
                  <c:v>34.77</c:v>
                </c:pt>
                <c:pt idx="9">
                  <c:v>35.72</c:v>
                </c:pt>
                <c:pt idx="10">
                  <c:v>35.73</c:v>
                </c:pt>
                <c:pt idx="11">
                  <c:v>33.13</c:v>
                </c:pt>
                <c:pt idx="12">
                  <c:v>35.3</c:v>
                </c:pt>
                <c:pt idx="13">
                  <c:v>39.95</c:v>
                </c:pt>
                <c:pt idx="14">
                  <c:v>39.77</c:v>
                </c:pt>
                <c:pt idx="15">
                  <c:v>40.03</c:v>
                </c:pt>
                <c:pt idx="16">
                  <c:v>40.77</c:v>
                </c:pt>
                <c:pt idx="17">
                  <c:v>43.95</c:v>
                </c:pt>
                <c:pt idx="18">
                  <c:v>45.16</c:v>
                </c:pt>
                <c:pt idx="19">
                  <c:v>47.89</c:v>
                </c:pt>
                <c:pt idx="20">
                  <c:v>50.7</c:v>
                </c:pt>
                <c:pt idx="21">
                  <c:v>52.2</c:v>
                </c:pt>
                <c:pt idx="22">
                  <c:v>50.87</c:v>
                </c:pt>
                <c:pt idx="23">
                  <c:v>53.14</c:v>
                </c:pt>
                <c:pt idx="24">
                  <c:v>49.77</c:v>
                </c:pt>
                <c:pt idx="25">
                  <c:v>50.5</c:v>
                </c:pt>
                <c:pt idx="26">
                  <c:v>47.55</c:v>
                </c:pt>
                <c:pt idx="27">
                  <c:v>48.95</c:v>
                </c:pt>
                <c:pt idx="28">
                  <c:v>47.01</c:v>
                </c:pt>
                <c:pt idx="29">
                  <c:v>49.1</c:v>
                </c:pt>
                <c:pt idx="30">
                  <c:v>45.84</c:v>
                </c:pt>
                <c:pt idx="31">
                  <c:v>37.55</c:v>
                </c:pt>
                <c:pt idx="32">
                  <c:v>38.42</c:v>
                </c:pt>
                <c:pt idx="33">
                  <c:v>34.54</c:v>
                </c:pt>
                <c:pt idx="34">
                  <c:v>37.95</c:v>
                </c:pt>
                <c:pt idx="35">
                  <c:v>40.65</c:v>
                </c:pt>
                <c:pt idx="36">
                  <c:v>36.92</c:v>
                </c:pt>
                <c:pt idx="37">
                  <c:v>35.68</c:v>
                </c:pt>
                <c:pt idx="38">
                  <c:v>37.2</c:v>
                </c:pt>
                <c:pt idx="39">
                  <c:v>34.2</c:v>
                </c:pt>
                <c:pt idx="40">
                  <c:v>33.39</c:v>
                </c:pt>
                <c:pt idx="41">
                  <c:v>37.6</c:v>
                </c:pt>
                <c:pt idx="42">
                  <c:v>38.05</c:v>
                </c:pt>
                <c:pt idx="43">
                  <c:v>39.77</c:v>
                </c:pt>
                <c:pt idx="44">
                  <c:v>38.28</c:v>
                </c:pt>
                <c:pt idx="45">
                  <c:v>36.88</c:v>
                </c:pt>
                <c:pt idx="46">
                  <c:v>35.72</c:v>
                </c:pt>
                <c:pt idx="47">
                  <c:v>35.6</c:v>
                </c:pt>
                <c:pt idx="48">
                  <c:v>41.79</c:v>
                </c:pt>
                <c:pt idx="49">
                  <c:v>41.1</c:v>
                </c:pt>
                <c:pt idx="50">
                  <c:v>39.45</c:v>
                </c:pt>
                <c:pt idx="51">
                  <c:v>34.1</c:v>
                </c:pt>
                <c:pt idx="52">
                  <c:v>34.86</c:v>
                </c:pt>
                <c:pt idx="53">
                  <c:v>38.54</c:v>
                </c:pt>
                <c:pt idx="54">
                  <c:v>36.03</c:v>
                </c:pt>
                <c:pt idx="55">
                  <c:v>38.74</c:v>
                </c:pt>
                <c:pt idx="56">
                  <c:v>35.96</c:v>
                </c:pt>
                <c:pt idx="57">
                  <c:v>34.98</c:v>
                </c:pt>
                <c:pt idx="58">
                  <c:v>33.69</c:v>
                </c:pt>
                <c:pt idx="59">
                  <c:v>33.19</c:v>
                </c:pt>
                <c:pt idx="60">
                  <c:v>32.67</c:v>
                </c:pt>
                <c:pt idx="61">
                  <c:v>33.59</c:v>
                </c:pt>
                <c:pt idx="62">
                  <c:v>32.25</c:v>
                </c:pt>
                <c:pt idx="63">
                  <c:v>34.23</c:v>
                </c:pt>
                <c:pt idx="64">
                  <c:v>33.8</c:v>
                </c:pt>
                <c:pt idx="65">
                  <c:v>30.73</c:v>
                </c:pt>
                <c:pt idx="66">
                  <c:v>29.32</c:v>
                </c:pt>
                <c:pt idx="67">
                  <c:v>28.05</c:v>
                </c:pt>
                <c:pt idx="68">
                  <c:v>27.56</c:v>
                </c:pt>
                <c:pt idx="69">
                  <c:v>27.47</c:v>
                </c:pt>
                <c:pt idx="70">
                  <c:v>28.44</c:v>
                </c:pt>
                <c:pt idx="71">
                  <c:v>30.07</c:v>
                </c:pt>
                <c:pt idx="72">
                  <c:v>32.87</c:v>
                </c:pt>
                <c:pt idx="73">
                  <c:v>33.79</c:v>
                </c:pt>
                <c:pt idx="74">
                  <c:v>32.89</c:v>
                </c:pt>
                <c:pt idx="75">
                  <c:v>32.5</c:v>
                </c:pt>
                <c:pt idx="76">
                  <c:v>33.89</c:v>
                </c:pt>
                <c:pt idx="77">
                  <c:v>34.15</c:v>
                </c:pt>
                <c:pt idx="78">
                  <c:v>33.27</c:v>
                </c:pt>
                <c:pt idx="79">
                  <c:v>34.36</c:v>
                </c:pt>
                <c:pt idx="80">
                  <c:v>34.95</c:v>
                </c:pt>
                <c:pt idx="81">
                  <c:v>34.96</c:v>
                </c:pt>
                <c:pt idx="82">
                  <c:v>34.16</c:v>
                </c:pt>
                <c:pt idx="83">
                  <c:v>33.42</c:v>
                </c:pt>
                <c:pt idx="84">
                  <c:v>31.9</c:v>
                </c:pt>
                <c:pt idx="85">
                  <c:v>32.37</c:v>
                </c:pt>
                <c:pt idx="86">
                  <c:v>32.22</c:v>
                </c:pt>
                <c:pt idx="87">
                  <c:v>33.32</c:v>
                </c:pt>
                <c:pt idx="88">
                  <c:v>34.23</c:v>
                </c:pt>
                <c:pt idx="89">
                  <c:v>32.79</c:v>
                </c:pt>
                <c:pt idx="90">
                  <c:v>33.11</c:v>
                </c:pt>
                <c:pt idx="91">
                  <c:v>34.35</c:v>
                </c:pt>
                <c:pt idx="92">
                  <c:v>34.75</c:v>
                </c:pt>
                <c:pt idx="93">
                  <c:v>31.07</c:v>
                </c:pt>
                <c:pt idx="94">
                  <c:v>31.83</c:v>
                </c:pt>
                <c:pt idx="95">
                  <c:v>31.06</c:v>
                </c:pt>
                <c:pt idx="96">
                  <c:v>32.03</c:v>
                </c:pt>
                <c:pt idx="97">
                  <c:v>34.73</c:v>
                </c:pt>
                <c:pt idx="98">
                  <c:v>33.99</c:v>
                </c:pt>
                <c:pt idx="99">
                  <c:v>34.22</c:v>
                </c:pt>
                <c:pt idx="100">
                  <c:v>34.73</c:v>
                </c:pt>
                <c:pt idx="101">
                  <c:v>35.47</c:v>
                </c:pt>
                <c:pt idx="102">
                  <c:v>36.88</c:v>
                </c:pt>
                <c:pt idx="103">
                  <c:v>37.01</c:v>
                </c:pt>
                <c:pt idx="104">
                  <c:v>56.99</c:v>
                </c:pt>
                <c:pt idx="105">
                  <c:v>57.68</c:v>
                </c:pt>
                <c:pt idx="106">
                  <c:v>58.94</c:v>
                </c:pt>
                <c:pt idx="107">
                  <c:v>59.33</c:v>
                </c:pt>
                <c:pt idx="108">
                  <c:v>59.76</c:v>
                </c:pt>
                <c:pt idx="109">
                  <c:v>60.06</c:v>
                </c:pt>
                <c:pt idx="110">
                  <c:v>59.52</c:v>
                </c:pt>
                <c:pt idx="111">
                  <c:v>59.12</c:v>
                </c:pt>
                <c:pt idx="112">
                  <c:v>58.67</c:v>
                </c:pt>
                <c:pt idx="113">
                  <c:v>56.5</c:v>
                </c:pt>
                <c:pt idx="114">
                  <c:v>59.8</c:v>
                </c:pt>
                <c:pt idx="115">
                  <c:v>57.38</c:v>
                </c:pt>
                <c:pt idx="116">
                  <c:v>57.38</c:v>
                </c:pt>
                <c:pt idx="117">
                  <c:v>57.46</c:v>
                </c:pt>
                <c:pt idx="118">
                  <c:v>57.49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Sheet1!$A$2:$A$120</c:f>
              <c:strCache>
                <c:ptCount val="119"/>
                <c:pt idx="0">
                  <c:v>Mar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'08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'08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'08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'09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'09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'09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'09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'10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'10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</c:strCache>
            </c:strRef>
          </c:cat>
          <c:val>
            <c:numRef>
              <c:f>Sheet1!$C$2:$C$120</c:f>
              <c:numCache>
                <c:formatCode>General</c:formatCode>
                <c:ptCount val="119"/>
                <c:pt idx="104">
                  <c:v>56.99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OSI PHARMACEUTICALS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OSIP  ·  acquired by Astellas US Holding,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$57.5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68%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Mar 01, 2010   ·   Closed Jun 08, 2010   ·   Status: completed   ·   Pre-ann. volume 0.82×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OSI PHARMACEUTICALS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OSI PHARMACEUTICALS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40917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9477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05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319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915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049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5431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7564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8900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576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584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3856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5989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524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Jun 2010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14, 2009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Astellas representatives meet with OSI CEO Dr. Colin…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02, 2009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Astellas submits nonbinding indication of interest at…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18, 2009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OSI Board determines the $55.00–$57.00 range is inadequate…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12, 2010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Astellas CEO Masafumi Nogimori orally proposes $52.00 per…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22, 2010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OSI Board formally rejects the $52.00 proposal but offers…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01, 2010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Astellas publicly announces intention to commence an…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02, 2010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Astellas formally commences the tender offer.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12, 2010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OSI Board unanimously recommends stockholders reject the…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16, 2010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approves Tarceva for first-line maintenance therapy.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16, 2010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OSI and Astellas enter into a definitive Merger Agreement…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02, 2010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offering period expires with approximately 86% of…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03, 2010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Astellas accepts tendered shares, triggering a change of…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07, 2010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Subsequent offering period expires; total shares tendered…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08, 2010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Short-form merger completed; OSI becomes a wholly owned…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OSI PHARMACEUTICALS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OSI PHARMACEUTICALS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2010-04-16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FDA Approves Tarceva (erlotinib) for First-line Maintenance Therapy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2010-05-16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OSI Pharmaceuticals and Astellas Pharma Inc. Enter into Definitive Merger Agreement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2010-06-08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Completion of Merger and Delisting from NASDAQ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