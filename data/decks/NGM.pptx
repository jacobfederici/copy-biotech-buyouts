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Mar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14.89</c:v>
                </c:pt>
                <c:pt idx="1">
                  <c:v>14.78</c:v>
                </c:pt>
                <c:pt idx="2">
                  <c:v>16.01</c:v>
                </c:pt>
                <c:pt idx="3">
                  <c:v>15.91</c:v>
                </c:pt>
                <c:pt idx="4">
                  <c:v>17.5</c:v>
                </c:pt>
                <c:pt idx="5">
                  <c:v>15.78</c:v>
                </c:pt>
                <c:pt idx="6">
                  <c:v>15.4</c:v>
                </c:pt>
                <c:pt idx="7">
                  <c:v>14.74</c:v>
                </c:pt>
                <c:pt idx="8">
                  <c:v>12.48</c:v>
                </c:pt>
                <c:pt idx="9">
                  <c:v>11.29</c:v>
                </c:pt>
                <c:pt idx="10">
                  <c:v>11.91</c:v>
                </c:pt>
                <c:pt idx="11">
                  <c:v>13.85</c:v>
                </c:pt>
                <c:pt idx="12">
                  <c:v>13.78</c:v>
                </c:pt>
                <c:pt idx="13">
                  <c:v>14.53</c:v>
                </c:pt>
                <c:pt idx="14">
                  <c:v>12.9</c:v>
                </c:pt>
                <c:pt idx="15">
                  <c:v>13.63</c:v>
                </c:pt>
                <c:pt idx="16">
                  <c:v>14.68</c:v>
                </c:pt>
                <c:pt idx="17">
                  <c:v>12.78</c:v>
                </c:pt>
                <c:pt idx="18">
                  <c:v>15.74</c:v>
                </c:pt>
                <c:pt idx="19">
                  <c:v>15.58</c:v>
                </c:pt>
                <c:pt idx="20">
                  <c:v>15.31</c:v>
                </c:pt>
                <c:pt idx="21">
                  <c:v>14.48</c:v>
                </c:pt>
                <c:pt idx="22">
                  <c:v>16.15</c:v>
                </c:pt>
                <c:pt idx="23">
                  <c:v>17.09</c:v>
                </c:pt>
                <c:pt idx="24">
                  <c:v>16.73</c:v>
                </c:pt>
                <c:pt idx="25">
                  <c:v>14.84</c:v>
                </c:pt>
                <c:pt idx="26">
                  <c:v>14.41</c:v>
                </c:pt>
                <c:pt idx="27">
                  <c:v>16.25</c:v>
                </c:pt>
                <c:pt idx="28">
                  <c:v>15.0</c:v>
                </c:pt>
                <c:pt idx="29">
                  <c:v>12.59</c:v>
                </c:pt>
                <c:pt idx="30">
                  <c:v>13.08</c:v>
                </c:pt>
                <c:pt idx="31">
                  <c:v>12.16</c:v>
                </c:pt>
                <c:pt idx="32">
                  <c:v>11.55</c:v>
                </c:pt>
                <c:pt idx="33">
                  <c:v>4.58</c:v>
                </c:pt>
                <c:pt idx="34">
                  <c:v>5.61</c:v>
                </c:pt>
                <c:pt idx="35">
                  <c:v>5.36</c:v>
                </c:pt>
                <c:pt idx="36">
                  <c:v>5.81</c:v>
                </c:pt>
                <c:pt idx="37">
                  <c:v>5.48</c:v>
                </c:pt>
                <c:pt idx="38">
                  <c:v>5.37</c:v>
                </c:pt>
                <c:pt idx="39">
                  <c:v>5.59</c:v>
                </c:pt>
                <c:pt idx="40">
                  <c:v>5.05</c:v>
                </c:pt>
                <c:pt idx="41">
                  <c:v>5.06</c:v>
                </c:pt>
                <c:pt idx="42">
                  <c:v>4.81</c:v>
                </c:pt>
                <c:pt idx="43">
                  <c:v>5.02</c:v>
                </c:pt>
                <c:pt idx="44">
                  <c:v>4.86</c:v>
                </c:pt>
                <c:pt idx="45">
                  <c:v>5.3</c:v>
                </c:pt>
                <c:pt idx="46">
                  <c:v>5.09</c:v>
                </c:pt>
                <c:pt idx="47">
                  <c:v>5.09</c:v>
                </c:pt>
                <c:pt idx="48">
                  <c:v>5.4</c:v>
                </c:pt>
                <c:pt idx="49">
                  <c:v>5.02</c:v>
                </c:pt>
                <c:pt idx="50">
                  <c:v>4.83</c:v>
                </c:pt>
                <c:pt idx="51">
                  <c:v>4.59</c:v>
                </c:pt>
                <c:pt idx="52">
                  <c:v>4.48</c:v>
                </c:pt>
                <c:pt idx="53">
                  <c:v>3.88</c:v>
                </c:pt>
                <c:pt idx="54">
                  <c:v>3.8</c:v>
                </c:pt>
                <c:pt idx="55">
                  <c:v>3.8</c:v>
                </c:pt>
                <c:pt idx="56">
                  <c:v>4.08</c:v>
                </c:pt>
                <c:pt idx="57">
                  <c:v>3.83</c:v>
                </c:pt>
                <c:pt idx="58">
                  <c:v>3.6</c:v>
                </c:pt>
                <c:pt idx="59">
                  <c:v>4.09</c:v>
                </c:pt>
                <c:pt idx="60">
                  <c:v>4.51</c:v>
                </c:pt>
                <c:pt idx="61">
                  <c:v>4.08</c:v>
                </c:pt>
                <c:pt idx="62">
                  <c:v>3.49</c:v>
                </c:pt>
                <c:pt idx="63">
                  <c:v>3.31</c:v>
                </c:pt>
                <c:pt idx="64">
                  <c:v>3.17</c:v>
                </c:pt>
                <c:pt idx="65">
                  <c:v>3.25</c:v>
                </c:pt>
                <c:pt idx="66">
                  <c:v>3.41</c:v>
                </c:pt>
                <c:pt idx="67">
                  <c:v>3.34</c:v>
                </c:pt>
                <c:pt idx="68">
                  <c:v>3.26</c:v>
                </c:pt>
                <c:pt idx="69">
                  <c:v>2.59</c:v>
                </c:pt>
                <c:pt idx="70">
                  <c:v>2.78</c:v>
                </c:pt>
                <c:pt idx="71">
                  <c:v>2.78</c:v>
                </c:pt>
                <c:pt idx="72">
                  <c:v>2.6</c:v>
                </c:pt>
                <c:pt idx="73">
                  <c:v>2.3</c:v>
                </c:pt>
                <c:pt idx="74">
                  <c:v>2.24</c:v>
                </c:pt>
                <c:pt idx="75">
                  <c:v>2.18</c:v>
                </c:pt>
                <c:pt idx="76">
                  <c:v>2.19</c:v>
                </c:pt>
                <c:pt idx="77">
                  <c:v>2.0</c:v>
                </c:pt>
                <c:pt idx="78">
                  <c:v>1.96</c:v>
                </c:pt>
                <c:pt idx="79">
                  <c:v>1.55</c:v>
                </c:pt>
                <c:pt idx="80">
                  <c:v>1.31</c:v>
                </c:pt>
                <c:pt idx="81">
                  <c:v>1.05</c:v>
                </c:pt>
                <c:pt idx="82">
                  <c:v>1.07</c:v>
                </c:pt>
                <c:pt idx="83">
                  <c:v>1.28</c:v>
                </c:pt>
                <c:pt idx="84">
                  <c:v>1.14</c:v>
                </c:pt>
                <c:pt idx="85">
                  <c:v>0.95</c:v>
                </c:pt>
                <c:pt idx="86">
                  <c:v>0.77</c:v>
                </c:pt>
                <c:pt idx="87">
                  <c:v>0.84</c:v>
                </c:pt>
                <c:pt idx="88">
                  <c:v>0.74</c:v>
                </c:pt>
                <c:pt idx="89">
                  <c:v>0.6</c:v>
                </c:pt>
                <c:pt idx="90">
                  <c:v>0.76</c:v>
                </c:pt>
                <c:pt idx="91">
                  <c:v>0.77</c:v>
                </c:pt>
                <c:pt idx="92">
                  <c:v>0.86</c:v>
                </c:pt>
                <c:pt idx="93">
                  <c:v>0.75</c:v>
                </c:pt>
                <c:pt idx="94">
                  <c:v>0.88</c:v>
                </c:pt>
                <c:pt idx="95">
                  <c:v>0.86</c:v>
                </c:pt>
                <c:pt idx="96">
                  <c:v>1.34</c:v>
                </c:pt>
                <c:pt idx="97">
                  <c:v>1.4</c:v>
                </c:pt>
                <c:pt idx="98">
                  <c:v>1.31</c:v>
                </c:pt>
                <c:pt idx="99">
                  <c:v>1.49</c:v>
                </c:pt>
                <c:pt idx="100">
                  <c:v>1.44</c:v>
                </c:pt>
                <c:pt idx="101">
                  <c:v>1.52</c:v>
                </c:pt>
                <c:pt idx="102">
                  <c:v>1.53</c:v>
                </c:pt>
                <c:pt idx="103">
                  <c:v>1.91</c:v>
                </c:pt>
                <c:pt idx="104">
                  <c:v>1.52</c:v>
                </c:pt>
                <c:pt idx="105">
                  <c:v>1.53</c:v>
                </c:pt>
                <c:pt idx="106">
                  <c:v>1.57</c:v>
                </c:pt>
                <c:pt idx="107">
                  <c:v>1.55</c:v>
                </c:pt>
                <c:pt idx="108">
                  <c:v>1.59</c:v>
                </c:pt>
                <c:pt idx="109">
                  <c:v>1.54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32">
                  <c:v>11.55</c:v>
                </c:pt>
                <c:pt idx="95">
                  <c:v>0.86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Mar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03">
                  <c:v>1.91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NGM Biopharmaceuticals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NGM  ·  acquired by The Column Group, LP (TCG) and affiliates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26, 2024   ·   Closed Apr 05, 2024   ·   Status: completed   ·   Pre-ann. volume 0.39×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NGM Biopharmaceuticals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NGM Biopharmaceuticals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2188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0748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385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02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299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375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141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39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293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215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600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369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522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907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291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60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214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214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367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59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597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981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5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519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904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904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88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88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442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826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64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749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133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133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518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287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440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82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978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7363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132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516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901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285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6702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3130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899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281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Peter Svennilson (TCG Managing Partner) emailed CEO David…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NGM Board held regular meeting discussing strategic…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05, 2023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Woodhouse met with TCG representatives to discuss strategic…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TCG affiliate The Column Group LLC entered into a…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attended by Guggenheim Securities and…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member Goeddel (TCG Managing Partner) called…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Svennilson requested updated shareholder list from…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Rieflin informed Woodhouse that TCG was considering a…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27, 2023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Rieflin informed Woodhouse that TCG would send a letter…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28, 2023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TCG submitted unsolicited, non-binding written expression…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2023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Board met; formed Special Committee (Shelly D.…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2024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filed 8-K disclosing TCG expression of interest and…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03, 2024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Woodhouse briefed Svennilson on Special Committee…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04, 2024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TCG submitted non-binding acquisition proposal at $1.45 per…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meeting; acknowledged receipt.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Chair Hooper responded to TCG; reported…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issued press release announcing evolved strategy…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formally approved engagement of…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2024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meeting with Guggenheim Securities…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2024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meeting: Guggenheim Securities presented…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24, 2024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Guggenheim Securities conveyed rejection to Svennilson by…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meeting; authorized Guggenheim Securities…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2024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Guggenheim Securities conveyed &gt;$2.00 position to…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Svennilson told Guggenheim Securities TCG had raised bid to…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48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NGM Biopharmaceuticals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meeting reviewed $1.55 proposal; directed…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Hogan Lovells and Paul, Weiss clarified there would be no…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Guggenheim Securities contacted three large pharmaceutical…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Guggenheim Securities reported: Strategic Party A not…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Paul, Weiss delivered initial draft Merger Agreement to…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Party B and C each declined to pursue acquisition.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meeting reviewed initial draft Merger…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NGM entered confidentiality agreement with Strategic Party…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Hogan Lovells delivered revised Merger Agreement to Paul…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Party D declined, citing remaining uncertainty in…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TCG and Paul, Weiss conducted due diligence videoconference…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Hogan Lovells delivered initial Company Disclosure Letter…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Paul, Weiss delivered revised Merger Agreement with…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Hogan Lovells delivered revised Merger Agreement accepting…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Hogan Lovells and Paul, Weiss continued negotiating Merger…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meeting: discussed Merger Agreement…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asked Guggenheim Securities to monitor…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Guggenheim Securities contacted Svennilson about stock…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unanimously recommended approval…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issued press release announcing Merger Agreement.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Woodhouse signed joinder to Stockholder Rollover Agreement.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(Merger Sub) commenced tender offer; SC 14D9…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expired; 22,323,295 shares tendered…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accepted tendered shares; Merger Sub and…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NGM Biopharmaceuticals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NGM Biopharmaceuticals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NGM Bio Announces Preliminary Topline Histology Data from Phase 2 ALPINE 4 Study of Aldafermin (1 mg) in…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NGM Bio Provides Business Highlights and Reports Third Quarter 2022 Financial Results (AASLD presentation…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NGM Bio Announces Entry into Merger Agreement with Affiliates of The Column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2024-04-05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NGM Bio Announces Completion of Merger with Affiliates of The Column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