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110"/>
                <c:pt idx="0">
                  <c:v>Aug '14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'14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Jan '15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Mar '15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'15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Aug '15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'15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'16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Mar '16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'16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Jul '16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Sheet1!$B$2:$B$111</c:f>
              <c:numCache>
                <c:formatCode>General</c:formatCode>
                <c:ptCount val="110"/>
                <c:pt idx="0">
                  <c:v>91.26</c:v>
                </c:pt>
                <c:pt idx="1">
                  <c:v>91.01</c:v>
                </c:pt>
                <c:pt idx="2">
                  <c:v>95.53</c:v>
                </c:pt>
                <c:pt idx="3">
                  <c:v>102.26</c:v>
                </c:pt>
                <c:pt idx="4">
                  <c:v>97.5</c:v>
                </c:pt>
                <c:pt idx="5">
                  <c:v>100.34</c:v>
                </c:pt>
                <c:pt idx="6">
                  <c:v>93.0</c:v>
                </c:pt>
                <c:pt idx="7">
                  <c:v>94.27</c:v>
                </c:pt>
                <c:pt idx="8">
                  <c:v>101.87</c:v>
                </c:pt>
                <c:pt idx="9">
                  <c:v>105.7</c:v>
                </c:pt>
                <c:pt idx="10">
                  <c:v>112.77</c:v>
                </c:pt>
                <c:pt idx="11">
                  <c:v>106.9</c:v>
                </c:pt>
                <c:pt idx="12">
                  <c:v>109.28</c:v>
                </c:pt>
                <c:pt idx="13">
                  <c:v>115.89</c:v>
                </c:pt>
                <c:pt idx="14">
                  <c:v>111.93</c:v>
                </c:pt>
                <c:pt idx="15">
                  <c:v>106.86</c:v>
                </c:pt>
                <c:pt idx="16">
                  <c:v>108.34</c:v>
                </c:pt>
                <c:pt idx="17">
                  <c:v>102.29</c:v>
                </c:pt>
                <c:pt idx="18">
                  <c:v>101.8</c:v>
                </c:pt>
                <c:pt idx="19">
                  <c:v>103.48</c:v>
                </c:pt>
                <c:pt idx="20">
                  <c:v>108.53</c:v>
                </c:pt>
                <c:pt idx="21">
                  <c:v>106.27</c:v>
                </c:pt>
                <c:pt idx="22">
                  <c:v>108.82</c:v>
                </c:pt>
                <c:pt idx="23">
                  <c:v>101.76</c:v>
                </c:pt>
                <c:pt idx="24">
                  <c:v>104.71</c:v>
                </c:pt>
                <c:pt idx="25">
                  <c:v>110.0</c:v>
                </c:pt>
                <c:pt idx="26">
                  <c:v>117.53</c:v>
                </c:pt>
                <c:pt idx="27">
                  <c:v>126.55</c:v>
                </c:pt>
                <c:pt idx="28">
                  <c:v>128.67</c:v>
                </c:pt>
                <c:pt idx="29">
                  <c:v>135.56</c:v>
                </c:pt>
                <c:pt idx="30">
                  <c:v>132.0</c:v>
                </c:pt>
                <c:pt idx="31">
                  <c:v>130.21</c:v>
                </c:pt>
                <c:pt idx="32">
                  <c:v>132.44</c:v>
                </c:pt>
                <c:pt idx="33">
                  <c:v>127.68</c:v>
                </c:pt>
                <c:pt idx="34">
                  <c:v>131.01</c:v>
                </c:pt>
                <c:pt idx="35">
                  <c:v>125.41</c:v>
                </c:pt>
                <c:pt idx="36">
                  <c:v>123.65</c:v>
                </c:pt>
                <c:pt idx="37">
                  <c:v>122.9</c:v>
                </c:pt>
                <c:pt idx="38">
                  <c:v>128.87</c:v>
                </c:pt>
                <c:pt idx="39">
                  <c:v>132.05</c:v>
                </c:pt>
                <c:pt idx="40">
                  <c:v>118.04</c:v>
                </c:pt>
                <c:pt idx="41">
                  <c:v>112.91</c:v>
                </c:pt>
                <c:pt idx="42">
                  <c:v>116.99</c:v>
                </c:pt>
                <c:pt idx="43">
                  <c:v>112.31</c:v>
                </c:pt>
                <c:pt idx="44">
                  <c:v>112.06</c:v>
                </c:pt>
                <c:pt idx="45">
                  <c:v>106.81</c:v>
                </c:pt>
                <c:pt idx="46">
                  <c:v>113.25</c:v>
                </c:pt>
                <c:pt idx="47">
                  <c:v>102.78</c:v>
                </c:pt>
                <c:pt idx="48">
                  <c:v>105.33</c:v>
                </c:pt>
                <c:pt idx="49">
                  <c:v>102.71</c:v>
                </c:pt>
                <c:pt idx="50">
                  <c:v>98.99</c:v>
                </c:pt>
                <c:pt idx="51">
                  <c:v>91.43</c:v>
                </c:pt>
                <c:pt idx="52">
                  <c:v>92.41</c:v>
                </c:pt>
                <c:pt idx="53">
                  <c:v>88.38</c:v>
                </c:pt>
                <c:pt idx="54">
                  <c:v>95.48</c:v>
                </c:pt>
                <c:pt idx="55">
                  <c:v>50.57</c:v>
                </c:pt>
                <c:pt idx="56">
                  <c:v>41.64</c:v>
                </c:pt>
                <c:pt idx="57">
                  <c:v>44.89</c:v>
                </c:pt>
                <c:pt idx="58">
                  <c:v>41.26</c:v>
                </c:pt>
                <c:pt idx="59">
                  <c:v>44.04</c:v>
                </c:pt>
                <c:pt idx="60">
                  <c:v>45.19</c:v>
                </c:pt>
                <c:pt idx="61">
                  <c:v>42.06</c:v>
                </c:pt>
                <c:pt idx="62">
                  <c:v>39.53</c:v>
                </c:pt>
                <c:pt idx="63">
                  <c:v>41.09</c:v>
                </c:pt>
                <c:pt idx="64">
                  <c:v>40.08</c:v>
                </c:pt>
                <c:pt idx="65">
                  <c:v>41.68</c:v>
                </c:pt>
                <c:pt idx="66">
                  <c:v>42.77</c:v>
                </c:pt>
                <c:pt idx="67">
                  <c:v>40.59</c:v>
                </c:pt>
                <c:pt idx="68">
                  <c:v>43.79</c:v>
                </c:pt>
                <c:pt idx="69">
                  <c:v>47.96</c:v>
                </c:pt>
                <c:pt idx="70">
                  <c:v>48.34</c:v>
                </c:pt>
                <c:pt idx="71">
                  <c:v>40.73</c:v>
                </c:pt>
                <c:pt idx="72">
                  <c:v>38.16</c:v>
                </c:pt>
                <c:pt idx="73">
                  <c:v>37.65</c:v>
                </c:pt>
                <c:pt idx="74">
                  <c:v>32.7</c:v>
                </c:pt>
                <c:pt idx="75">
                  <c:v>29.14</c:v>
                </c:pt>
                <c:pt idx="76">
                  <c:v>30.44</c:v>
                </c:pt>
                <c:pt idx="77">
                  <c:v>32.76</c:v>
                </c:pt>
                <c:pt idx="78">
                  <c:v>35.57</c:v>
                </c:pt>
                <c:pt idx="79">
                  <c:v>40.44</c:v>
                </c:pt>
                <c:pt idx="80">
                  <c:v>38.98</c:v>
                </c:pt>
                <c:pt idx="81">
                  <c:v>35.82</c:v>
                </c:pt>
                <c:pt idx="82">
                  <c:v>42.57</c:v>
                </c:pt>
                <c:pt idx="83">
                  <c:v>46.19</c:v>
                </c:pt>
                <c:pt idx="84">
                  <c:v>46.45</c:v>
                </c:pt>
                <c:pt idx="85">
                  <c:v>51.17</c:v>
                </c:pt>
                <c:pt idx="86">
                  <c:v>52.64</c:v>
                </c:pt>
                <c:pt idx="87">
                  <c:v>57.8</c:v>
                </c:pt>
                <c:pt idx="88">
                  <c:v>60.0</c:v>
                </c:pt>
                <c:pt idx="89">
                  <c:v>61.17</c:v>
                </c:pt>
                <c:pt idx="90">
                  <c:v>60.56</c:v>
                </c:pt>
                <c:pt idx="91">
                  <c:v>60.63</c:v>
                </c:pt>
                <c:pt idx="92">
                  <c:v>60.8</c:v>
                </c:pt>
                <c:pt idx="93">
                  <c:v>60.01</c:v>
                </c:pt>
                <c:pt idx="94">
                  <c:v>59.33</c:v>
                </c:pt>
                <c:pt idx="95">
                  <c:v>56.95</c:v>
                </c:pt>
                <c:pt idx="96">
                  <c:v>60.12</c:v>
                </c:pt>
                <c:pt idx="97">
                  <c:v>62.1</c:v>
                </c:pt>
                <c:pt idx="98">
                  <c:v>61.88</c:v>
                </c:pt>
                <c:pt idx="99">
                  <c:v>62.63</c:v>
                </c:pt>
                <c:pt idx="100">
                  <c:v>63.99</c:v>
                </c:pt>
                <c:pt idx="101">
                  <c:v>63.25</c:v>
                </c:pt>
                <c:pt idx="102">
                  <c:v>66.02</c:v>
                </c:pt>
                <c:pt idx="103">
                  <c:v>67.16</c:v>
                </c:pt>
                <c:pt idx="104">
                  <c:v>80.35</c:v>
                </c:pt>
                <c:pt idx="105">
                  <c:v>80.85</c:v>
                </c:pt>
                <c:pt idx="106">
                  <c:v>80.81</c:v>
                </c:pt>
                <c:pt idx="107">
                  <c:v>80.87</c:v>
                </c:pt>
                <c:pt idx="108">
                  <c:v>81.42</c:v>
                </c:pt>
                <c:pt idx="109">
                  <c:v>81.44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Aug '14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'14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Jan '15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Mar '15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'15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Aug '15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'15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'16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Mar '16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'16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Jul '16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Sheet1!$C$2:$C$111</c:f>
              <c:numCache>
                <c:formatCode>General</c:formatCode>
                <c:ptCount val="110"/>
                <c:pt idx="54">
                  <c:v>95.48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MEDIVATION, INC.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MDVN  ·  acquired by Pfizer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$81.5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30%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Aug 22, 2016   ·   Closed Sep 28, 2016   ·   Status: completed   ·   Pre-ann. volume 0.86×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MEDIVATION, INC.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MEDIVATION, INC.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402438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88038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4516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24605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0421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505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404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5497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9859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4578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7576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3303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4757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0573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0930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Mar 2016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Sep 2016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22, 2016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CEO Olivier Brandicourt contacts Medivation CEO…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13, 2016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submits an unsolicited non-binding proposal to…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20, 2016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Pfizer SVP Douglas Giordano contacts Medivation to express…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28, 2016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publicly announces its $52.50 per share proposal…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25, 2016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files a preliminary consent solicitation to remove…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27, 2016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increases its private offer to $58.00 per share plus…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29, 2016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Medivation enters into a confidentiality agreement with…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05, 2016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Medivation enters into a confidentiality agreement with…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08, 2016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Five interested parties submit preliminary proposals…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19, 2016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Four parties submit definitive proposals; Pfizer leads with…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20, 2016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Final bids received: Pfizer ($81.50), Company 1 ($80.25)…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22, 2016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Pfizer and Medivation announce the execution of the Merger…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30, 2016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Pfizer commences the tender offer.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27, 2016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11:59 p.m. ET.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28, 2016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Pfizer completes the acquisition and merges Purchaser into…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15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MEDIVATION,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 unexplained pre-announcement move weeks (of 1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2015-09-18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-47%  ($95.48→$50.57)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339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MEDIVATION,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C8F"/>
                </a:solidFill>
                <a:latin typeface="Calibri"/>
              </a:rPr>
              <a:t>No catalyst-tagged news in the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