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Dec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'08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16.68</c:v>
                </c:pt>
                <c:pt idx="1">
                  <c:v>17.9</c:v>
                </c:pt>
                <c:pt idx="2">
                  <c:v>17.16</c:v>
                </c:pt>
                <c:pt idx="3">
                  <c:v>17.91</c:v>
                </c:pt>
                <c:pt idx="4">
                  <c:v>16.3</c:v>
                </c:pt>
                <c:pt idx="5">
                  <c:v>16.02</c:v>
                </c:pt>
                <c:pt idx="6">
                  <c:v>16.71</c:v>
                </c:pt>
                <c:pt idx="7">
                  <c:v>16.61</c:v>
                </c:pt>
                <c:pt idx="8">
                  <c:v>17.3</c:v>
                </c:pt>
                <c:pt idx="9">
                  <c:v>17.83</c:v>
                </c:pt>
                <c:pt idx="10">
                  <c:v>17.99</c:v>
                </c:pt>
                <c:pt idx="11">
                  <c:v>17.56</c:v>
                </c:pt>
                <c:pt idx="12">
                  <c:v>16.35</c:v>
                </c:pt>
                <c:pt idx="13">
                  <c:v>16.01</c:v>
                </c:pt>
                <c:pt idx="14">
                  <c:v>18.0</c:v>
                </c:pt>
                <c:pt idx="15">
                  <c:v>17.5</c:v>
                </c:pt>
                <c:pt idx="16">
                  <c:v>16.39</c:v>
                </c:pt>
                <c:pt idx="17">
                  <c:v>16.34</c:v>
                </c:pt>
                <c:pt idx="18">
                  <c:v>17.84</c:v>
                </c:pt>
                <c:pt idx="19">
                  <c:v>18.68</c:v>
                </c:pt>
                <c:pt idx="20">
                  <c:v>19.16</c:v>
                </c:pt>
                <c:pt idx="21">
                  <c:v>18.92</c:v>
                </c:pt>
                <c:pt idx="22">
                  <c:v>17.88</c:v>
                </c:pt>
                <c:pt idx="23">
                  <c:v>18.25</c:v>
                </c:pt>
                <c:pt idx="24">
                  <c:v>19.49</c:v>
                </c:pt>
                <c:pt idx="25">
                  <c:v>20.62</c:v>
                </c:pt>
                <c:pt idx="26">
                  <c:v>20.11</c:v>
                </c:pt>
                <c:pt idx="27">
                  <c:v>20.81</c:v>
                </c:pt>
                <c:pt idx="28">
                  <c:v>21.5</c:v>
                </c:pt>
                <c:pt idx="29">
                  <c:v>21.06</c:v>
                </c:pt>
                <c:pt idx="30">
                  <c:v>20.58</c:v>
                </c:pt>
                <c:pt idx="31">
                  <c:v>14.68</c:v>
                </c:pt>
                <c:pt idx="32">
                  <c:v>15.01</c:v>
                </c:pt>
                <c:pt idx="33">
                  <c:v>14.41</c:v>
                </c:pt>
                <c:pt idx="34">
                  <c:v>13.63</c:v>
                </c:pt>
                <c:pt idx="35">
                  <c:v>15.7</c:v>
                </c:pt>
                <c:pt idx="36">
                  <c:v>15.02</c:v>
                </c:pt>
                <c:pt idx="37">
                  <c:v>15.06</c:v>
                </c:pt>
                <c:pt idx="38">
                  <c:v>15.77</c:v>
                </c:pt>
                <c:pt idx="39">
                  <c:v>17.14</c:v>
                </c:pt>
                <c:pt idx="40">
                  <c:v>15.65</c:v>
                </c:pt>
                <c:pt idx="41">
                  <c:v>17.21</c:v>
                </c:pt>
                <c:pt idx="42">
                  <c:v>17.53</c:v>
                </c:pt>
                <c:pt idx="43">
                  <c:v>17.91</c:v>
                </c:pt>
                <c:pt idx="44">
                  <c:v>19.44</c:v>
                </c:pt>
                <c:pt idx="45">
                  <c:v>19.02</c:v>
                </c:pt>
                <c:pt idx="46">
                  <c:v>19.13</c:v>
                </c:pt>
                <c:pt idx="47">
                  <c:v>18.98</c:v>
                </c:pt>
                <c:pt idx="48">
                  <c:v>19.54</c:v>
                </c:pt>
                <c:pt idx="49">
                  <c:v>19.41</c:v>
                </c:pt>
                <c:pt idx="50">
                  <c:v>18.76</c:v>
                </c:pt>
                <c:pt idx="51">
                  <c:v>18.94</c:v>
                </c:pt>
                <c:pt idx="52">
                  <c:v>18.45</c:v>
                </c:pt>
                <c:pt idx="53">
                  <c:v>18.09</c:v>
                </c:pt>
                <c:pt idx="54">
                  <c:v>18.41</c:v>
                </c:pt>
                <c:pt idx="55">
                  <c:v>17.98</c:v>
                </c:pt>
                <c:pt idx="56">
                  <c:v>17.35</c:v>
                </c:pt>
                <c:pt idx="57">
                  <c:v>17.45</c:v>
                </c:pt>
                <c:pt idx="58">
                  <c:v>19.06</c:v>
                </c:pt>
                <c:pt idx="59">
                  <c:v>19.1</c:v>
                </c:pt>
                <c:pt idx="60">
                  <c:v>21.81</c:v>
                </c:pt>
                <c:pt idx="61">
                  <c:v>22.46</c:v>
                </c:pt>
                <c:pt idx="62">
                  <c:v>22.48</c:v>
                </c:pt>
                <c:pt idx="63">
                  <c:v>20.55</c:v>
                </c:pt>
                <c:pt idx="64">
                  <c:v>20.8</c:v>
                </c:pt>
                <c:pt idx="65">
                  <c:v>20.57</c:v>
                </c:pt>
                <c:pt idx="66">
                  <c:v>22.04</c:v>
                </c:pt>
                <c:pt idx="67">
                  <c:v>22.47</c:v>
                </c:pt>
                <c:pt idx="68">
                  <c:v>23.65</c:v>
                </c:pt>
                <c:pt idx="69">
                  <c:v>23.96</c:v>
                </c:pt>
                <c:pt idx="70">
                  <c:v>22.4</c:v>
                </c:pt>
                <c:pt idx="71">
                  <c:v>22.7</c:v>
                </c:pt>
                <c:pt idx="72">
                  <c:v>22.06</c:v>
                </c:pt>
                <c:pt idx="73">
                  <c:v>21.36</c:v>
                </c:pt>
                <c:pt idx="74">
                  <c:v>21.54</c:v>
                </c:pt>
                <c:pt idx="75">
                  <c:v>21.36</c:v>
                </c:pt>
                <c:pt idx="76">
                  <c:v>21.54</c:v>
                </c:pt>
                <c:pt idx="77">
                  <c:v>21.87</c:v>
                </c:pt>
                <c:pt idx="78">
                  <c:v>23.05</c:v>
                </c:pt>
                <c:pt idx="79">
                  <c:v>23.01</c:v>
                </c:pt>
                <c:pt idx="80">
                  <c:v>22.37</c:v>
                </c:pt>
                <c:pt idx="81">
                  <c:v>23.97</c:v>
                </c:pt>
                <c:pt idx="82">
                  <c:v>25.37</c:v>
                </c:pt>
                <c:pt idx="83">
                  <c:v>26.15</c:v>
                </c:pt>
                <c:pt idx="84">
                  <c:v>25.35</c:v>
                </c:pt>
                <c:pt idx="85">
                  <c:v>24.49</c:v>
                </c:pt>
                <c:pt idx="86">
                  <c:v>22.52</c:v>
                </c:pt>
                <c:pt idx="87">
                  <c:v>23.01</c:v>
                </c:pt>
                <c:pt idx="88">
                  <c:v>24.67</c:v>
                </c:pt>
                <c:pt idx="89">
                  <c:v>23.57</c:v>
                </c:pt>
                <c:pt idx="90">
                  <c:v>24.56</c:v>
                </c:pt>
                <c:pt idx="91">
                  <c:v>24.7</c:v>
                </c:pt>
                <c:pt idx="92">
                  <c:v>25.16</c:v>
                </c:pt>
                <c:pt idx="93">
                  <c:v>27.78</c:v>
                </c:pt>
                <c:pt idx="94">
                  <c:v>29.75</c:v>
                </c:pt>
                <c:pt idx="95">
                  <c:v>32.4</c:v>
                </c:pt>
                <c:pt idx="96">
                  <c:v>31.05</c:v>
                </c:pt>
                <c:pt idx="97">
                  <c:v>33.28</c:v>
                </c:pt>
                <c:pt idx="98">
                  <c:v>31.86</c:v>
                </c:pt>
                <c:pt idx="99">
                  <c:v>29.92</c:v>
                </c:pt>
                <c:pt idx="100">
                  <c:v>29.36</c:v>
                </c:pt>
                <c:pt idx="101">
                  <c:v>29.41</c:v>
                </c:pt>
                <c:pt idx="102">
                  <c:v>34.61</c:v>
                </c:pt>
                <c:pt idx="103">
                  <c:v>33.45</c:v>
                </c:pt>
                <c:pt idx="104">
                  <c:v>40.31</c:v>
                </c:pt>
                <c:pt idx="105">
                  <c:v>40.3</c:v>
                </c:pt>
                <c:pt idx="106">
                  <c:v>40.57</c:v>
                </c:pt>
                <c:pt idx="107">
                  <c:v>40.71</c:v>
                </c:pt>
                <c:pt idx="108">
                  <c:v>40.73</c:v>
                </c:pt>
                <c:pt idx="109">
                  <c:v>40.9</c:v>
                </c:pt>
                <c:pt idx="110">
                  <c:v>40.99</c:v>
                </c:pt>
                <c:pt idx="111">
                  <c:v>41.89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'08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30">
                  <c:v>20.58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'08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40.31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MGI PHARMA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MOGN  ·  acquired by Eisai Co.,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10, 2007   ·   Closed Jan 28, 2008   ·   Status: completed   ·   Pre-ann. volume 1.43×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MGI PHARMA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MGI PHARMA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3330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1890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369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10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798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236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341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674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562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7844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27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33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999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Eisai CEO Haruo Naito meets with MGI CEO Leon Moulder to…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Eisai presents an indicative offer of $33.00 per share in…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MGI Board retains Lehman Brothers as financial advisor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MGI Board authorizes contacting third parties; 18 potential…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Eisai submits written indicative offer of $37.00 per share…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MGI issues press release confirming it is exploring…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Eisai submits final offer of $41.00 per share; Company B…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MGI Board unanimously approves the Merger Agreement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publicly announced.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72.9% of shares…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Eisai owns…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MGI PHARMA becomes a wholly-owned…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MGI PHARMA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2006-07-21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($20.58→$14.68)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MGI PHARMA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2007-12-10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MGI PHARMA and Eisai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2007-12-20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MGI PHARMA Enters into Amendment to Rights Agreement to Facilitate Merger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2008-01-23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Eisai Announces Results of Initial Tender Offer and Commencement of Subsequent Offering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