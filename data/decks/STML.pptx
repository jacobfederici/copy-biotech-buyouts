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May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18.9</c:v>
                </c:pt>
                <c:pt idx="1">
                  <c:v>19.45</c:v>
                </c:pt>
                <c:pt idx="2">
                  <c:v>19.15</c:v>
                </c:pt>
                <c:pt idx="3">
                  <c:v>19.65</c:v>
                </c:pt>
                <c:pt idx="4">
                  <c:v>18.25</c:v>
                </c:pt>
                <c:pt idx="5">
                  <c:v>17.8</c:v>
                </c:pt>
                <c:pt idx="6">
                  <c:v>16.55</c:v>
                </c:pt>
                <c:pt idx="7">
                  <c:v>16.05</c:v>
                </c:pt>
                <c:pt idx="8">
                  <c:v>17.3</c:v>
                </c:pt>
                <c:pt idx="9">
                  <c:v>16.2</c:v>
                </c:pt>
                <c:pt idx="10">
                  <c:v>16.6</c:v>
                </c:pt>
                <c:pt idx="11">
                  <c:v>15.4</c:v>
                </c:pt>
                <c:pt idx="12">
                  <c:v>14.15</c:v>
                </c:pt>
                <c:pt idx="13">
                  <c:v>14.95</c:v>
                </c:pt>
                <c:pt idx="14">
                  <c:v>15.15</c:v>
                </c:pt>
                <c:pt idx="15">
                  <c:v>15.65</c:v>
                </c:pt>
                <c:pt idx="16">
                  <c:v>17.1</c:v>
                </c:pt>
                <c:pt idx="17">
                  <c:v>15.85</c:v>
                </c:pt>
                <c:pt idx="18">
                  <c:v>17.0</c:v>
                </c:pt>
                <c:pt idx="19">
                  <c:v>17.3</c:v>
                </c:pt>
                <c:pt idx="20">
                  <c:v>16.6</c:v>
                </c:pt>
                <c:pt idx="21">
                  <c:v>17.12</c:v>
                </c:pt>
                <c:pt idx="22">
                  <c:v>15.05</c:v>
                </c:pt>
                <c:pt idx="23">
                  <c:v>15.61</c:v>
                </c:pt>
                <c:pt idx="24">
                  <c:v>15.49</c:v>
                </c:pt>
                <c:pt idx="25">
                  <c:v>15.21</c:v>
                </c:pt>
                <c:pt idx="26">
                  <c:v>13.2</c:v>
                </c:pt>
                <c:pt idx="27">
                  <c:v>11.39</c:v>
                </c:pt>
                <c:pt idx="28">
                  <c:v>12.26</c:v>
                </c:pt>
                <c:pt idx="29">
                  <c:v>10.99</c:v>
                </c:pt>
                <c:pt idx="30">
                  <c:v>9.98</c:v>
                </c:pt>
                <c:pt idx="31">
                  <c:v>10.36</c:v>
                </c:pt>
                <c:pt idx="32">
                  <c:v>8.23</c:v>
                </c:pt>
                <c:pt idx="33">
                  <c:v>10.21</c:v>
                </c:pt>
                <c:pt idx="34">
                  <c:v>10.07</c:v>
                </c:pt>
                <c:pt idx="35">
                  <c:v>9.89</c:v>
                </c:pt>
                <c:pt idx="36">
                  <c:v>10.68</c:v>
                </c:pt>
                <c:pt idx="37">
                  <c:v>10.27</c:v>
                </c:pt>
                <c:pt idx="38">
                  <c:v>10.9</c:v>
                </c:pt>
                <c:pt idx="39">
                  <c:v>10.91</c:v>
                </c:pt>
                <c:pt idx="40">
                  <c:v>11.49</c:v>
                </c:pt>
                <c:pt idx="41">
                  <c:v>11.6</c:v>
                </c:pt>
                <c:pt idx="42">
                  <c:v>11.27</c:v>
                </c:pt>
                <c:pt idx="43">
                  <c:v>11.62</c:v>
                </c:pt>
                <c:pt idx="44">
                  <c:v>13.62</c:v>
                </c:pt>
                <c:pt idx="45">
                  <c:v>12.37</c:v>
                </c:pt>
                <c:pt idx="46">
                  <c:v>12.85</c:v>
                </c:pt>
                <c:pt idx="47">
                  <c:v>14.5</c:v>
                </c:pt>
                <c:pt idx="48">
                  <c:v>14.44</c:v>
                </c:pt>
                <c:pt idx="49">
                  <c:v>12.9</c:v>
                </c:pt>
                <c:pt idx="50">
                  <c:v>14.78</c:v>
                </c:pt>
                <c:pt idx="51">
                  <c:v>15.33</c:v>
                </c:pt>
                <c:pt idx="52">
                  <c:v>16.1</c:v>
                </c:pt>
                <c:pt idx="53">
                  <c:v>14.55</c:v>
                </c:pt>
                <c:pt idx="54">
                  <c:v>14.97</c:v>
                </c:pt>
                <c:pt idx="55">
                  <c:v>13.13</c:v>
                </c:pt>
                <c:pt idx="56">
                  <c:v>14.48</c:v>
                </c:pt>
                <c:pt idx="57">
                  <c:v>14.17</c:v>
                </c:pt>
                <c:pt idx="58">
                  <c:v>15.92</c:v>
                </c:pt>
                <c:pt idx="59">
                  <c:v>15.32</c:v>
                </c:pt>
                <c:pt idx="60">
                  <c:v>14.48</c:v>
                </c:pt>
                <c:pt idx="61">
                  <c:v>13.21</c:v>
                </c:pt>
                <c:pt idx="62">
                  <c:v>13.47</c:v>
                </c:pt>
                <c:pt idx="63">
                  <c:v>13.41</c:v>
                </c:pt>
                <c:pt idx="64">
                  <c:v>14.86</c:v>
                </c:pt>
                <c:pt idx="65">
                  <c:v>15.29</c:v>
                </c:pt>
                <c:pt idx="66">
                  <c:v>15.25</c:v>
                </c:pt>
                <c:pt idx="67">
                  <c:v>12.24</c:v>
                </c:pt>
                <c:pt idx="68">
                  <c:v>11.91</c:v>
                </c:pt>
                <c:pt idx="69">
                  <c:v>10.99</c:v>
                </c:pt>
                <c:pt idx="70">
                  <c:v>10.79</c:v>
                </c:pt>
                <c:pt idx="71">
                  <c:v>11.14</c:v>
                </c:pt>
                <c:pt idx="72">
                  <c:v>10.94</c:v>
                </c:pt>
                <c:pt idx="73">
                  <c:v>9.35</c:v>
                </c:pt>
                <c:pt idx="74">
                  <c:v>8.77</c:v>
                </c:pt>
                <c:pt idx="75">
                  <c:v>9.03</c:v>
                </c:pt>
                <c:pt idx="76">
                  <c:v>10.01</c:v>
                </c:pt>
                <c:pt idx="77">
                  <c:v>10.7</c:v>
                </c:pt>
                <c:pt idx="78">
                  <c:v>9.25</c:v>
                </c:pt>
                <c:pt idx="79">
                  <c:v>9.91</c:v>
                </c:pt>
                <c:pt idx="80">
                  <c:v>10.61</c:v>
                </c:pt>
                <c:pt idx="81">
                  <c:v>10.69</c:v>
                </c:pt>
                <c:pt idx="82">
                  <c:v>10.31</c:v>
                </c:pt>
                <c:pt idx="83">
                  <c:v>10.05</c:v>
                </c:pt>
                <c:pt idx="84">
                  <c:v>10.49</c:v>
                </c:pt>
                <c:pt idx="85">
                  <c:v>10.4</c:v>
                </c:pt>
                <c:pt idx="86">
                  <c:v>10.79</c:v>
                </c:pt>
                <c:pt idx="87">
                  <c:v>9.81</c:v>
                </c:pt>
                <c:pt idx="88">
                  <c:v>7.03</c:v>
                </c:pt>
                <c:pt idx="89">
                  <c:v>6.76</c:v>
                </c:pt>
                <c:pt idx="90">
                  <c:v>6.63</c:v>
                </c:pt>
                <c:pt idx="91">
                  <c:v>6.66</c:v>
                </c:pt>
                <c:pt idx="92">
                  <c:v>6.88</c:v>
                </c:pt>
                <c:pt idx="93">
                  <c:v>6.83</c:v>
                </c:pt>
                <c:pt idx="94">
                  <c:v>6.02</c:v>
                </c:pt>
                <c:pt idx="95">
                  <c:v>5.53</c:v>
                </c:pt>
                <c:pt idx="96">
                  <c:v>4.53</c:v>
                </c:pt>
                <c:pt idx="97">
                  <c:v>4.05</c:v>
                </c:pt>
                <c:pt idx="98">
                  <c:v>4.4</c:v>
                </c:pt>
                <c:pt idx="99">
                  <c:v>4.46</c:v>
                </c:pt>
                <c:pt idx="100">
                  <c:v>5.23</c:v>
                </c:pt>
                <c:pt idx="101">
                  <c:v>4.98</c:v>
                </c:pt>
                <c:pt idx="102">
                  <c:v>5.28</c:v>
                </c:pt>
                <c:pt idx="103">
                  <c:v>4.75</c:v>
                </c:pt>
                <c:pt idx="104">
                  <c:v>12.18</c:v>
                </c:pt>
                <c:pt idx="105">
                  <c:v>12.16</c:v>
                </c:pt>
                <c:pt idx="106">
                  <c:v>11.9</c:v>
                </c:pt>
                <c:pt idx="107">
                  <c:v>11.88</c:v>
                </c:pt>
                <c:pt idx="108">
                  <c:v>11.92</c:v>
                </c:pt>
                <c:pt idx="109">
                  <c:v>11.83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May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31">
                  <c:v>10.36</c:v>
                </c:pt>
                <c:pt idx="32">
                  <c:v>8.23</c:v>
                </c:pt>
                <c:pt idx="87">
                  <c:v>9.81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May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12.18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STEMLINE THERAPEUTICS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STML  ·  acquired by A. Menarini - Industrie Farmaceutiche Riunite - S.r.l.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158%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04, 2020   ·   Closed Jun 10, 2020   ·   Status: completed   ·   Pre-ann. volume 0.95×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STEMLINE THERAPEUTICS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STEMLINE THERAPEUTICS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3623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2183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757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257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548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894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187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774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654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520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8137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1601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724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05, 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meeting between Stemline and Menarini…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19,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Effective date of the Mutual Confidential Disclosure…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Stemline CEO Dr. Ivan Bergstein meets Menarini CEO Elcin…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Menarini submits initial non-binding proposal to acquire…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Menarini submits revised proposal of $11.00 per share plus…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08,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Stemline Board rejects the April 7 proposal and issues 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Menarini submits a revised 'best and final' offer of $11.50…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Stemline and Menarini enter into an exclusivity agreement…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Stemline Board unanimously approves the Merger Agreement…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04, 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is publicly announced via joint press release.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09, 2020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64.25% of shares…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Stemline becomes a wholly owned…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STEMLINE THERAPEUTICS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2020-01-17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($9.81→$7.03)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2018-12-28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($8.23→$10.21)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493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2018-12-21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($10.36→$8.23)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STEMLINE THERAPEUTICS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2019-07-29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Stemline Therapeutics to Host Conference Call on Second Quarter 2019 Financial Results on August 2, 2019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2019-09-27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Stemline Therapeutics Announces Felezonexor (SL-801) Clinical Data to be Featured at Upcoming ESMO 2019…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Stemline Therapeutics Recaps Felezonexor (SL-801) Clinical Data Presentation From ESMO 2019 Congress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2019-10-08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Stemline Therapeutics Announces ELZONRIS® Clinical Data Selected for Oral Presentation at the 81st Annual…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2019-11-05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Stemline Therapeutics to Host Conference Call on Third Quarter 2019 Financial Results on November 8, 2019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2019-11-07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Stemline Therapeutics Reports Third Quarter 2019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2019-12-10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Stemline Therapeutics Recaps ELZONRIS Clinical Data Presentations in Patients with Myelofibrosis (oral…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2020-03-11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Stemline Therapeutics to Host Conference Call on Fourth Quarter 2019 Financial Results on March 16, 2020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2020-03-13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Stemline Therapeutics Reports Fourth Quarter 2019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