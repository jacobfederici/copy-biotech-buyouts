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Sheet1!$A$2:$A$44</c:f>
              <c:strCache>
                <c:ptCount val="43"/>
                <c:pt idx="0">
                  <c:v>Mar '17</c:v>
                </c:pt>
                <c:pt idx="1">
                  <c:v/>
                </c:pt>
                <c:pt idx="2">
                  <c:v/>
                </c:pt>
                <c:pt idx="3">
                  <c:v>Mar '17</c:v>
                </c:pt>
                <c:pt idx="4">
                  <c:v/>
                </c:pt>
                <c:pt idx="5">
                  <c:v/>
                </c:pt>
                <c:pt idx="6">
                  <c:v>Aug '18</c:v>
                </c:pt>
                <c:pt idx="7">
                  <c:v/>
                </c:pt>
                <c:pt idx="8">
                  <c:v/>
                </c:pt>
                <c:pt idx="9">
                  <c:v>Aug '18</c:v>
                </c:pt>
                <c:pt idx="10">
                  <c:v/>
                </c:pt>
                <c:pt idx="11">
                  <c:v/>
                </c:pt>
                <c:pt idx="12">
                  <c:v>Sep '18</c:v>
                </c:pt>
                <c:pt idx="13">
                  <c:v/>
                </c:pt>
                <c:pt idx="14">
                  <c:v/>
                </c:pt>
                <c:pt idx="15">
                  <c:v>Oct '18</c:v>
                </c:pt>
                <c:pt idx="16">
                  <c:v/>
                </c:pt>
                <c:pt idx="17">
                  <c:v/>
                </c:pt>
                <c:pt idx="18">
                  <c:v>Nov '18</c:v>
                </c:pt>
                <c:pt idx="19">
                  <c:v/>
                </c:pt>
                <c:pt idx="20">
                  <c:v/>
                </c:pt>
                <c:pt idx="21">
                  <c:v>Nov '18</c:v>
                </c:pt>
                <c:pt idx="22">
                  <c:v/>
                </c:pt>
                <c:pt idx="23">
                  <c:v/>
                </c:pt>
                <c:pt idx="24">
                  <c:v>Dec '18</c:v>
                </c:pt>
                <c:pt idx="25">
                  <c:v/>
                </c:pt>
                <c:pt idx="26">
                  <c:v/>
                </c:pt>
                <c:pt idx="27">
                  <c:v>Jan '19</c:v>
                </c:pt>
                <c:pt idx="28">
                  <c:v/>
                </c:pt>
                <c:pt idx="29">
                  <c:v/>
                </c:pt>
                <c:pt idx="30">
                  <c:v>Jan '19</c:v>
                </c:pt>
                <c:pt idx="31">
                  <c:v/>
                </c:pt>
                <c:pt idx="32">
                  <c:v/>
                </c:pt>
                <c:pt idx="33">
                  <c:v>Feb '19</c:v>
                </c:pt>
                <c:pt idx="34">
                  <c:v/>
                </c:pt>
                <c:pt idx="35">
                  <c:v/>
                </c:pt>
                <c:pt idx="36">
                  <c:v>Mar '19</c:v>
                </c:pt>
                <c:pt idx="37">
                  <c:v/>
                </c:pt>
                <c:pt idx="38">
                  <c:v/>
                </c:pt>
                <c:pt idx="39">
                  <c:v>Mar '19</c:v>
                </c:pt>
                <c:pt idx="40">
                  <c:v/>
                </c:pt>
                <c:pt idx="41">
                  <c:v/>
                </c:pt>
                <c:pt idx="42">
                  <c:v>Apr '19</c:v>
                </c:pt>
              </c:strCache>
            </c:strRef>
          </c:cat>
          <c:val>
            <c:numRef>
              <c:f>Sheet1!$B$2:$B$44</c:f>
              <c:numCache>
                <c:formatCode>General</c:formatCode>
                <c:ptCount val="43"/>
                <c:pt idx="0">
                  <c:v>5.78</c:v>
                </c:pt>
                <c:pt idx="1">
                  <c:v>5.2</c:v>
                </c:pt>
                <c:pt idx="2">
                  <c:v>3.86</c:v>
                </c:pt>
                <c:pt idx="3">
                  <c:v>3.86</c:v>
                </c:pt>
                <c:pt idx="4">
                  <c:v>3.86</c:v>
                </c:pt>
                <c:pt idx="5">
                  <c:v>10.52</c:v>
                </c:pt>
                <c:pt idx="6">
                  <c:v>8.9</c:v>
                </c:pt>
                <c:pt idx="7">
                  <c:v>8.56</c:v>
                </c:pt>
                <c:pt idx="8">
                  <c:v>8.86</c:v>
                </c:pt>
                <c:pt idx="9">
                  <c:v>10.0</c:v>
                </c:pt>
                <c:pt idx="10">
                  <c:v>9.78</c:v>
                </c:pt>
                <c:pt idx="11">
                  <c:v>11.56</c:v>
                </c:pt>
                <c:pt idx="12">
                  <c:v>11.16</c:v>
                </c:pt>
                <c:pt idx="13">
                  <c:v>11.1</c:v>
                </c:pt>
                <c:pt idx="14">
                  <c:v>10.79</c:v>
                </c:pt>
                <c:pt idx="15">
                  <c:v>10.05</c:v>
                </c:pt>
                <c:pt idx="16">
                  <c:v>10.49</c:v>
                </c:pt>
                <c:pt idx="17">
                  <c:v>10.28</c:v>
                </c:pt>
                <c:pt idx="18">
                  <c:v>9.9</c:v>
                </c:pt>
                <c:pt idx="19">
                  <c:v>10.46</c:v>
                </c:pt>
                <c:pt idx="20">
                  <c:v>10.35</c:v>
                </c:pt>
                <c:pt idx="21">
                  <c:v>10.79</c:v>
                </c:pt>
                <c:pt idx="22">
                  <c:v>12.05</c:v>
                </c:pt>
                <c:pt idx="23">
                  <c:v>13.54</c:v>
                </c:pt>
                <c:pt idx="24">
                  <c:v>13.32</c:v>
                </c:pt>
                <c:pt idx="25">
                  <c:v>11.64</c:v>
                </c:pt>
                <c:pt idx="26">
                  <c:v>13.05</c:v>
                </c:pt>
                <c:pt idx="27">
                  <c:v>13.5</c:v>
                </c:pt>
                <c:pt idx="28">
                  <c:v>13.49</c:v>
                </c:pt>
                <c:pt idx="29">
                  <c:v>14.5</c:v>
                </c:pt>
                <c:pt idx="30">
                  <c:v>14.55</c:v>
                </c:pt>
                <c:pt idx="31">
                  <c:v>15.0</c:v>
                </c:pt>
                <c:pt idx="32">
                  <c:v>15.3</c:v>
                </c:pt>
                <c:pt idx="33">
                  <c:v>15.92</c:v>
                </c:pt>
                <c:pt idx="34">
                  <c:v>17.08</c:v>
                </c:pt>
                <c:pt idx="35">
                  <c:v>17.2</c:v>
                </c:pt>
                <c:pt idx="36">
                  <c:v>18.71</c:v>
                </c:pt>
                <c:pt idx="37">
                  <c:v>19.06</c:v>
                </c:pt>
                <c:pt idx="38">
                  <c:v>19.02</c:v>
                </c:pt>
                <c:pt idx="39">
                  <c:v>19.0</c:v>
                </c:pt>
                <c:pt idx="40">
                  <c:v>19.0</c:v>
                </c:pt>
                <c:pt idx="41">
                  <c:v>19.0</c:v>
                </c:pt>
                <c:pt idx="42">
                  <c:v>18.99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Sheet1!$A$2:$A$44</c:f>
              <c:strCache>
                <c:ptCount val="43"/>
                <c:pt idx="0">
                  <c:v>Mar '17</c:v>
                </c:pt>
                <c:pt idx="1">
                  <c:v/>
                </c:pt>
                <c:pt idx="2">
                  <c:v/>
                </c:pt>
                <c:pt idx="3">
                  <c:v>Mar '17</c:v>
                </c:pt>
                <c:pt idx="4">
                  <c:v/>
                </c:pt>
                <c:pt idx="5">
                  <c:v/>
                </c:pt>
                <c:pt idx="6">
                  <c:v>Aug '18</c:v>
                </c:pt>
                <c:pt idx="7">
                  <c:v/>
                </c:pt>
                <c:pt idx="8">
                  <c:v/>
                </c:pt>
                <c:pt idx="9">
                  <c:v>Aug '18</c:v>
                </c:pt>
                <c:pt idx="10">
                  <c:v/>
                </c:pt>
                <c:pt idx="11">
                  <c:v/>
                </c:pt>
                <c:pt idx="12">
                  <c:v>Sep '18</c:v>
                </c:pt>
                <c:pt idx="13">
                  <c:v/>
                </c:pt>
                <c:pt idx="14">
                  <c:v/>
                </c:pt>
                <c:pt idx="15">
                  <c:v>Oct '18</c:v>
                </c:pt>
                <c:pt idx="16">
                  <c:v/>
                </c:pt>
                <c:pt idx="17">
                  <c:v/>
                </c:pt>
                <c:pt idx="18">
                  <c:v>Nov '18</c:v>
                </c:pt>
                <c:pt idx="19">
                  <c:v/>
                </c:pt>
                <c:pt idx="20">
                  <c:v/>
                </c:pt>
                <c:pt idx="21">
                  <c:v>Nov '18</c:v>
                </c:pt>
                <c:pt idx="22">
                  <c:v/>
                </c:pt>
                <c:pt idx="23">
                  <c:v/>
                </c:pt>
                <c:pt idx="24">
                  <c:v>Dec '18</c:v>
                </c:pt>
                <c:pt idx="25">
                  <c:v/>
                </c:pt>
                <c:pt idx="26">
                  <c:v/>
                </c:pt>
                <c:pt idx="27">
                  <c:v>Jan '19</c:v>
                </c:pt>
                <c:pt idx="28">
                  <c:v/>
                </c:pt>
                <c:pt idx="29">
                  <c:v/>
                </c:pt>
                <c:pt idx="30">
                  <c:v>Jan '19</c:v>
                </c:pt>
                <c:pt idx="31">
                  <c:v/>
                </c:pt>
                <c:pt idx="32">
                  <c:v/>
                </c:pt>
                <c:pt idx="33">
                  <c:v>Feb '19</c:v>
                </c:pt>
                <c:pt idx="34">
                  <c:v/>
                </c:pt>
                <c:pt idx="35">
                  <c:v/>
                </c:pt>
                <c:pt idx="36">
                  <c:v>Mar '19</c:v>
                </c:pt>
                <c:pt idx="37">
                  <c:v/>
                </c:pt>
                <c:pt idx="38">
                  <c:v/>
                </c:pt>
                <c:pt idx="39">
                  <c:v>Mar '19</c:v>
                </c:pt>
                <c:pt idx="40">
                  <c:v/>
                </c:pt>
                <c:pt idx="41">
                  <c:v/>
                </c:pt>
                <c:pt idx="42">
                  <c:v>Apr '19</c:v>
                </c:pt>
              </c:strCache>
            </c:strRef>
          </c:cat>
          <c:val>
            <c:numRef>
              <c:f>Sheet1!$C$2:$C$44</c:f>
              <c:numCache>
                <c:formatCode>General</c:formatCode>
                <c:ptCount val="43"/>
                <c:pt idx="1">
                  <c:v>5.2</c:v>
                </c:pt>
                <c:pt idx="4">
                  <c:v>3.86</c:v>
                </c:pt>
                <c:pt idx="21">
                  <c:v>10.79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Sheet1!$A$2:$A$44</c:f>
              <c:strCache>
                <c:ptCount val="43"/>
                <c:pt idx="0">
                  <c:v>Mar '17</c:v>
                </c:pt>
                <c:pt idx="1">
                  <c:v/>
                </c:pt>
                <c:pt idx="2">
                  <c:v/>
                </c:pt>
                <c:pt idx="3">
                  <c:v>Mar '17</c:v>
                </c:pt>
                <c:pt idx="4">
                  <c:v/>
                </c:pt>
                <c:pt idx="5">
                  <c:v/>
                </c:pt>
                <c:pt idx="6">
                  <c:v>Aug '18</c:v>
                </c:pt>
                <c:pt idx="7">
                  <c:v/>
                </c:pt>
                <c:pt idx="8">
                  <c:v/>
                </c:pt>
                <c:pt idx="9">
                  <c:v>Aug '18</c:v>
                </c:pt>
                <c:pt idx="10">
                  <c:v/>
                </c:pt>
                <c:pt idx="11">
                  <c:v/>
                </c:pt>
                <c:pt idx="12">
                  <c:v>Sep '18</c:v>
                </c:pt>
                <c:pt idx="13">
                  <c:v/>
                </c:pt>
                <c:pt idx="14">
                  <c:v/>
                </c:pt>
                <c:pt idx="15">
                  <c:v>Oct '18</c:v>
                </c:pt>
                <c:pt idx="16">
                  <c:v/>
                </c:pt>
                <c:pt idx="17">
                  <c:v/>
                </c:pt>
                <c:pt idx="18">
                  <c:v>Nov '18</c:v>
                </c:pt>
                <c:pt idx="19">
                  <c:v/>
                </c:pt>
                <c:pt idx="20">
                  <c:v/>
                </c:pt>
                <c:pt idx="21">
                  <c:v>Nov '18</c:v>
                </c:pt>
                <c:pt idx="22">
                  <c:v/>
                </c:pt>
                <c:pt idx="23">
                  <c:v/>
                </c:pt>
                <c:pt idx="24">
                  <c:v>Dec '18</c:v>
                </c:pt>
                <c:pt idx="25">
                  <c:v/>
                </c:pt>
                <c:pt idx="26">
                  <c:v/>
                </c:pt>
                <c:pt idx="27">
                  <c:v>Jan '19</c:v>
                </c:pt>
                <c:pt idx="28">
                  <c:v/>
                </c:pt>
                <c:pt idx="29">
                  <c:v/>
                </c:pt>
                <c:pt idx="30">
                  <c:v>Jan '19</c:v>
                </c:pt>
                <c:pt idx="31">
                  <c:v/>
                </c:pt>
                <c:pt idx="32">
                  <c:v/>
                </c:pt>
                <c:pt idx="33">
                  <c:v>Feb '19</c:v>
                </c:pt>
                <c:pt idx="34">
                  <c:v/>
                </c:pt>
                <c:pt idx="35">
                  <c:v/>
                </c:pt>
                <c:pt idx="36">
                  <c:v>Mar '19</c:v>
                </c:pt>
                <c:pt idx="37">
                  <c:v/>
                </c:pt>
                <c:pt idx="38">
                  <c:v/>
                </c:pt>
                <c:pt idx="39">
                  <c:v>Mar '19</c:v>
                </c:pt>
                <c:pt idx="40">
                  <c:v/>
                </c:pt>
                <c:pt idx="41">
                  <c:v/>
                </c:pt>
                <c:pt idx="42">
                  <c:v>Apr '19</c:v>
                </c:pt>
              </c:strCache>
            </c:strRef>
          </c:cat>
          <c:val>
            <c:numRef>
              <c:f>Sheet1!$D$2:$D$44</c:f>
              <c:numCache>
                <c:formatCode>General</c:formatCode>
                <c:ptCount val="43"/>
                <c:pt idx="37">
                  <c:v>19.06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Osiris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OSIR  ·  acquired by Smith &amp; Nephew plc (English public limited company)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12, 2019   ·   Closed Apr 17, 2019   ·   Status: completed   ·   Pre-ann. volume 0.87×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Osiris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Osiris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2789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41349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421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495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376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290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118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279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504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66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311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41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741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795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483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580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386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709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7031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085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7569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784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945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999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214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698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450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880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0096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0257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526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0633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0633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1225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3325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1601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1655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1762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1923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1977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2031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2085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138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2192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2354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2407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24615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2515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2569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2622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2676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27303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27841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29991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31604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42894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Oct 2013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2019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2013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sold culturally expanded mesenchymal stem cell…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2015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Multiple class action lawsuits filed against Osiris…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2016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Osiris provided NASDAQ listing update; delisting risk…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10, 2017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Osiris received notice of delisting from NASDAQ (related to…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27, 2017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Osiris completed restatement of 2014 financial statements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02, 2017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Osiris announced resolution of SEC investigation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06, 2018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Willi Miesch added to Board; Linda Palczuk (CEO since July…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09, 2018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Michael Sinclair, Director, Pipeline Strategy, emailed…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12, 2018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Smith &amp; Nephew President, U.S. responded expressing…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24, 2018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and Smith &amp; Nephew affiliate entered mutual NDA…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2018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Osiris re-listed on Nasdaq Global Market (after…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2018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Smith &amp; Nephew conducted due diligence; parties explored…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02, 2018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and Smith &amp; Nephew representatives met at Company…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21, 2018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Smith &amp; Nephew VP, Corporate Development confirmed…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30, 2018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In-person meeting at Company headquarters; Company…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2018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Smith &amp; Nephew VP, Corporate Development confirmed interest…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20, 2018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Smith &amp; Nephew VP informed Company that Lazard Freres &amp; Co.…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26, 2018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Samson Tom appointed President and CEO of Osiris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27, 2018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met with Company A at Company headquarters to…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06, 2018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Smith &amp; Nephew VP, Corporate Development informed Company…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10, 2018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provided Smith &amp; Nephew with updated financial…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13, 2018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proposed to acquire wound care business for…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14, 2018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Peter Friedli met with Phil Cowdy, EVP Corporate…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18, 2018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Tom and Sinclair held call with Phil Cowdy, Smith &amp; Nephew…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56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Osiris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27,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provided due diligence request list; December 28…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10, 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conducted site visit at Company headquarters…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18, 2019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conducted due diligence visit focused on finance…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22, 2019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opened virtual data room for Smith &amp; Nephew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25,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Smith &amp; Nephew representatives met at Company headquarters…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30, 2019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Phil Cowdy called Peter Friedli to confirm Smith &amp; Nephew's…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01, 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met with Tom and Friedli in New York City…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(mid-February) Cowdy and Friedli discussed possibility of…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12, 2019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Phil Cowdy met with Mr. Friedli in Zurich; presented…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14, 2019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Friedli confirmed to Cowdy he had discussed with Tom and…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held telephonic special meeting with Hogan Lovells…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20, 2019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Friedli provided counter-proposal of $18.50 per share to…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22, 2019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Cowdy told Friedli a price of $18.00 per share was…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25, 2019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Cowdy reconfirmed $18.00 per share on telephone call with…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26, 2019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met telephonically; Friedli summarized negotiations…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27, 2019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provided Smith &amp; Nephew with draft 10-K and…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28, 2019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Paul Weiss informed Hogan Lovells on behalf of Smith &amp;…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Cowdy transmitted the March 1 Letter to Friedli containing…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02, 2019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countersigned March 1 Letter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05, 2019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Paul Weiss sent initial draft Merger Agreement to Hogan…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06, 2019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Smith &amp; Nephew again visited Company headquarters for…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07, 2019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Smith &amp; Nephew again visited Company headquarters; Hogan…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08, 2019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Friedli, Namal Nawana (CEO of Smith &amp; Nephew), and Cowdy…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09, 2019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Cowdy indicated Smith &amp; Nephew would agree to $18.75 per…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10, 2019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Paul Weiss sent revised draft Merger Agreement to Hogan…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11, 2019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met telephonically with management, Hogan Lovells…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12, 2019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signed by all parties; Tender and Support…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13, 2019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advised Company A of signed Merger Agreement…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17, 2019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Cowdy and Friedli agreed in principle on two-year…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20, 2019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commenced Offer; Company filed SC 14D9 (accession…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10, 2019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Gainey McKenna &amp; Egleston filed class action lawsuit…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17, 2019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Offer expired at 12:01 a.m. Eastern Time; 21,079,693 shares…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Osiris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Osiris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2018-11-07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Osiris Therapeutics, Inc Reports Third Quarter 2018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