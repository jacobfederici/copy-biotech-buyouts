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Sep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'15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0.2</c:v>
                </c:pt>
                <c:pt idx="1">
                  <c:v>0.22</c:v>
                </c:pt>
                <c:pt idx="2">
                  <c:v>0.21</c:v>
                </c:pt>
                <c:pt idx="3">
                  <c:v>0.21</c:v>
                </c:pt>
                <c:pt idx="4">
                  <c:v>0.23</c:v>
                </c:pt>
                <c:pt idx="5">
                  <c:v>0.22</c:v>
                </c:pt>
                <c:pt idx="6">
                  <c:v>0.21</c:v>
                </c:pt>
                <c:pt idx="7">
                  <c:v>0.21</c:v>
                </c:pt>
                <c:pt idx="8">
                  <c:v>0.22</c:v>
                </c:pt>
                <c:pt idx="9">
                  <c:v>0.26</c:v>
                </c:pt>
                <c:pt idx="10">
                  <c:v>0.26</c:v>
                </c:pt>
                <c:pt idx="11">
                  <c:v>0.25</c:v>
                </c:pt>
                <c:pt idx="12">
                  <c:v>0.23</c:v>
                </c:pt>
                <c:pt idx="13">
                  <c:v>0.29</c:v>
                </c:pt>
                <c:pt idx="14">
                  <c:v>0.3</c:v>
                </c:pt>
                <c:pt idx="15">
                  <c:v>0.3</c:v>
                </c:pt>
                <c:pt idx="16">
                  <c:v>0.3</c:v>
                </c:pt>
                <c:pt idx="17">
                  <c:v>0.32</c:v>
                </c:pt>
                <c:pt idx="18">
                  <c:v>0.28</c:v>
                </c:pt>
                <c:pt idx="19">
                  <c:v>0.28</c:v>
                </c:pt>
                <c:pt idx="20">
                  <c:v>0.25</c:v>
                </c:pt>
                <c:pt idx="21">
                  <c:v>0.28</c:v>
                </c:pt>
                <c:pt idx="22">
                  <c:v>0.3</c:v>
                </c:pt>
                <c:pt idx="23">
                  <c:v>0.29</c:v>
                </c:pt>
                <c:pt idx="24">
                  <c:v>0.3</c:v>
                </c:pt>
                <c:pt idx="25">
                  <c:v>0.28</c:v>
                </c:pt>
                <c:pt idx="26">
                  <c:v>0.29</c:v>
                </c:pt>
                <c:pt idx="27">
                  <c:v>0.2</c:v>
                </c:pt>
                <c:pt idx="28">
                  <c:v>0.19</c:v>
                </c:pt>
                <c:pt idx="29">
                  <c:v>0.17</c:v>
                </c:pt>
                <c:pt idx="30">
                  <c:v>0.19</c:v>
                </c:pt>
                <c:pt idx="31">
                  <c:v>0.17</c:v>
                </c:pt>
                <c:pt idx="32">
                  <c:v>0.17</c:v>
                </c:pt>
                <c:pt idx="33">
                  <c:v>0.19</c:v>
                </c:pt>
                <c:pt idx="34">
                  <c:v>0.15</c:v>
                </c:pt>
                <c:pt idx="35">
                  <c:v>0.15</c:v>
                </c:pt>
                <c:pt idx="36">
                  <c:v>0.12</c:v>
                </c:pt>
                <c:pt idx="37">
                  <c:v>0.13</c:v>
                </c:pt>
                <c:pt idx="38">
                  <c:v>0.18</c:v>
                </c:pt>
                <c:pt idx="39">
                  <c:v>0.19</c:v>
                </c:pt>
                <c:pt idx="40">
                  <c:v>0.17</c:v>
                </c:pt>
                <c:pt idx="41">
                  <c:v>0.16</c:v>
                </c:pt>
                <c:pt idx="42">
                  <c:v>0.31</c:v>
                </c:pt>
                <c:pt idx="43">
                  <c:v>0.3</c:v>
                </c:pt>
                <c:pt idx="44">
                  <c:v>0.27</c:v>
                </c:pt>
                <c:pt idx="45">
                  <c:v>0.25</c:v>
                </c:pt>
                <c:pt idx="46">
                  <c:v>0.26</c:v>
                </c:pt>
                <c:pt idx="47">
                  <c:v>0.25</c:v>
                </c:pt>
                <c:pt idx="48">
                  <c:v>0.3</c:v>
                </c:pt>
                <c:pt idx="49">
                  <c:v>0.29</c:v>
                </c:pt>
                <c:pt idx="50">
                  <c:v>0.3</c:v>
                </c:pt>
                <c:pt idx="51">
                  <c:v>0.35</c:v>
                </c:pt>
                <c:pt idx="52">
                  <c:v>0.31</c:v>
                </c:pt>
                <c:pt idx="53">
                  <c:v>0.3</c:v>
                </c:pt>
                <c:pt idx="54">
                  <c:v>0.29</c:v>
                </c:pt>
                <c:pt idx="55">
                  <c:v>0.34</c:v>
                </c:pt>
                <c:pt idx="56">
                  <c:v>0.29</c:v>
                </c:pt>
                <c:pt idx="57">
                  <c:v>0.28</c:v>
                </c:pt>
                <c:pt idx="58">
                  <c:v>0.27</c:v>
                </c:pt>
                <c:pt idx="59">
                  <c:v>0.27</c:v>
                </c:pt>
                <c:pt idx="60">
                  <c:v>0.24</c:v>
                </c:pt>
                <c:pt idx="61">
                  <c:v>0.25</c:v>
                </c:pt>
                <c:pt idx="62">
                  <c:v>0.22</c:v>
                </c:pt>
                <c:pt idx="63">
                  <c:v>0.22</c:v>
                </c:pt>
                <c:pt idx="64">
                  <c:v>0.21</c:v>
                </c:pt>
                <c:pt idx="65">
                  <c:v>0.21</c:v>
                </c:pt>
                <c:pt idx="66">
                  <c:v>0.17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0.19</c:v>
                </c:pt>
                <c:pt idx="72">
                  <c:v>0.21</c:v>
                </c:pt>
                <c:pt idx="73">
                  <c:v>0.18</c:v>
                </c:pt>
                <c:pt idx="74">
                  <c:v>0.21</c:v>
                </c:pt>
                <c:pt idx="75">
                  <c:v>0.19</c:v>
                </c:pt>
                <c:pt idx="76">
                  <c:v>0.19</c:v>
                </c:pt>
                <c:pt idx="77">
                  <c:v>0.2</c:v>
                </c:pt>
                <c:pt idx="78">
                  <c:v>0.19</c:v>
                </c:pt>
                <c:pt idx="79">
                  <c:v>0.19</c:v>
                </c:pt>
                <c:pt idx="80">
                  <c:v>0.17</c:v>
                </c:pt>
                <c:pt idx="81">
                  <c:v>0.16</c:v>
                </c:pt>
                <c:pt idx="82">
                  <c:v>0.14</c:v>
                </c:pt>
                <c:pt idx="83">
                  <c:v>0.15</c:v>
                </c:pt>
                <c:pt idx="84">
                  <c:v>0.15</c:v>
                </c:pt>
                <c:pt idx="85">
                  <c:v>0.14</c:v>
                </c:pt>
                <c:pt idx="86">
                  <c:v>0.14</c:v>
                </c:pt>
                <c:pt idx="87">
                  <c:v>0.14</c:v>
                </c:pt>
                <c:pt idx="88">
                  <c:v>0.14</c:v>
                </c:pt>
                <c:pt idx="89">
                  <c:v>0.14</c:v>
                </c:pt>
                <c:pt idx="90">
                  <c:v>0.18</c:v>
                </c:pt>
                <c:pt idx="91">
                  <c:v>0.19</c:v>
                </c:pt>
                <c:pt idx="92">
                  <c:v>0.19</c:v>
                </c:pt>
                <c:pt idx="93">
                  <c:v>0.18</c:v>
                </c:pt>
                <c:pt idx="94">
                  <c:v>0.18</c:v>
                </c:pt>
                <c:pt idx="95">
                  <c:v>0.18</c:v>
                </c:pt>
                <c:pt idx="96">
                  <c:v>0.18</c:v>
                </c:pt>
                <c:pt idx="97">
                  <c:v>0.18</c:v>
                </c:pt>
                <c:pt idx="98">
                  <c:v>0.17</c:v>
                </c:pt>
                <c:pt idx="99">
                  <c:v>0.22</c:v>
                </c:pt>
                <c:pt idx="100">
                  <c:v>0.24</c:v>
                </c:pt>
                <c:pt idx="101">
                  <c:v>0.26</c:v>
                </c:pt>
                <c:pt idx="102">
                  <c:v>0.34</c:v>
                </c:pt>
                <c:pt idx="103">
                  <c:v>0.34</c:v>
                </c:pt>
                <c:pt idx="104">
                  <c:v>0.34</c:v>
                </c:pt>
                <c:pt idx="105">
                  <c:v>0.34</c:v>
                </c:pt>
                <c:pt idx="106">
                  <c:v>0.35</c:v>
                </c:pt>
                <c:pt idx="107">
                  <c:v>0.35</c:v>
                </c:pt>
                <c:pt idx="108">
                  <c:v>0.35</c:v>
                </c:pt>
                <c:pt idx="109">
                  <c:v>0.35</c:v>
                </c:pt>
                <c:pt idx="110">
                  <c:v>0.35</c:v>
                </c:pt>
                <c:pt idx="111">
                  <c:v>0.35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Sep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'15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101">
                  <c:v>0.26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Sep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'15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2">
                  <c:v>0.23</c:v>
                </c:pt>
                <c:pt idx="26">
                  <c:v>0.29</c:v>
                </c:pt>
                <c:pt idx="37">
                  <c:v>0.13</c:v>
                </c:pt>
                <c:pt idx="41">
                  <c:v>0.16</c:v>
                </c:pt>
                <c:pt idx="47">
                  <c:v>0.25</c:v>
                </c:pt>
                <c:pt idx="65">
                  <c:v>0.21</c:v>
                </c:pt>
                <c:pt idx="89">
                  <c:v>0.14</c:v>
                </c:pt>
                <c:pt idx="98">
                  <c:v>0.17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INSITE VISION INCORPORATED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INSV  ·  acquired by Sun Pharmaceutical Industries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15, 2015   ·   Closed Nov 02, 2015   ·   Status: completed   ·   Pre-ann. volume 2.98×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INSITE VISION INCORPORATED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INSITE VISION INCORPORATED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0533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9093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72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533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104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464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824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504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50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885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6456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155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and InSite enter into a confidentiality…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InSite enters into an initial merger agreement with QLT Inc.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05, 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submits an unsolicited proposal to acquire…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InSite enters into an amended merger agreement with QLT…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03, 2015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submits a revised unsolicited proposal of $0.35…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InSite Board determines Sun's $0.35 offer is a Superior…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InSite terminates the QLT agreement and signs the Merger…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amended and restated to provide greater…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29, 2015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Thea Acquisition Corp. commences the tender offer.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79% of shares…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exercises top-up option to reach 90% ownership.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02, 2015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short-form merger under Delaware law.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INSITE VISION INCORPORATED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2014-07-11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+92%  ($0.16→$0.31)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2014-06-13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+47%  ($0.13→$0.18)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2014-03-28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-31%  ($0.29→$0.2)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2015-06-12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($0.14→$0.18)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2015-09-04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($0.26→$0.34)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2013-12-20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($0.23→$0.29)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634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2015-08-14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($0.17→$0.22)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2014-12-26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($0.21→$0.17)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263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INSITE VISION INCORPORATED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2015-08-27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QLT and InSite Vision Agree on Amended and Restated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2015-09-15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QLT Announces Termination of Merger Agreement With InSite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