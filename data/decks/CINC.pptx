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Jan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Feb '22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Apr '22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'22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Sep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Jan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16.0</c:v>
                </c:pt>
                <c:pt idx="1">
                  <c:v>16.14</c:v>
                </c:pt>
                <c:pt idx="2">
                  <c:v>18.2</c:v>
                </c:pt>
                <c:pt idx="3">
                  <c:v>18.11</c:v>
                </c:pt>
                <c:pt idx="4">
                  <c:v>20.36</c:v>
                </c:pt>
                <c:pt idx="5">
                  <c:v>24.29</c:v>
                </c:pt>
                <c:pt idx="6">
                  <c:v>24.99</c:v>
                </c:pt>
                <c:pt idx="7">
                  <c:v>28.49</c:v>
                </c:pt>
                <c:pt idx="8">
                  <c:v>25.03</c:v>
                </c:pt>
                <c:pt idx="9">
                  <c:v>22.71</c:v>
                </c:pt>
                <c:pt idx="10">
                  <c:v>19.78</c:v>
                </c:pt>
                <c:pt idx="11">
                  <c:v>17.9</c:v>
                </c:pt>
                <c:pt idx="12">
                  <c:v>18.02</c:v>
                </c:pt>
                <c:pt idx="13">
                  <c:v>19.55</c:v>
                </c:pt>
                <c:pt idx="14">
                  <c:v>21.53</c:v>
                </c:pt>
                <c:pt idx="15">
                  <c:v>21.73</c:v>
                </c:pt>
                <c:pt idx="16">
                  <c:v>23.79</c:v>
                </c:pt>
                <c:pt idx="17">
                  <c:v>21.73</c:v>
                </c:pt>
                <c:pt idx="18">
                  <c:v>21.09</c:v>
                </c:pt>
                <c:pt idx="19">
                  <c:v>17.11</c:v>
                </c:pt>
                <c:pt idx="20">
                  <c:v>16.54</c:v>
                </c:pt>
                <c:pt idx="21">
                  <c:v>16.93</c:v>
                </c:pt>
                <c:pt idx="22">
                  <c:v>14.69</c:v>
                </c:pt>
                <c:pt idx="23">
                  <c:v>19.5</c:v>
                </c:pt>
                <c:pt idx="24">
                  <c:v>19.03</c:v>
                </c:pt>
                <c:pt idx="25">
                  <c:v>20.38</c:v>
                </c:pt>
                <c:pt idx="26">
                  <c:v>20.2</c:v>
                </c:pt>
                <c:pt idx="27">
                  <c:v>26.0</c:v>
                </c:pt>
                <c:pt idx="28">
                  <c:v>22.66</c:v>
                </c:pt>
                <c:pt idx="29">
                  <c:v>22.62</c:v>
                </c:pt>
                <c:pt idx="30">
                  <c:v>23.45</c:v>
                </c:pt>
                <c:pt idx="31">
                  <c:v>35.09</c:v>
                </c:pt>
                <c:pt idx="32">
                  <c:v>33.16</c:v>
                </c:pt>
                <c:pt idx="33">
                  <c:v>37.8</c:v>
                </c:pt>
                <c:pt idx="34">
                  <c:v>31.96</c:v>
                </c:pt>
                <c:pt idx="35">
                  <c:v>29.7</c:v>
                </c:pt>
                <c:pt idx="36">
                  <c:v>27.63</c:v>
                </c:pt>
                <c:pt idx="37">
                  <c:v>27.94</c:v>
                </c:pt>
                <c:pt idx="38">
                  <c:v>32.82</c:v>
                </c:pt>
                <c:pt idx="39">
                  <c:v>33.49</c:v>
                </c:pt>
                <c:pt idx="40">
                  <c:v>34.18</c:v>
                </c:pt>
                <c:pt idx="41">
                  <c:v>32.87</c:v>
                </c:pt>
                <c:pt idx="42">
                  <c:v>34.89</c:v>
                </c:pt>
                <c:pt idx="43">
                  <c:v>30.07</c:v>
                </c:pt>
                <c:pt idx="44">
                  <c:v>28.04</c:v>
                </c:pt>
                <c:pt idx="45">
                  <c:v>25.39</c:v>
                </c:pt>
                <c:pt idx="46">
                  <c:v>26.53</c:v>
                </c:pt>
                <c:pt idx="47">
                  <c:v>12.29</c:v>
                </c:pt>
                <c:pt idx="48">
                  <c:v>11.94</c:v>
                </c:pt>
                <c:pt idx="49">
                  <c:v>11.72</c:v>
                </c:pt>
                <c:pt idx="50">
                  <c:v>11.52</c:v>
                </c:pt>
                <c:pt idx="51">
                  <c:v>12.29</c:v>
                </c:pt>
                <c:pt idx="52">
                  <c:v>11.78</c:v>
                </c:pt>
                <c:pt idx="53">
                  <c:v>28.95</c:v>
                </c:pt>
                <c:pt idx="54">
                  <c:v>29.09</c:v>
                </c:pt>
                <c:pt idx="55">
                  <c:v>28.8</c:v>
                </c:pt>
                <c:pt idx="56">
                  <c:v>29.16</c:v>
                </c:pt>
                <c:pt idx="57">
                  <c:v>29.33</c:v>
                </c:pt>
                <c:pt idx="58">
                  <c:v>29.33</c:v>
                </c:pt>
                <c:pt idx="59">
                  <c:v>29.06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Jan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Feb '22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Apr '22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'22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Sep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Jan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26">
                  <c:v>20.2</c:v>
                </c:pt>
                <c:pt idx="30">
                  <c:v>23.45</c:v>
                </c:pt>
                <c:pt idx="46">
                  <c:v>26.53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Jan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Feb '22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Apr '22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'22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Sep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Jan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22">
                  <c:v>14.69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Jan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Feb '22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Apr '22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Jul '22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Sep '22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Nov '22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Jan '23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Sheet1!$E$2:$E$61</c:f>
              <c:numCache>
                <c:formatCode>General</c:formatCode>
                <c:ptCount val="60"/>
                <c:pt idx="53">
                  <c:v>28.95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CinCor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CINC  ·  acquired by AstraZeneca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118%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09, 2023   ·   Closed Feb 24, 2023   ·   Status: completed   ·   Pre-ann. volume 0.7×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CinCor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CinCor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5725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4285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30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88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440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98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091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088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567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046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704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701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033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85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023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499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and AstraZeneca enter into a confidentiality…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an unsolicited pre-IPO proposal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prices its IPO at $16.00 per share.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announces positive Phase 2 BrigHtn trial results…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proposes acquisition at $54.00 per share in…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05,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increases offer to $60.00 per share in cash.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proposes $60.00 cash plus $6.00 CVR.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pauses discussions to wait for HALO trial…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announces HALO trial missed primary endpoint; stock…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submits post-HALO proposal of $22.00 cash plus…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AstraZeneca increases offer to $26.00 cash plus $6.00 CVR.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counters with $26.00 cash plus $10.00 CVR.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CinCor Board unanimously approves Merger Agreement.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publicly announced.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86.3%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CinCor becomes a wholly 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CinCor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-54%  ($26.53→$12.29)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($23.45→$35.09)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($14.69→$19.5)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($20.2→$26)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CinCor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SAL, ALBO, DCT, CINC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DCT, LBC, CINC, BRBW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MLVF, LBC, TCFC, CINC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CINC, LMST…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CINC, PAYA…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CinCor Pharma Announces Receipt of Minutes from End-of-Phase 2 Meeting with the U.S. Food and Drug…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ATCX, CINC…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5AM Ventures Celebrates 20th FDA Product Approval Investing in Breakthrough Science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Impel Pharmaceuticals Announces First Quarter 2023 Financial Results and Provides Business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