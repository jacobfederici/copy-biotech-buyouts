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'24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9.14</c:v>
                </c:pt>
                <c:pt idx="1">
                  <c:v>8.98</c:v>
                </c:pt>
                <c:pt idx="2">
                  <c:v>8.91</c:v>
                </c:pt>
                <c:pt idx="3">
                  <c:v>4.81</c:v>
                </c:pt>
                <c:pt idx="4">
                  <c:v>5.43</c:v>
                </c:pt>
                <c:pt idx="5">
                  <c:v>5.15</c:v>
                </c:pt>
                <c:pt idx="6">
                  <c:v>3.62</c:v>
                </c:pt>
                <c:pt idx="7">
                  <c:v>3.46</c:v>
                </c:pt>
                <c:pt idx="8">
                  <c:v>3.59</c:v>
                </c:pt>
                <c:pt idx="9">
                  <c:v>3.61</c:v>
                </c:pt>
                <c:pt idx="10">
                  <c:v>3.94</c:v>
                </c:pt>
                <c:pt idx="11">
                  <c:v>4.0</c:v>
                </c:pt>
                <c:pt idx="12">
                  <c:v>3.65</c:v>
                </c:pt>
                <c:pt idx="13">
                  <c:v>3.45</c:v>
                </c:pt>
                <c:pt idx="14">
                  <c:v>3.48</c:v>
                </c:pt>
                <c:pt idx="15">
                  <c:v>3.5</c:v>
                </c:pt>
                <c:pt idx="16">
                  <c:v>3.31</c:v>
                </c:pt>
                <c:pt idx="17">
                  <c:v>3.28</c:v>
                </c:pt>
                <c:pt idx="18">
                  <c:v>3.49</c:v>
                </c:pt>
                <c:pt idx="19">
                  <c:v>3.2</c:v>
                </c:pt>
                <c:pt idx="20">
                  <c:v>3.57</c:v>
                </c:pt>
                <c:pt idx="21">
                  <c:v>3.32</c:v>
                </c:pt>
                <c:pt idx="22">
                  <c:v>3.31</c:v>
                </c:pt>
                <c:pt idx="23">
                  <c:v>3.27</c:v>
                </c:pt>
                <c:pt idx="24">
                  <c:v>3.38</c:v>
                </c:pt>
                <c:pt idx="25">
                  <c:v>3.2</c:v>
                </c:pt>
                <c:pt idx="26">
                  <c:v>3.01</c:v>
                </c:pt>
                <c:pt idx="27">
                  <c:v>3.55</c:v>
                </c:pt>
                <c:pt idx="28">
                  <c:v>3.38</c:v>
                </c:pt>
                <c:pt idx="29">
                  <c:v>3.48</c:v>
                </c:pt>
                <c:pt idx="30">
                  <c:v>3.77</c:v>
                </c:pt>
                <c:pt idx="31">
                  <c:v>3.88</c:v>
                </c:pt>
                <c:pt idx="32">
                  <c:v>3.73</c:v>
                </c:pt>
                <c:pt idx="33">
                  <c:v>4.38</c:v>
                </c:pt>
                <c:pt idx="34">
                  <c:v>3.76</c:v>
                </c:pt>
                <c:pt idx="35">
                  <c:v>3.3</c:v>
                </c:pt>
                <c:pt idx="36">
                  <c:v>3.46</c:v>
                </c:pt>
                <c:pt idx="37">
                  <c:v>3.22</c:v>
                </c:pt>
                <c:pt idx="38">
                  <c:v>3.22</c:v>
                </c:pt>
                <c:pt idx="39">
                  <c:v>3.37</c:v>
                </c:pt>
                <c:pt idx="40">
                  <c:v>3.15</c:v>
                </c:pt>
                <c:pt idx="41">
                  <c:v>2.92</c:v>
                </c:pt>
                <c:pt idx="42">
                  <c:v>2.73</c:v>
                </c:pt>
                <c:pt idx="43">
                  <c:v>3.0</c:v>
                </c:pt>
                <c:pt idx="44">
                  <c:v>3.01</c:v>
                </c:pt>
                <c:pt idx="45">
                  <c:v>3.31</c:v>
                </c:pt>
                <c:pt idx="46">
                  <c:v>3.24</c:v>
                </c:pt>
                <c:pt idx="47">
                  <c:v>2.93</c:v>
                </c:pt>
                <c:pt idx="48">
                  <c:v>3.3</c:v>
                </c:pt>
                <c:pt idx="49">
                  <c:v>3.98</c:v>
                </c:pt>
                <c:pt idx="50">
                  <c:v>4.16</c:v>
                </c:pt>
                <c:pt idx="51">
                  <c:v>3.64</c:v>
                </c:pt>
                <c:pt idx="52">
                  <c:v>3.77</c:v>
                </c:pt>
                <c:pt idx="53">
                  <c:v>3.49</c:v>
                </c:pt>
                <c:pt idx="54">
                  <c:v>2.9</c:v>
                </c:pt>
                <c:pt idx="55">
                  <c:v>3.06</c:v>
                </c:pt>
                <c:pt idx="56">
                  <c:v>3.02</c:v>
                </c:pt>
                <c:pt idx="57">
                  <c:v>3.04</c:v>
                </c:pt>
                <c:pt idx="58">
                  <c:v>2.87</c:v>
                </c:pt>
                <c:pt idx="59">
                  <c:v>2.85</c:v>
                </c:pt>
                <c:pt idx="60">
                  <c:v>3.04</c:v>
                </c:pt>
                <c:pt idx="61">
                  <c:v>3.18</c:v>
                </c:pt>
                <c:pt idx="62">
                  <c:v>3.2</c:v>
                </c:pt>
                <c:pt idx="63">
                  <c:v>2.98</c:v>
                </c:pt>
                <c:pt idx="64">
                  <c:v>2.89</c:v>
                </c:pt>
                <c:pt idx="65">
                  <c:v>2.88</c:v>
                </c:pt>
                <c:pt idx="66">
                  <c:v>2.99</c:v>
                </c:pt>
                <c:pt idx="67">
                  <c:v>2.99</c:v>
                </c:pt>
                <c:pt idx="68">
                  <c:v>2.96</c:v>
                </c:pt>
                <c:pt idx="69">
                  <c:v>3.0</c:v>
                </c:pt>
                <c:pt idx="70">
                  <c:v>3.0</c:v>
                </c:pt>
                <c:pt idx="71">
                  <c:v>3.04</c:v>
                </c:pt>
                <c:pt idx="72">
                  <c:v>2.7</c:v>
                </c:pt>
                <c:pt idx="73">
                  <c:v>2.78</c:v>
                </c:pt>
                <c:pt idx="74">
                  <c:v>2.82</c:v>
                </c:pt>
                <c:pt idx="75">
                  <c:v>2.74</c:v>
                </c:pt>
                <c:pt idx="76">
                  <c:v>2.64</c:v>
                </c:pt>
                <c:pt idx="77">
                  <c:v>2.59</c:v>
                </c:pt>
                <c:pt idx="78">
                  <c:v>2.77</c:v>
                </c:pt>
                <c:pt idx="79">
                  <c:v>2.96</c:v>
                </c:pt>
                <c:pt idx="80">
                  <c:v>2.9</c:v>
                </c:pt>
                <c:pt idx="81">
                  <c:v>2.54</c:v>
                </c:pt>
                <c:pt idx="82">
                  <c:v>2.45</c:v>
                </c:pt>
                <c:pt idx="83">
                  <c:v>2.25</c:v>
                </c:pt>
                <c:pt idx="84">
                  <c:v>2.48</c:v>
                </c:pt>
                <c:pt idx="85">
                  <c:v>2.39</c:v>
                </c:pt>
                <c:pt idx="86">
                  <c:v>2.23</c:v>
                </c:pt>
                <c:pt idx="87">
                  <c:v>2.32</c:v>
                </c:pt>
                <c:pt idx="88">
                  <c:v>2.21</c:v>
                </c:pt>
                <c:pt idx="89">
                  <c:v>1.65</c:v>
                </c:pt>
                <c:pt idx="90">
                  <c:v>1.46</c:v>
                </c:pt>
                <c:pt idx="91">
                  <c:v>1.8</c:v>
                </c:pt>
                <c:pt idx="92">
                  <c:v>1.87</c:v>
                </c:pt>
                <c:pt idx="93">
                  <c:v>2.18</c:v>
                </c:pt>
                <c:pt idx="94">
                  <c:v>3.27</c:v>
                </c:pt>
                <c:pt idx="95">
                  <c:v>3.65</c:v>
                </c:pt>
                <c:pt idx="96">
                  <c:v>3.9</c:v>
                </c:pt>
                <c:pt idx="97">
                  <c:v>3.8</c:v>
                </c:pt>
                <c:pt idx="98">
                  <c:v>3.93</c:v>
                </c:pt>
                <c:pt idx="99">
                  <c:v>3.93</c:v>
                </c:pt>
                <c:pt idx="100">
                  <c:v>3.94</c:v>
                </c:pt>
                <c:pt idx="101">
                  <c:v>3.54</c:v>
                </c:pt>
                <c:pt idx="102">
                  <c:v>3.79</c:v>
                </c:pt>
                <c:pt idx="103">
                  <c:v>4.02</c:v>
                </c:pt>
                <c:pt idx="104">
                  <c:v>4.4</c:v>
                </c:pt>
                <c:pt idx="105">
                  <c:v>4.37</c:v>
                </c:pt>
                <c:pt idx="106">
                  <c:v>4.36</c:v>
                </c:pt>
                <c:pt idx="107">
                  <c:v>4.33</c:v>
                </c:pt>
                <c:pt idx="108">
                  <c:v>4.31</c:v>
                </c:pt>
                <c:pt idx="109">
                  <c:v>4.3</c:v>
                </c:pt>
                <c:pt idx="110">
                  <c:v>4.33</c:v>
                </c:pt>
                <c:pt idx="111">
                  <c:v>4.34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'24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2">
                  <c:v>8.91</c:v>
                </c:pt>
                <c:pt idx="5">
                  <c:v>5.15</c:v>
                </c:pt>
                <c:pt idx="48">
                  <c:v>3.3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'24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88">
                  <c:v>2.21</c:v>
                </c:pt>
                <c:pt idx="90">
                  <c:v>1.46</c:v>
                </c:pt>
                <c:pt idx="93">
                  <c:v>2.18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Lumos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LUMO  ·  acquired by Double Point Ventures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23, 2024   ·   Closed Dec 12, 2024   ·   Status: completed   ·   Pre-ann. volume 0.25×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Lumos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Lumos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1335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9895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365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2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759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83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96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342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450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990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96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406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23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066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20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60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828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141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63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238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444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Board discusses capital needs for Phase 3 trials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executes confidentiality agreement with Party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enters confidentiality agreement with DPV.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Campbell Murray (DPV advisor) suggests interest in…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term sheet for China license…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 of Phase 2 meeting with FDA; FDA suggests…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DPV submits 'May Proposal' to acquire Lumos for $2.83 per…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Board reviews May Proposal and directs management to…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engages Piper Sandler to manage a formal sale process.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reverse merger proposal (61/39 split).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Discussions with Party C terminate due to lack of support…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counters DPV with a $6.00 per share upfront proposal…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DPV responds with $3.39 per share upfront plus CVR.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acquisition proposal for $3.57 per share…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counters DPV at $4.25 per share upfront plus CVRs and…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Board approves DPV's letter of intent and enters…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Lumos Board unanimously determines the Merger Agreement is…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Clinical Trial Funding Agreement (CTF)…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~75.62% of shares tendered.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Lumos becomes a wholly owned subsidiary…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Lumos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($2.18→$3.27)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-46%  ($8.91→$4.81)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($5.15→$3.62)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($2.21→$1.65)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($1.46→$1.8)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($3.3→$3.98)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383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Lumos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Encouraging Data from Lumos Pharma OraGrowtH Trials Presented at Annual Pediatric Endocrine Society Meeting…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to Participate in World Orphan Drug Congress USA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to Highlight New LUM-201 Data and Analysis Presented  at ENDO 2023 in Virtual KOL Webinar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to Report Second Quarter 2023 Financial Results and Host Conference Call on August 9,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Reports Second Quarter 2023 Financial Results, Provides Clinical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Announces New Data and Analysis of 15 Subjects from OraGrowtH212 Trial Presented at the 2023…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Announces Topline Data from Phase 2 OraGrowtH210 and OraGrowtH212 Trials of LUM-201 in PGHD…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Reports Third Quarter 2023 Financial Results and Clinical Development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Lumos Pharma to Host Virtual Key Opinion Leader Webinar to Discuss Phase 2 OraGrowtH Trial Data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