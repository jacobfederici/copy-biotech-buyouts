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Sheet1!$A$2:$A$122</c:f>
              <c:strCache>
                <c:ptCount val="121"/>
                <c:pt idx="0">
                  <c:v>Feb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May '06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Jul '06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Oct '06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Dec '06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Mar '07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Jun '07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Aug '07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Nov '07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Jan '08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</c:strCache>
            </c:strRef>
          </c:cat>
          <c:val>
            <c:numRef>
              <c:f>Sheet1!$B$2:$B$122</c:f>
              <c:numCache>
                <c:formatCode>General</c:formatCode>
                <c:ptCount val="121"/>
                <c:pt idx="0">
                  <c:v>9.11</c:v>
                </c:pt>
                <c:pt idx="1">
                  <c:v>8.96</c:v>
                </c:pt>
                <c:pt idx="2">
                  <c:v>9.37</c:v>
                </c:pt>
                <c:pt idx="3">
                  <c:v>9.17</c:v>
                </c:pt>
                <c:pt idx="4">
                  <c:v>9.08</c:v>
                </c:pt>
                <c:pt idx="5">
                  <c:v>4.89</c:v>
                </c:pt>
                <c:pt idx="6">
                  <c:v>4.3</c:v>
                </c:pt>
                <c:pt idx="7">
                  <c:v>4.32</c:v>
                </c:pt>
                <c:pt idx="8">
                  <c:v>4.41</c:v>
                </c:pt>
                <c:pt idx="9">
                  <c:v>4.27</c:v>
                </c:pt>
                <c:pt idx="10">
                  <c:v>4.27</c:v>
                </c:pt>
                <c:pt idx="11">
                  <c:v>3.77</c:v>
                </c:pt>
                <c:pt idx="12">
                  <c:v>3.37</c:v>
                </c:pt>
                <c:pt idx="13">
                  <c:v>4.52</c:v>
                </c:pt>
                <c:pt idx="14">
                  <c:v>5.82</c:v>
                </c:pt>
                <c:pt idx="15">
                  <c:v>5.43</c:v>
                </c:pt>
                <c:pt idx="16">
                  <c:v>6.75</c:v>
                </c:pt>
                <c:pt idx="17">
                  <c:v>6.83</c:v>
                </c:pt>
                <c:pt idx="18">
                  <c:v>6.93</c:v>
                </c:pt>
                <c:pt idx="19">
                  <c:v>6.96</c:v>
                </c:pt>
                <c:pt idx="20">
                  <c:v>6.1</c:v>
                </c:pt>
                <c:pt idx="21">
                  <c:v>6.31</c:v>
                </c:pt>
                <c:pt idx="22">
                  <c:v>3.9</c:v>
                </c:pt>
                <c:pt idx="23">
                  <c:v>4.23</c:v>
                </c:pt>
                <c:pt idx="24">
                  <c:v>3.93</c:v>
                </c:pt>
                <c:pt idx="25">
                  <c:v>4.52</c:v>
                </c:pt>
                <c:pt idx="26">
                  <c:v>4.38</c:v>
                </c:pt>
                <c:pt idx="27">
                  <c:v>4.5</c:v>
                </c:pt>
                <c:pt idx="28">
                  <c:v>4.06</c:v>
                </c:pt>
                <c:pt idx="29">
                  <c:v>4.63</c:v>
                </c:pt>
                <c:pt idx="30">
                  <c:v>4.43</c:v>
                </c:pt>
                <c:pt idx="31">
                  <c:v>4.3</c:v>
                </c:pt>
                <c:pt idx="32">
                  <c:v>4.37</c:v>
                </c:pt>
                <c:pt idx="33">
                  <c:v>5.27</c:v>
                </c:pt>
                <c:pt idx="34">
                  <c:v>5.04</c:v>
                </c:pt>
                <c:pt idx="35">
                  <c:v>4.96</c:v>
                </c:pt>
                <c:pt idx="36">
                  <c:v>5.61</c:v>
                </c:pt>
                <c:pt idx="37">
                  <c:v>5.94</c:v>
                </c:pt>
                <c:pt idx="38">
                  <c:v>5.87</c:v>
                </c:pt>
                <c:pt idx="39">
                  <c:v>6.88</c:v>
                </c:pt>
                <c:pt idx="40">
                  <c:v>6.12</c:v>
                </c:pt>
                <c:pt idx="41">
                  <c:v>6.45</c:v>
                </c:pt>
                <c:pt idx="42">
                  <c:v>5.89</c:v>
                </c:pt>
                <c:pt idx="43">
                  <c:v>5.84</c:v>
                </c:pt>
                <c:pt idx="44">
                  <c:v>4.21</c:v>
                </c:pt>
                <c:pt idx="45">
                  <c:v>4.04</c:v>
                </c:pt>
                <c:pt idx="46">
                  <c:v>3.88</c:v>
                </c:pt>
                <c:pt idx="47">
                  <c:v>3.68</c:v>
                </c:pt>
                <c:pt idx="48">
                  <c:v>3.49</c:v>
                </c:pt>
                <c:pt idx="49">
                  <c:v>3.39</c:v>
                </c:pt>
                <c:pt idx="50">
                  <c:v>3.64</c:v>
                </c:pt>
                <c:pt idx="51">
                  <c:v>3.75</c:v>
                </c:pt>
                <c:pt idx="52">
                  <c:v>3.55</c:v>
                </c:pt>
                <c:pt idx="53">
                  <c:v>3.33</c:v>
                </c:pt>
                <c:pt idx="54">
                  <c:v>3.14</c:v>
                </c:pt>
                <c:pt idx="55">
                  <c:v>2.8</c:v>
                </c:pt>
                <c:pt idx="56">
                  <c:v>2.81</c:v>
                </c:pt>
                <c:pt idx="57">
                  <c:v>2.71</c:v>
                </c:pt>
                <c:pt idx="58">
                  <c:v>3.76</c:v>
                </c:pt>
                <c:pt idx="59">
                  <c:v>3.55</c:v>
                </c:pt>
                <c:pt idx="60">
                  <c:v>3.47</c:v>
                </c:pt>
                <c:pt idx="61">
                  <c:v>3.51</c:v>
                </c:pt>
                <c:pt idx="62">
                  <c:v>3.43</c:v>
                </c:pt>
                <c:pt idx="63">
                  <c:v>3.44</c:v>
                </c:pt>
                <c:pt idx="64">
                  <c:v>3.25</c:v>
                </c:pt>
                <c:pt idx="65">
                  <c:v>3.66</c:v>
                </c:pt>
                <c:pt idx="66">
                  <c:v>4.06</c:v>
                </c:pt>
                <c:pt idx="67">
                  <c:v>4.41</c:v>
                </c:pt>
                <c:pt idx="68">
                  <c:v>4.1</c:v>
                </c:pt>
                <c:pt idx="69">
                  <c:v>1.89</c:v>
                </c:pt>
                <c:pt idx="70">
                  <c:v>1.79</c:v>
                </c:pt>
                <c:pt idx="71">
                  <c:v>1.74</c:v>
                </c:pt>
                <c:pt idx="72">
                  <c:v>1.68</c:v>
                </c:pt>
                <c:pt idx="73">
                  <c:v>2.05</c:v>
                </c:pt>
                <c:pt idx="74">
                  <c:v>1.84</c:v>
                </c:pt>
                <c:pt idx="75">
                  <c:v>1.78</c:v>
                </c:pt>
                <c:pt idx="76">
                  <c:v>2.04</c:v>
                </c:pt>
                <c:pt idx="77">
                  <c:v>1.95</c:v>
                </c:pt>
                <c:pt idx="78">
                  <c:v>1.89</c:v>
                </c:pt>
                <c:pt idx="79">
                  <c:v>1.84</c:v>
                </c:pt>
                <c:pt idx="80">
                  <c:v>1.68</c:v>
                </c:pt>
                <c:pt idx="81">
                  <c:v>1.47</c:v>
                </c:pt>
                <c:pt idx="82">
                  <c:v>1.6</c:v>
                </c:pt>
                <c:pt idx="83">
                  <c:v>1.51</c:v>
                </c:pt>
                <c:pt idx="84">
                  <c:v>1.58</c:v>
                </c:pt>
                <c:pt idx="85">
                  <c:v>1.54</c:v>
                </c:pt>
                <c:pt idx="86">
                  <c:v>1.46</c:v>
                </c:pt>
                <c:pt idx="87">
                  <c:v>1.3</c:v>
                </c:pt>
                <c:pt idx="88">
                  <c:v>1.25</c:v>
                </c:pt>
                <c:pt idx="89">
                  <c:v>0.77</c:v>
                </c:pt>
                <c:pt idx="90">
                  <c:v>0.6</c:v>
                </c:pt>
                <c:pt idx="91">
                  <c:v>0.94</c:v>
                </c:pt>
                <c:pt idx="92">
                  <c:v>0.67</c:v>
                </c:pt>
                <c:pt idx="93">
                  <c:v>0.82</c:v>
                </c:pt>
                <c:pt idx="94">
                  <c:v>0.9</c:v>
                </c:pt>
                <c:pt idx="95">
                  <c:v>0.82</c:v>
                </c:pt>
                <c:pt idx="96">
                  <c:v>0.7</c:v>
                </c:pt>
                <c:pt idx="97">
                  <c:v>0.73</c:v>
                </c:pt>
                <c:pt idx="98">
                  <c:v>0.67</c:v>
                </c:pt>
                <c:pt idx="99">
                  <c:v>0.68</c:v>
                </c:pt>
                <c:pt idx="100">
                  <c:v>0.71</c:v>
                </c:pt>
                <c:pt idx="101">
                  <c:v>0.83</c:v>
                </c:pt>
                <c:pt idx="102">
                  <c:v>0.82</c:v>
                </c:pt>
                <c:pt idx="103">
                  <c:v>0.85</c:v>
                </c:pt>
                <c:pt idx="104">
                  <c:v>2.26</c:v>
                </c:pt>
                <c:pt idx="105">
                  <c:v>2.3</c:v>
                </c:pt>
                <c:pt idx="106">
                  <c:v>2.31</c:v>
                </c:pt>
                <c:pt idx="107">
                  <c:v>2.29</c:v>
                </c:pt>
                <c:pt idx="108">
                  <c:v>2.32</c:v>
                </c:pt>
                <c:pt idx="109">
                  <c:v>2.35</c:v>
                </c:pt>
                <c:pt idx="110">
                  <c:v>2.35</c:v>
                </c:pt>
                <c:pt idx="111">
                  <c:v>2.34</c:v>
                </c:pt>
                <c:pt idx="112">
                  <c:v>2.34</c:v>
                </c:pt>
                <c:pt idx="113">
                  <c:v>2.35</c:v>
                </c:pt>
                <c:pt idx="114">
                  <c:v>2.34</c:v>
                </c:pt>
                <c:pt idx="115">
                  <c:v>2.33</c:v>
                </c:pt>
                <c:pt idx="116">
                  <c:v>2.34</c:v>
                </c:pt>
                <c:pt idx="117">
                  <c:v>2.34</c:v>
                </c:pt>
                <c:pt idx="118">
                  <c:v>2.35</c:v>
                </c:pt>
                <c:pt idx="119">
                  <c:v>2.34</c:v>
                </c:pt>
                <c:pt idx="120">
                  <c:v>2.35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Sheet1!$A$2:$A$122</c:f>
              <c:strCache>
                <c:ptCount val="121"/>
                <c:pt idx="0">
                  <c:v>Feb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May '06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Jul '06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Oct '06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Dec '06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Mar '07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Jun '07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Aug '07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Nov '07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Jan '08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</c:strCache>
            </c:strRef>
          </c:cat>
          <c:val>
            <c:numRef>
              <c:f>Sheet1!$C$2:$C$122</c:f>
              <c:numCache>
                <c:formatCode>General</c:formatCode>
                <c:ptCount val="121"/>
                <c:pt idx="4">
                  <c:v>9.08</c:v>
                </c:pt>
                <c:pt idx="12">
                  <c:v>3.37</c:v>
                </c:pt>
                <c:pt idx="13">
                  <c:v>4.52</c:v>
                </c:pt>
                <c:pt idx="15">
                  <c:v>5.43</c:v>
                </c:pt>
                <c:pt idx="21">
                  <c:v>6.31</c:v>
                </c:pt>
                <c:pt idx="43">
                  <c:v>5.84</c:v>
                </c:pt>
                <c:pt idx="57">
                  <c:v>2.71</c:v>
                </c:pt>
                <c:pt idx="68">
                  <c:v>4.1</c:v>
                </c:pt>
                <c:pt idx="88">
                  <c:v>1.25</c:v>
                </c:pt>
                <c:pt idx="90">
                  <c:v>0.6</c:v>
                </c:pt>
                <c:pt idx="91">
                  <c:v>0.94</c:v>
                </c:pt>
                <c:pt idx="92">
                  <c:v>0.67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Sheet1!$A$2:$A$122</c:f>
              <c:strCache>
                <c:ptCount val="121"/>
                <c:pt idx="0">
                  <c:v>Feb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May '06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Jul '06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Oct '06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Dec '06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Mar '07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Jun '07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Aug '07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Nov '07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Jan '08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</c:strCache>
            </c:strRef>
          </c:cat>
          <c:val>
            <c:numRef>
              <c:f>Sheet1!$D$2:$D$122</c:f>
              <c:numCache>
                <c:formatCode>General</c:formatCode>
                <c:ptCount val="121"/>
                <c:pt idx="104">
                  <c:v>2.26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ENCYSIVE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ENCY  ·  acquired by Pfizer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20, 2008   ·   Closed Jun 10, 2008   ·   Status: completed   ·   Pre-ann. volume 0.53×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ENCYSIVE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ENCYSIVE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7564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6124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59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196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377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817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601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179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686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193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00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906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2078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126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4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5661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15, 2007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Encysive receives third approvable letter from FDA for…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Encysive Board forms Strategic Options Committee to explore…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Morgan Stanley engaged as financial advisor.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Morgan Stanley begins contacting over 70 potential bidders.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09, 2007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Encysive and Pfizer enter into a confidentiality agreement.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Deadline for non-binding preliminary bids; eleven bids…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written offers due; six parties submit bids.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05, 2008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increases bid to $1.65 per share.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increases bid to $2.00 per share.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Bidder B increases offer to $2.10 per share; Encysive…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bids received: Bidder B at $2.26 and Pfizer at $2.35…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Encysive Board unanimously approves Pfizer merger…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31, 2008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 with 76.30% of shares…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accepts tendered shares and commences subsequent…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Encysive becomes a wholly-owned…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ENCYSIVE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15 unexplained pre-announcement move weeks (of 16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2007-11-23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+57%  ($0.6→$0.94)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2007-06-22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-54%  ($4.1→$1.89)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2006-03-31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-46%  ($9.08→$4.89)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2007-04-06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+39%  ($2.71→$3.76)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2007-11-09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-38%  ($1.25→$0.77)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103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2006-07-28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-38%  ($6.31→$3.9)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572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2006-05-26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($3.37→$4.52)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635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2006-06-02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($4.52→$5.82)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628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ENCYSIVE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2008-06-10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Encysive Completes Merger with Pfizer Subsidiary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