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Feb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'07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12.0</c:v>
                </c:pt>
                <c:pt idx="1">
                  <c:v>13.38</c:v>
                </c:pt>
                <c:pt idx="2">
                  <c:v>12.12</c:v>
                </c:pt>
                <c:pt idx="3">
                  <c:v>11.53</c:v>
                </c:pt>
                <c:pt idx="4">
                  <c:v>11.62</c:v>
                </c:pt>
                <c:pt idx="5">
                  <c:v>13.07</c:v>
                </c:pt>
                <c:pt idx="6">
                  <c:v>13.42</c:v>
                </c:pt>
                <c:pt idx="7">
                  <c:v>13.25</c:v>
                </c:pt>
                <c:pt idx="8">
                  <c:v>12.98</c:v>
                </c:pt>
                <c:pt idx="9">
                  <c:v>13.06</c:v>
                </c:pt>
                <c:pt idx="10">
                  <c:v>13.62</c:v>
                </c:pt>
                <c:pt idx="11">
                  <c:v>14.6</c:v>
                </c:pt>
                <c:pt idx="12">
                  <c:v>14.56</c:v>
                </c:pt>
                <c:pt idx="13">
                  <c:v>16.18</c:v>
                </c:pt>
                <c:pt idx="14">
                  <c:v>15.66</c:v>
                </c:pt>
                <c:pt idx="15">
                  <c:v>16.62</c:v>
                </c:pt>
                <c:pt idx="16">
                  <c:v>14.95</c:v>
                </c:pt>
                <c:pt idx="17">
                  <c:v>14.47</c:v>
                </c:pt>
                <c:pt idx="18">
                  <c:v>15.0</c:v>
                </c:pt>
                <c:pt idx="19">
                  <c:v>14.39</c:v>
                </c:pt>
                <c:pt idx="20">
                  <c:v>14.99</c:v>
                </c:pt>
                <c:pt idx="21">
                  <c:v>14.44</c:v>
                </c:pt>
                <c:pt idx="22">
                  <c:v>17.19</c:v>
                </c:pt>
                <c:pt idx="23">
                  <c:v>18.18</c:v>
                </c:pt>
                <c:pt idx="24">
                  <c:v>20.12</c:v>
                </c:pt>
                <c:pt idx="25">
                  <c:v>20.77</c:v>
                </c:pt>
                <c:pt idx="26">
                  <c:v>20.55</c:v>
                </c:pt>
                <c:pt idx="27">
                  <c:v>20.47</c:v>
                </c:pt>
                <c:pt idx="28">
                  <c:v>20.79</c:v>
                </c:pt>
                <c:pt idx="29">
                  <c:v>21.5</c:v>
                </c:pt>
                <c:pt idx="30">
                  <c:v>23.12</c:v>
                </c:pt>
                <c:pt idx="31">
                  <c:v>23.97</c:v>
                </c:pt>
                <c:pt idx="32">
                  <c:v>22.86</c:v>
                </c:pt>
                <c:pt idx="33">
                  <c:v>23.91</c:v>
                </c:pt>
                <c:pt idx="34">
                  <c:v>24.05</c:v>
                </c:pt>
                <c:pt idx="35">
                  <c:v>23.79</c:v>
                </c:pt>
                <c:pt idx="36">
                  <c:v>23.46</c:v>
                </c:pt>
                <c:pt idx="37">
                  <c:v>25.55</c:v>
                </c:pt>
                <c:pt idx="38">
                  <c:v>26.85</c:v>
                </c:pt>
                <c:pt idx="39">
                  <c:v>24.5</c:v>
                </c:pt>
                <c:pt idx="40">
                  <c:v>24.81</c:v>
                </c:pt>
                <c:pt idx="41">
                  <c:v>24.35</c:v>
                </c:pt>
                <c:pt idx="42">
                  <c:v>24.61</c:v>
                </c:pt>
                <c:pt idx="43">
                  <c:v>26.73</c:v>
                </c:pt>
                <c:pt idx="44">
                  <c:v>25.94</c:v>
                </c:pt>
                <c:pt idx="45">
                  <c:v>28.7</c:v>
                </c:pt>
                <c:pt idx="46">
                  <c:v>29.48</c:v>
                </c:pt>
                <c:pt idx="47">
                  <c:v>33.4</c:v>
                </c:pt>
                <c:pt idx="48">
                  <c:v>33.4</c:v>
                </c:pt>
                <c:pt idx="49">
                  <c:v>33.26</c:v>
                </c:pt>
                <c:pt idx="50">
                  <c:v>30.62</c:v>
                </c:pt>
                <c:pt idx="51">
                  <c:v>31.68</c:v>
                </c:pt>
                <c:pt idx="52">
                  <c:v>30.77</c:v>
                </c:pt>
                <c:pt idx="53">
                  <c:v>32.01</c:v>
                </c:pt>
                <c:pt idx="54">
                  <c:v>31.25</c:v>
                </c:pt>
                <c:pt idx="55">
                  <c:v>31.96</c:v>
                </c:pt>
                <c:pt idx="56">
                  <c:v>30.8</c:v>
                </c:pt>
                <c:pt idx="57">
                  <c:v>33.21</c:v>
                </c:pt>
                <c:pt idx="58">
                  <c:v>33.3</c:v>
                </c:pt>
                <c:pt idx="59">
                  <c:v>33.46</c:v>
                </c:pt>
                <c:pt idx="60">
                  <c:v>34.33</c:v>
                </c:pt>
                <c:pt idx="61">
                  <c:v>34.0</c:v>
                </c:pt>
                <c:pt idx="62">
                  <c:v>33.6</c:v>
                </c:pt>
                <c:pt idx="63">
                  <c:v>33.18</c:v>
                </c:pt>
                <c:pt idx="64">
                  <c:v>27.61</c:v>
                </c:pt>
                <c:pt idx="65">
                  <c:v>28.25</c:v>
                </c:pt>
                <c:pt idx="66">
                  <c:v>30.03</c:v>
                </c:pt>
                <c:pt idx="67">
                  <c:v>28.8</c:v>
                </c:pt>
                <c:pt idx="68">
                  <c:v>28.67</c:v>
                </c:pt>
                <c:pt idx="69">
                  <c:v>28.5</c:v>
                </c:pt>
                <c:pt idx="70">
                  <c:v>28.5</c:v>
                </c:pt>
                <c:pt idx="71">
                  <c:v>27.58</c:v>
                </c:pt>
                <c:pt idx="72">
                  <c:v>28.45</c:v>
                </c:pt>
                <c:pt idx="73">
                  <c:v>25.25</c:v>
                </c:pt>
                <c:pt idx="74">
                  <c:v>24.35</c:v>
                </c:pt>
                <c:pt idx="75">
                  <c:v>23.39</c:v>
                </c:pt>
                <c:pt idx="76">
                  <c:v>22.63</c:v>
                </c:pt>
                <c:pt idx="77">
                  <c:v>26.24</c:v>
                </c:pt>
                <c:pt idx="78">
                  <c:v>26.0</c:v>
                </c:pt>
                <c:pt idx="79">
                  <c:v>26.23</c:v>
                </c:pt>
                <c:pt idx="80">
                  <c:v>22.0</c:v>
                </c:pt>
                <c:pt idx="81">
                  <c:v>24.66</c:v>
                </c:pt>
                <c:pt idx="82">
                  <c:v>23.81</c:v>
                </c:pt>
                <c:pt idx="83">
                  <c:v>25.73</c:v>
                </c:pt>
                <c:pt idx="84">
                  <c:v>26.21</c:v>
                </c:pt>
                <c:pt idx="85">
                  <c:v>45.82</c:v>
                </c:pt>
                <c:pt idx="86">
                  <c:v>47.71</c:v>
                </c:pt>
                <c:pt idx="87">
                  <c:v>50.87</c:v>
                </c:pt>
                <c:pt idx="88">
                  <c:v>52.89</c:v>
                </c:pt>
                <c:pt idx="89">
                  <c:v>50.01</c:v>
                </c:pt>
                <c:pt idx="90">
                  <c:v>49.69</c:v>
                </c:pt>
                <c:pt idx="91">
                  <c:v>51.42</c:v>
                </c:pt>
                <c:pt idx="92">
                  <c:v>49.62</c:v>
                </c:pt>
                <c:pt idx="93">
                  <c:v>51.51</c:v>
                </c:pt>
                <c:pt idx="94">
                  <c:v>55.07</c:v>
                </c:pt>
                <c:pt idx="95">
                  <c:v>53.95</c:v>
                </c:pt>
                <c:pt idx="96">
                  <c:v>54.71</c:v>
                </c:pt>
                <c:pt idx="97">
                  <c:v>54.7</c:v>
                </c:pt>
                <c:pt idx="98">
                  <c:v>55.76</c:v>
                </c:pt>
                <c:pt idx="99">
                  <c:v>55.65</c:v>
                </c:pt>
                <c:pt idx="100">
                  <c:v>56.16</c:v>
                </c:pt>
                <c:pt idx="101">
                  <c:v>55.42</c:v>
                </c:pt>
                <c:pt idx="102">
                  <c:v>55.44</c:v>
                </c:pt>
                <c:pt idx="103">
                  <c:v>58.35</c:v>
                </c:pt>
                <c:pt idx="104">
                  <c:v>63.26</c:v>
                </c:pt>
                <c:pt idx="105">
                  <c:v>63.4</c:v>
                </c:pt>
                <c:pt idx="106">
                  <c:v>63.48</c:v>
                </c:pt>
                <c:pt idx="107">
                  <c:v>63.45</c:v>
                </c:pt>
                <c:pt idx="108">
                  <c:v>63.61</c:v>
                </c:pt>
                <c:pt idx="109">
                  <c:v>63.63</c:v>
                </c:pt>
                <c:pt idx="110">
                  <c:v>63.73</c:v>
                </c:pt>
                <c:pt idx="111">
                  <c:v>63.95</c:v>
                </c:pt>
                <c:pt idx="112">
                  <c:v>63.99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Feb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'05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'05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'06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'06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'07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84">
                  <c:v>26.21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NEW RIVER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NRPH  ·  acquired by Shire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20, 2007   ·   Closed Apr 19, 2007   ·   Status: completed   ·   Pre-ann. volume 0.62×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NEW RIVER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NEW RIVER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4035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2595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920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791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333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585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720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854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201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96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New River and Shire enter into an original collaboration…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Randal Kirk proposes a structure where Shire acquires New…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New River engages Bear Stearns to explore a sale of the…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Shire submits a non-binding proposal to acquire New River…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Shire increases its offer to $63.00 per share; Randal Kirk…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Shire Board authorizes $64.00 per share; New River Board…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Tender and Support Agreement are…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96.4% of shares tendered.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New River becomes a wholly owned…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NEW RIVER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2006-10-13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+75%  ($26.21→$45.82)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NEW RIVER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2007-02-20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New River Pharmaceuticals and Shire plc enter into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2007-02-23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grants marketing approval for VYVANSE for the treatment of ADHD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2007-04-19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Completion of Merger and delisting from 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