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Oct '10</c:v>
                </c:pt>
                <c:pt idx="1">
                  <c:v/>
                </c:pt>
                <c:pt idx="2">
                  <c:v>Oct '10</c:v>
                </c:pt>
                <c:pt idx="3">
                  <c:v/>
                </c:pt>
                <c:pt idx="4">
                  <c:v>Oct '10</c:v>
                </c:pt>
                <c:pt idx="5">
                  <c:v/>
                </c:pt>
                <c:pt idx="6">
                  <c:v>Nov '10</c:v>
                </c:pt>
                <c:pt idx="7">
                  <c:v/>
                </c:pt>
                <c:pt idx="8">
                  <c:v>Nov '10</c:v>
                </c:pt>
                <c:pt idx="9">
                  <c:v/>
                </c:pt>
                <c:pt idx="10">
                  <c:v>Dec '10</c:v>
                </c:pt>
                <c:pt idx="11">
                  <c:v/>
                </c:pt>
                <c:pt idx="12">
                  <c:v>Dec '10</c:v>
                </c:pt>
                <c:pt idx="13">
                  <c:v/>
                </c:pt>
                <c:pt idx="14">
                  <c:v>Jan '11</c:v>
                </c:pt>
                <c:pt idx="15">
                  <c:v/>
                </c:pt>
                <c:pt idx="16">
                  <c:v>Jan '11</c:v>
                </c:pt>
                <c:pt idx="17">
                  <c:v/>
                </c:pt>
                <c:pt idx="18">
                  <c:v>Feb '11</c:v>
                </c:pt>
                <c:pt idx="19">
                  <c:v/>
                </c:pt>
                <c:pt idx="20">
                  <c:v>Feb '11</c:v>
                </c:pt>
                <c:pt idx="21">
                  <c:v/>
                </c:pt>
                <c:pt idx="22">
                  <c:v>Mar '11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7.54</c:v>
                </c:pt>
                <c:pt idx="1">
                  <c:v>7.67</c:v>
                </c:pt>
                <c:pt idx="2">
                  <c:v>7.68</c:v>
                </c:pt>
                <c:pt idx="3">
                  <c:v>7.62</c:v>
                </c:pt>
                <c:pt idx="4">
                  <c:v>7.65</c:v>
                </c:pt>
                <c:pt idx="5">
                  <c:v>7.89</c:v>
                </c:pt>
                <c:pt idx="6">
                  <c:v>7.68</c:v>
                </c:pt>
                <c:pt idx="7">
                  <c:v>7.82</c:v>
                </c:pt>
                <c:pt idx="8">
                  <c:v>7.61</c:v>
                </c:pt>
                <c:pt idx="9">
                  <c:v>7.67</c:v>
                </c:pt>
                <c:pt idx="10">
                  <c:v>7.9</c:v>
                </c:pt>
                <c:pt idx="11">
                  <c:v>7.98</c:v>
                </c:pt>
                <c:pt idx="12">
                  <c:v>7.96</c:v>
                </c:pt>
                <c:pt idx="13">
                  <c:v>7.86</c:v>
                </c:pt>
                <c:pt idx="14">
                  <c:v>8.19</c:v>
                </c:pt>
                <c:pt idx="15">
                  <c:v>8.37</c:v>
                </c:pt>
                <c:pt idx="16">
                  <c:v>8.06</c:v>
                </c:pt>
                <c:pt idx="17">
                  <c:v>8.05</c:v>
                </c:pt>
                <c:pt idx="18">
                  <c:v>8.22</c:v>
                </c:pt>
                <c:pt idx="19">
                  <c:v>8.02</c:v>
                </c:pt>
                <c:pt idx="20">
                  <c:v>8.01</c:v>
                </c:pt>
                <c:pt idx="21">
                  <c:v>7.93</c:v>
                </c:pt>
                <c:pt idx="22">
                  <c:v>7.99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Pfizer Acquisition of King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REPORT  ·  acquired by 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—   ·   Closed n/a   ·   Status: 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Pfizer Acquisition of King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Pfizer Acquisition of King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Pfizer Acquisition of King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Pfizer Acquisition of King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