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Sheet1!$A$2:$A$119</c:f>
              <c:strCache>
                <c:ptCount val="118"/>
                <c:pt idx="0">
                  <c:v>Aug '05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'05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'05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'06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'06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'06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'06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'06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'07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'07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'07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'07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Sheet1!$B$2:$B$119</c:f>
              <c:numCache>
                <c:formatCode>General</c:formatCode>
                <c:ptCount val="118"/>
                <c:pt idx="0">
                  <c:v>20.71</c:v>
                </c:pt>
                <c:pt idx="1">
                  <c:v>20.39</c:v>
                </c:pt>
                <c:pt idx="2">
                  <c:v>20.55</c:v>
                </c:pt>
                <c:pt idx="3">
                  <c:v>20.68</c:v>
                </c:pt>
                <c:pt idx="4">
                  <c:v>19.95</c:v>
                </c:pt>
                <c:pt idx="5">
                  <c:v>20.85</c:v>
                </c:pt>
                <c:pt idx="6">
                  <c:v>21.32</c:v>
                </c:pt>
                <c:pt idx="7">
                  <c:v>20.71</c:v>
                </c:pt>
                <c:pt idx="8">
                  <c:v>21.04</c:v>
                </c:pt>
                <c:pt idx="9">
                  <c:v>20.86</c:v>
                </c:pt>
                <c:pt idx="10">
                  <c:v>21.74</c:v>
                </c:pt>
                <c:pt idx="11">
                  <c:v>23.1</c:v>
                </c:pt>
                <c:pt idx="12">
                  <c:v>20.86</c:v>
                </c:pt>
                <c:pt idx="13">
                  <c:v>22.4</c:v>
                </c:pt>
                <c:pt idx="14">
                  <c:v>22.15</c:v>
                </c:pt>
                <c:pt idx="15">
                  <c:v>21.25</c:v>
                </c:pt>
                <c:pt idx="16">
                  <c:v>21.12</c:v>
                </c:pt>
                <c:pt idx="17">
                  <c:v>21.2</c:v>
                </c:pt>
                <c:pt idx="18">
                  <c:v>21.1</c:v>
                </c:pt>
                <c:pt idx="19">
                  <c:v>21.57</c:v>
                </c:pt>
                <c:pt idx="20">
                  <c:v>20.92</c:v>
                </c:pt>
                <c:pt idx="21">
                  <c:v>22.52</c:v>
                </c:pt>
                <c:pt idx="22">
                  <c:v>20.43</c:v>
                </c:pt>
                <c:pt idx="23">
                  <c:v>23.39</c:v>
                </c:pt>
                <c:pt idx="24">
                  <c:v>25.49</c:v>
                </c:pt>
                <c:pt idx="25">
                  <c:v>27.4</c:v>
                </c:pt>
                <c:pt idx="26">
                  <c:v>28.7</c:v>
                </c:pt>
                <c:pt idx="27">
                  <c:v>28.86</c:v>
                </c:pt>
                <c:pt idx="28">
                  <c:v>29.63</c:v>
                </c:pt>
                <c:pt idx="29">
                  <c:v>28.27</c:v>
                </c:pt>
                <c:pt idx="30">
                  <c:v>28.0</c:v>
                </c:pt>
                <c:pt idx="31">
                  <c:v>27.45</c:v>
                </c:pt>
                <c:pt idx="32">
                  <c:v>28.52</c:v>
                </c:pt>
                <c:pt idx="33">
                  <c:v>27.71</c:v>
                </c:pt>
                <c:pt idx="34">
                  <c:v>28.04</c:v>
                </c:pt>
                <c:pt idx="35">
                  <c:v>28.51</c:v>
                </c:pt>
                <c:pt idx="36">
                  <c:v>28.25</c:v>
                </c:pt>
                <c:pt idx="37">
                  <c:v>28.5</c:v>
                </c:pt>
                <c:pt idx="38">
                  <c:v>28.06</c:v>
                </c:pt>
                <c:pt idx="39">
                  <c:v>28.03</c:v>
                </c:pt>
                <c:pt idx="40">
                  <c:v>25.66</c:v>
                </c:pt>
                <c:pt idx="41">
                  <c:v>25.2</c:v>
                </c:pt>
                <c:pt idx="42">
                  <c:v>23.61</c:v>
                </c:pt>
                <c:pt idx="43">
                  <c:v>24.16</c:v>
                </c:pt>
                <c:pt idx="44">
                  <c:v>24.02</c:v>
                </c:pt>
                <c:pt idx="45">
                  <c:v>23.25</c:v>
                </c:pt>
                <c:pt idx="46">
                  <c:v>23.14</c:v>
                </c:pt>
                <c:pt idx="47">
                  <c:v>22.88</c:v>
                </c:pt>
                <c:pt idx="48">
                  <c:v>22.75</c:v>
                </c:pt>
                <c:pt idx="49">
                  <c:v>22.4</c:v>
                </c:pt>
                <c:pt idx="50">
                  <c:v>22.69</c:v>
                </c:pt>
                <c:pt idx="51">
                  <c:v>23.5</c:v>
                </c:pt>
                <c:pt idx="52">
                  <c:v>23.84</c:v>
                </c:pt>
                <c:pt idx="53">
                  <c:v>25.33</c:v>
                </c:pt>
                <c:pt idx="54">
                  <c:v>25.54</c:v>
                </c:pt>
                <c:pt idx="55">
                  <c:v>26.43</c:v>
                </c:pt>
                <c:pt idx="56">
                  <c:v>27.56</c:v>
                </c:pt>
                <c:pt idx="57">
                  <c:v>26.91</c:v>
                </c:pt>
                <c:pt idx="58">
                  <c:v>28.02</c:v>
                </c:pt>
                <c:pt idx="59">
                  <c:v>26.96</c:v>
                </c:pt>
                <c:pt idx="60">
                  <c:v>27.04</c:v>
                </c:pt>
                <c:pt idx="61">
                  <c:v>28.78</c:v>
                </c:pt>
                <c:pt idx="62">
                  <c:v>28.83</c:v>
                </c:pt>
                <c:pt idx="63">
                  <c:v>30.41</c:v>
                </c:pt>
                <c:pt idx="64">
                  <c:v>32.66</c:v>
                </c:pt>
                <c:pt idx="65">
                  <c:v>30.54</c:v>
                </c:pt>
                <c:pt idx="66">
                  <c:v>30.52</c:v>
                </c:pt>
                <c:pt idx="67">
                  <c:v>29.89</c:v>
                </c:pt>
                <c:pt idx="68">
                  <c:v>30.89</c:v>
                </c:pt>
                <c:pt idx="69">
                  <c:v>31.05</c:v>
                </c:pt>
                <c:pt idx="70">
                  <c:v>30.4</c:v>
                </c:pt>
                <c:pt idx="71">
                  <c:v>29.99</c:v>
                </c:pt>
                <c:pt idx="72">
                  <c:v>30.89</c:v>
                </c:pt>
                <c:pt idx="73">
                  <c:v>30.89</c:v>
                </c:pt>
                <c:pt idx="74">
                  <c:v>31.54</c:v>
                </c:pt>
                <c:pt idx="75">
                  <c:v>33.6</c:v>
                </c:pt>
                <c:pt idx="76">
                  <c:v>34.78</c:v>
                </c:pt>
                <c:pt idx="77">
                  <c:v>33.87</c:v>
                </c:pt>
                <c:pt idx="78">
                  <c:v>35.0</c:v>
                </c:pt>
                <c:pt idx="79">
                  <c:v>35.55</c:v>
                </c:pt>
                <c:pt idx="80">
                  <c:v>33.28</c:v>
                </c:pt>
                <c:pt idx="81">
                  <c:v>33.89</c:v>
                </c:pt>
                <c:pt idx="82">
                  <c:v>30.88</c:v>
                </c:pt>
                <c:pt idx="83">
                  <c:v>30.59</c:v>
                </c:pt>
                <c:pt idx="84">
                  <c:v>30.0</c:v>
                </c:pt>
                <c:pt idx="85">
                  <c:v>29.81</c:v>
                </c:pt>
                <c:pt idx="86">
                  <c:v>29.5</c:v>
                </c:pt>
                <c:pt idx="87">
                  <c:v>30.0</c:v>
                </c:pt>
                <c:pt idx="88">
                  <c:v>32.41</c:v>
                </c:pt>
                <c:pt idx="89">
                  <c:v>32.37</c:v>
                </c:pt>
                <c:pt idx="90">
                  <c:v>33.68</c:v>
                </c:pt>
                <c:pt idx="91">
                  <c:v>32.75</c:v>
                </c:pt>
                <c:pt idx="92">
                  <c:v>33.8</c:v>
                </c:pt>
                <c:pt idx="93">
                  <c:v>34.24</c:v>
                </c:pt>
                <c:pt idx="94">
                  <c:v>34.57</c:v>
                </c:pt>
                <c:pt idx="95">
                  <c:v>34.04</c:v>
                </c:pt>
                <c:pt idx="96">
                  <c:v>34.01</c:v>
                </c:pt>
                <c:pt idx="97">
                  <c:v>33.2</c:v>
                </c:pt>
                <c:pt idx="98">
                  <c:v>31.9</c:v>
                </c:pt>
                <c:pt idx="99">
                  <c:v>32.0</c:v>
                </c:pt>
                <c:pt idx="100">
                  <c:v>32.44</c:v>
                </c:pt>
                <c:pt idx="101">
                  <c:v>32.88</c:v>
                </c:pt>
                <c:pt idx="102">
                  <c:v>31.27</c:v>
                </c:pt>
                <c:pt idx="103">
                  <c:v>27.7</c:v>
                </c:pt>
                <c:pt idx="104">
                  <c:v>28.45</c:v>
                </c:pt>
                <c:pt idx="105">
                  <c:v>28.28</c:v>
                </c:pt>
                <c:pt idx="106">
                  <c:v>29.57</c:v>
                </c:pt>
                <c:pt idx="107">
                  <c:v>30.41</c:v>
                </c:pt>
                <c:pt idx="108">
                  <c:v>31.41</c:v>
                </c:pt>
                <c:pt idx="109">
                  <c:v>28.38</c:v>
                </c:pt>
                <c:pt idx="110">
                  <c:v>27.32</c:v>
                </c:pt>
                <c:pt idx="111">
                  <c:v>26.26</c:v>
                </c:pt>
                <c:pt idx="112">
                  <c:v>26.09</c:v>
                </c:pt>
                <c:pt idx="113">
                  <c:v>26.44</c:v>
                </c:pt>
                <c:pt idx="114">
                  <c:v>26.92</c:v>
                </c:pt>
                <c:pt idx="115">
                  <c:v>25.46</c:v>
                </c:pt>
                <c:pt idx="116">
                  <c:v>23.97</c:v>
                </c:pt>
                <c:pt idx="117">
                  <c:v>24.27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Theravance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INVA  ·  acquired by not applicable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$19.375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-39%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34%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Aug 01, 2007   ·   Closed n/a   ·   Status: not_acquisition   ·   Pre-ann. volume 1.4×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Theravance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Theravance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0704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sp>
        <p:nvSpPr>
          <p:cNvPr id="8" name="Oval 7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927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Jun 2004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Aug 2007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04, 2004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Theravance enters into an Amended and Restated Governance…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11, 2007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Amendment to the Amended and Restated Governance Agreement…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01, 2007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Theravance files Schedule 14D-9 and issues the Notice of…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3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Theravance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Theravance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Innoviva Reports Second Quarter 2023 Financial Results and Highlights Recent Company Progress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Innoviva Reports Third Quarter 2023 Financial Results and Highlights Recent Company Progress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Positive Results Announced in Largest Pivotal Phase 3 Trial of a First-in-Class Oral Antibiotic to Treat…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Innoviva Inc (INVA) Reports Q3 2023 Financial Results: Net Income Drops to $82.0 Million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2024-02-29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Innoviva Inc (INVA) Reports Growth Amidst Challenges in Q4 and Full Year 2023 Financial Results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2025-06-10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Innoviva Specialty's gonorrhea antibiotic to undergo FDA review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2025-11-03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Top FDA official Tidmarsh resigns after comments on kidney drug, HHS probe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2025-11-27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Biotech Stocks Facing FDA Decision In December 2025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2025-12-13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FDA Approves Innoviva's NUZOLVENCE, First-in-Class Oral Treatment For Gonorrhea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