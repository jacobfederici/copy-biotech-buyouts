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Sheet1!$A$2:$A$124</c:f>
              <c:strCache>
                <c:ptCount val="123"/>
                <c:pt idx="0">
                  <c:v>Nov '12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>Feb '13</c:v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>Apr '13</c:v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>Jul '13</c:v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>Sep '13</c:v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>Dec '13</c:v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>Feb '14</c:v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>May '14</c:v>
                </c:pt>
                <c:pt idx="78">
                  <c:v/>
                </c:pt>
                <c:pt idx="79">
                  <c:v/>
                </c:pt>
                <c:pt idx="80">
                  <c:v/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>Jul '14</c:v>
                </c:pt>
                <c:pt idx="89">
                  <c:v/>
                </c:pt>
                <c:pt idx="90">
                  <c:v/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>Oct '14</c:v>
                </c:pt>
                <c:pt idx="100">
                  <c:v/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Dec '14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  <c:pt idx="118">
                  <c:v/>
                </c:pt>
                <c:pt idx="119">
                  <c:v/>
                </c:pt>
                <c:pt idx="120">
                  <c:v/>
                </c:pt>
                <c:pt idx="121">
                  <c:v>Mar '15</c:v>
                </c:pt>
                <c:pt idx="122">
                  <c:v/>
                </c:pt>
              </c:strCache>
            </c:strRef>
          </c:cat>
          <c:val>
            <c:numRef>
              <c:f>Sheet1!$B$2:$B$124</c:f>
              <c:numCache>
                <c:formatCode>General</c:formatCode>
                <c:ptCount val="123"/>
                <c:pt idx="0">
                  <c:v>88.71</c:v>
                </c:pt>
                <c:pt idx="1">
                  <c:v>91.99</c:v>
                </c:pt>
                <c:pt idx="2">
                  <c:v>92.75</c:v>
                </c:pt>
                <c:pt idx="3">
                  <c:v>91.79</c:v>
                </c:pt>
                <c:pt idx="4">
                  <c:v>91.61</c:v>
                </c:pt>
                <c:pt idx="5">
                  <c:v>91.95</c:v>
                </c:pt>
                <c:pt idx="6">
                  <c:v>90.13</c:v>
                </c:pt>
                <c:pt idx="7">
                  <c:v>97.87</c:v>
                </c:pt>
                <c:pt idx="8">
                  <c:v>103.19</c:v>
                </c:pt>
                <c:pt idx="9">
                  <c:v>104.98</c:v>
                </c:pt>
                <c:pt idx="10">
                  <c:v>107.21</c:v>
                </c:pt>
                <c:pt idx="11">
                  <c:v>106.85</c:v>
                </c:pt>
                <c:pt idx="12">
                  <c:v>107.63</c:v>
                </c:pt>
                <c:pt idx="13">
                  <c:v>108.02</c:v>
                </c:pt>
                <c:pt idx="14">
                  <c:v>107.92</c:v>
                </c:pt>
                <c:pt idx="15">
                  <c:v>108.6</c:v>
                </c:pt>
                <c:pt idx="16">
                  <c:v>109.45</c:v>
                </c:pt>
                <c:pt idx="17">
                  <c:v>108.98</c:v>
                </c:pt>
                <c:pt idx="18">
                  <c:v>111.89</c:v>
                </c:pt>
                <c:pt idx="19">
                  <c:v>111.63</c:v>
                </c:pt>
                <c:pt idx="20">
                  <c:v>112.51</c:v>
                </c:pt>
                <c:pt idx="21">
                  <c:v>116.02</c:v>
                </c:pt>
                <c:pt idx="22">
                  <c:v>113.74</c:v>
                </c:pt>
                <c:pt idx="23">
                  <c:v>111.98</c:v>
                </c:pt>
                <c:pt idx="24">
                  <c:v>104.77</c:v>
                </c:pt>
                <c:pt idx="25">
                  <c:v>104.18</c:v>
                </c:pt>
                <c:pt idx="26">
                  <c:v>101.41</c:v>
                </c:pt>
                <c:pt idx="27">
                  <c:v>98.02</c:v>
                </c:pt>
                <c:pt idx="28">
                  <c:v>99.49</c:v>
                </c:pt>
                <c:pt idx="29">
                  <c:v>99.75</c:v>
                </c:pt>
                <c:pt idx="30">
                  <c:v>101.14</c:v>
                </c:pt>
                <c:pt idx="31">
                  <c:v>92.7</c:v>
                </c:pt>
                <c:pt idx="32">
                  <c:v>84.24</c:v>
                </c:pt>
                <c:pt idx="33">
                  <c:v>84.35</c:v>
                </c:pt>
                <c:pt idx="34">
                  <c:v>90.51</c:v>
                </c:pt>
                <c:pt idx="35">
                  <c:v>91.97</c:v>
                </c:pt>
                <c:pt idx="36">
                  <c:v>92.26</c:v>
                </c:pt>
                <c:pt idx="37">
                  <c:v>91.77</c:v>
                </c:pt>
                <c:pt idx="38">
                  <c:v>91.1</c:v>
                </c:pt>
                <c:pt idx="39">
                  <c:v>87.93</c:v>
                </c:pt>
                <c:pt idx="40">
                  <c:v>89.54</c:v>
                </c:pt>
                <c:pt idx="41">
                  <c:v>88.38</c:v>
                </c:pt>
                <c:pt idx="42">
                  <c:v>89.21</c:v>
                </c:pt>
                <c:pt idx="43">
                  <c:v>88.77</c:v>
                </c:pt>
                <c:pt idx="44">
                  <c:v>92.63</c:v>
                </c:pt>
                <c:pt idx="45">
                  <c:v>91.04</c:v>
                </c:pt>
                <c:pt idx="46">
                  <c:v>90.66</c:v>
                </c:pt>
                <c:pt idx="47">
                  <c:v>89.96</c:v>
                </c:pt>
                <c:pt idx="48">
                  <c:v>90.74</c:v>
                </c:pt>
                <c:pt idx="49">
                  <c:v>92.82</c:v>
                </c:pt>
                <c:pt idx="50">
                  <c:v>90.49</c:v>
                </c:pt>
                <c:pt idx="51">
                  <c:v>89.95</c:v>
                </c:pt>
                <c:pt idx="52">
                  <c:v>96.41</c:v>
                </c:pt>
                <c:pt idx="53">
                  <c:v>98.57</c:v>
                </c:pt>
                <c:pt idx="54">
                  <c:v>97.05</c:v>
                </c:pt>
                <c:pt idx="55">
                  <c:v>98.2</c:v>
                </c:pt>
                <c:pt idx="56">
                  <c:v>96.57</c:v>
                </c:pt>
                <c:pt idx="57">
                  <c:v>107.73</c:v>
                </c:pt>
                <c:pt idx="58">
                  <c:v>110.85</c:v>
                </c:pt>
                <c:pt idx="59">
                  <c:v>112.06</c:v>
                </c:pt>
                <c:pt idx="60">
                  <c:v>115.19</c:v>
                </c:pt>
                <c:pt idx="61">
                  <c:v>120.15</c:v>
                </c:pt>
                <c:pt idx="62">
                  <c:v>114.87</c:v>
                </c:pt>
                <c:pt idx="63">
                  <c:v>114.6</c:v>
                </c:pt>
                <c:pt idx="64">
                  <c:v>118.84</c:v>
                </c:pt>
                <c:pt idx="65">
                  <c:v>124.57</c:v>
                </c:pt>
                <c:pt idx="66">
                  <c:v>125.07</c:v>
                </c:pt>
                <c:pt idx="67">
                  <c:v>127.0</c:v>
                </c:pt>
                <c:pt idx="68">
                  <c:v>127.99</c:v>
                </c:pt>
                <c:pt idx="69">
                  <c:v>128.34</c:v>
                </c:pt>
                <c:pt idx="70">
                  <c:v>125.05</c:v>
                </c:pt>
                <c:pt idx="71">
                  <c:v>121.05</c:v>
                </c:pt>
                <c:pt idx="72">
                  <c:v>124.12</c:v>
                </c:pt>
                <c:pt idx="73">
                  <c:v>120.89</c:v>
                </c:pt>
                <c:pt idx="74">
                  <c:v>133.92</c:v>
                </c:pt>
                <c:pt idx="75">
                  <c:v>168.15</c:v>
                </c:pt>
                <c:pt idx="76">
                  <c:v>169.91</c:v>
                </c:pt>
                <c:pt idx="77">
                  <c:v>161.3</c:v>
                </c:pt>
                <c:pt idx="78">
                  <c:v>160.0</c:v>
                </c:pt>
                <c:pt idx="79">
                  <c:v>166.92</c:v>
                </c:pt>
                <c:pt idx="80">
                  <c:v>167.46</c:v>
                </c:pt>
                <c:pt idx="81">
                  <c:v>165.06</c:v>
                </c:pt>
                <c:pt idx="82">
                  <c:v>161.79</c:v>
                </c:pt>
                <c:pt idx="83">
                  <c:v>165.32</c:v>
                </c:pt>
                <c:pt idx="84">
                  <c:v>173.95</c:v>
                </c:pt>
                <c:pt idx="85">
                  <c:v>169.13</c:v>
                </c:pt>
                <c:pt idx="86">
                  <c:v>166.43</c:v>
                </c:pt>
                <c:pt idx="87">
                  <c:v>167.4</c:v>
                </c:pt>
                <c:pt idx="88">
                  <c:v>170.06</c:v>
                </c:pt>
                <c:pt idx="89">
                  <c:v>165.62</c:v>
                </c:pt>
                <c:pt idx="90">
                  <c:v>156.83</c:v>
                </c:pt>
                <c:pt idx="91">
                  <c:v>158.26</c:v>
                </c:pt>
                <c:pt idx="92">
                  <c:v>165.56</c:v>
                </c:pt>
                <c:pt idx="93">
                  <c:v>163.68</c:v>
                </c:pt>
                <c:pt idx="94">
                  <c:v>167.0</c:v>
                </c:pt>
                <c:pt idx="95">
                  <c:v>169.25</c:v>
                </c:pt>
                <c:pt idx="96">
                  <c:v>168.21</c:v>
                </c:pt>
                <c:pt idx="97">
                  <c:v>178.0</c:v>
                </c:pt>
                <c:pt idx="98">
                  <c:v>183.34</c:v>
                </c:pt>
                <c:pt idx="99">
                  <c:v>187.61</c:v>
                </c:pt>
                <c:pt idx="100">
                  <c:v>177.49</c:v>
                </c:pt>
                <c:pt idx="101">
                  <c:v>184.21</c:v>
                </c:pt>
                <c:pt idx="102">
                  <c:v>190.06</c:v>
                </c:pt>
                <c:pt idx="103">
                  <c:v>196.0</c:v>
                </c:pt>
                <c:pt idx="104">
                  <c:v>198.65</c:v>
                </c:pt>
                <c:pt idx="105">
                  <c:v>209.09</c:v>
                </c:pt>
                <c:pt idx="106">
                  <c:v>213.89</c:v>
                </c:pt>
                <c:pt idx="107">
                  <c:v>213.35</c:v>
                </c:pt>
                <c:pt idx="108">
                  <c:v>208.47</c:v>
                </c:pt>
                <c:pt idx="109">
                  <c:v>212.63</c:v>
                </c:pt>
                <c:pt idx="110">
                  <c:v>211.95</c:v>
                </c:pt>
                <c:pt idx="111">
                  <c:v>212.75</c:v>
                </c:pt>
                <c:pt idx="112">
                  <c:v>215.4</c:v>
                </c:pt>
                <c:pt idx="113">
                  <c:v>218.66</c:v>
                </c:pt>
                <c:pt idx="114">
                  <c:v>224.17</c:v>
                </c:pt>
                <c:pt idx="115">
                  <c:v>219.26</c:v>
                </c:pt>
                <c:pt idx="116">
                  <c:v>225.17</c:v>
                </c:pt>
                <c:pt idx="117">
                  <c:v>229.49</c:v>
                </c:pt>
                <c:pt idx="118">
                  <c:v>234.0</c:v>
                </c:pt>
                <c:pt idx="119">
                  <c:v>232.74</c:v>
                </c:pt>
                <c:pt idx="120">
                  <c:v>233.51</c:v>
                </c:pt>
                <c:pt idx="121">
                  <c:v>237.34</c:v>
                </c:pt>
                <c:pt idx="122">
                  <c:v>240.22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ALLERGAN INC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AGN  ·  acquired by Actavis plc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$129.22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-27%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12%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-44%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Nov 16, 2014   ·   Closed Mar 17, 2015   ·   Status: completed   ·   Pre-ann. volume 1.16×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ALLERGAN INC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ALLERGAN INC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531608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617208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1818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7766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80524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87119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23390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49769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476743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356251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235759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Apr 2014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Mar 2015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21, 2014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Pershing Square and Valeant disclose a 9.7% stake in…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22, 2014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Valeant makes initial unsolicited proposal of $48.30 cash…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12, 2014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Allergan Board unanimously rejects Valeant's initial…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28, 2014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Valeant raises offer to $58.30 cash and 0.83 shares plus a…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30, 2014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Valeant further raises cash component to $72.00 per share.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10, 2014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Allergan Board rejects the re-revised $72.00 cash proposal.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18, 2014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Valeant formally commences an unsolicited exchange offer.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16, 2014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Allergan enters into a definitive merger agreement with…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12, 2015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FTC grants early termination of HSR waiting period for…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10, 2015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Allergan stockholders approve the merger with Actavis.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17, 2015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Allergan becomes a wholly owned…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11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ALLERGAN INC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0 unexplained pre-announcement move weeks (of 0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ALLERGAN INC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2017-10-11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Examining Consolidated Results on Allergan, Starbucks, Equifax, Walgreens, Texas Instruments, and Kraft…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2018-06-28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Allergan Eases Manual Data Entry and Contract Management Pains with Pramata’s Billing Accuracy Solution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2019-04-29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Allergan and Editas Medicine Announce Initial Data from Natural History Study to Evaluate Patients with…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2019-06-25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Allergan Merger Investigation: Halper Sadeh LLP Announces Investigation Into Whether the Sale of Allergan…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2019-07-25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Allergan and Editas Medicine Initiate the Brilliance Phase 1/2 Clinical Trial of AGN-151587 (EDIT-101) for…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2020-03-04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Allergan and Editas Medicine Announce Dosing of First Patient in Landmark Phase 1/2 Clinical Trial of…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2021-09-01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AbbVie Slumps On New FDA Order For Arthritis Drug — Is It A Buy Or A Sell?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2021-10-18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The Most Exciting Medical Breakthrough Of The Decade?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2022-04-01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Aegon N.V. announces Final Results of Tender Offers for six series of subordinated notes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