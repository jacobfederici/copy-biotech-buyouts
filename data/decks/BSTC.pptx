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Oct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'20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62.86</c:v>
                </c:pt>
                <c:pt idx="1">
                  <c:v>61.48</c:v>
                </c:pt>
                <c:pt idx="2">
                  <c:v>57.96</c:v>
                </c:pt>
                <c:pt idx="3">
                  <c:v>58.16</c:v>
                </c:pt>
                <c:pt idx="4">
                  <c:v>58.24</c:v>
                </c:pt>
                <c:pt idx="5">
                  <c:v>61.37</c:v>
                </c:pt>
                <c:pt idx="6">
                  <c:v>57.91</c:v>
                </c:pt>
                <c:pt idx="7">
                  <c:v>61.26</c:v>
                </c:pt>
                <c:pt idx="8">
                  <c:v>55.59</c:v>
                </c:pt>
                <c:pt idx="9">
                  <c:v>58.93</c:v>
                </c:pt>
                <c:pt idx="10">
                  <c:v>61.44</c:v>
                </c:pt>
                <c:pt idx="11">
                  <c:v>61.5</c:v>
                </c:pt>
                <c:pt idx="12">
                  <c:v>66.51</c:v>
                </c:pt>
                <c:pt idx="13">
                  <c:v>64.02</c:v>
                </c:pt>
                <c:pt idx="14">
                  <c:v>64.69</c:v>
                </c:pt>
                <c:pt idx="15">
                  <c:v>67.22</c:v>
                </c:pt>
                <c:pt idx="16">
                  <c:v>71.62</c:v>
                </c:pt>
                <c:pt idx="17">
                  <c:v>70.97</c:v>
                </c:pt>
                <c:pt idx="18">
                  <c:v>70.82</c:v>
                </c:pt>
                <c:pt idx="19">
                  <c:v>67.68</c:v>
                </c:pt>
                <c:pt idx="20">
                  <c:v>69.26</c:v>
                </c:pt>
                <c:pt idx="21">
                  <c:v>65.01</c:v>
                </c:pt>
                <c:pt idx="22">
                  <c:v>62.33</c:v>
                </c:pt>
                <c:pt idx="23">
                  <c:v>67.16</c:v>
                </c:pt>
                <c:pt idx="24">
                  <c:v>66.78</c:v>
                </c:pt>
                <c:pt idx="25">
                  <c:v>63.19</c:v>
                </c:pt>
                <c:pt idx="26">
                  <c:v>65.2</c:v>
                </c:pt>
                <c:pt idx="27">
                  <c:v>66.72</c:v>
                </c:pt>
                <c:pt idx="28">
                  <c:v>68.28</c:v>
                </c:pt>
                <c:pt idx="29">
                  <c:v>64.33</c:v>
                </c:pt>
                <c:pt idx="30">
                  <c:v>62.33</c:v>
                </c:pt>
                <c:pt idx="31">
                  <c:v>59.15</c:v>
                </c:pt>
                <c:pt idx="32">
                  <c:v>58.2</c:v>
                </c:pt>
                <c:pt idx="33">
                  <c:v>56.17</c:v>
                </c:pt>
                <c:pt idx="34">
                  <c:v>58.43</c:v>
                </c:pt>
                <c:pt idx="35">
                  <c:v>59.71</c:v>
                </c:pt>
                <c:pt idx="36">
                  <c:v>60.2</c:v>
                </c:pt>
                <c:pt idx="37">
                  <c:v>62.8</c:v>
                </c:pt>
                <c:pt idx="38">
                  <c:v>60.87</c:v>
                </c:pt>
                <c:pt idx="39">
                  <c:v>59.75</c:v>
                </c:pt>
                <c:pt idx="40">
                  <c:v>56.65</c:v>
                </c:pt>
                <c:pt idx="41">
                  <c:v>56.55</c:v>
                </c:pt>
                <c:pt idx="42">
                  <c:v>58.73</c:v>
                </c:pt>
                <c:pt idx="43">
                  <c:v>56.23</c:v>
                </c:pt>
                <c:pt idx="44">
                  <c:v>55.08</c:v>
                </c:pt>
                <c:pt idx="45">
                  <c:v>53.64</c:v>
                </c:pt>
                <c:pt idx="46">
                  <c:v>58.3</c:v>
                </c:pt>
                <c:pt idx="47">
                  <c:v>57.75</c:v>
                </c:pt>
                <c:pt idx="48">
                  <c:v>54.78</c:v>
                </c:pt>
                <c:pt idx="49">
                  <c:v>52.81</c:v>
                </c:pt>
                <c:pt idx="50">
                  <c:v>50.24</c:v>
                </c:pt>
                <c:pt idx="51">
                  <c:v>48.78</c:v>
                </c:pt>
                <c:pt idx="52">
                  <c:v>47.32</c:v>
                </c:pt>
                <c:pt idx="53">
                  <c:v>49.48</c:v>
                </c:pt>
                <c:pt idx="54">
                  <c:v>50.65</c:v>
                </c:pt>
                <c:pt idx="55">
                  <c:v>53.03</c:v>
                </c:pt>
                <c:pt idx="56">
                  <c:v>53.38</c:v>
                </c:pt>
                <c:pt idx="57">
                  <c:v>55.0</c:v>
                </c:pt>
                <c:pt idx="58">
                  <c:v>55.36</c:v>
                </c:pt>
                <c:pt idx="59">
                  <c:v>59.66</c:v>
                </c:pt>
                <c:pt idx="60">
                  <c:v>58.38</c:v>
                </c:pt>
                <c:pt idx="61">
                  <c:v>57.0</c:v>
                </c:pt>
                <c:pt idx="62">
                  <c:v>56.58</c:v>
                </c:pt>
                <c:pt idx="63">
                  <c:v>55.1</c:v>
                </c:pt>
                <c:pt idx="64">
                  <c:v>57.12</c:v>
                </c:pt>
                <c:pt idx="65">
                  <c:v>56.6</c:v>
                </c:pt>
                <c:pt idx="66">
                  <c:v>59.08</c:v>
                </c:pt>
                <c:pt idx="67">
                  <c:v>63.25</c:v>
                </c:pt>
                <c:pt idx="68">
                  <c:v>65.07</c:v>
                </c:pt>
                <c:pt idx="69">
                  <c:v>64.06</c:v>
                </c:pt>
                <c:pt idx="70">
                  <c:v>55.19</c:v>
                </c:pt>
                <c:pt idx="71">
                  <c:v>57.86</c:v>
                </c:pt>
                <c:pt idx="72">
                  <c:v>55.62</c:v>
                </c:pt>
                <c:pt idx="73">
                  <c:v>44.47</c:v>
                </c:pt>
                <c:pt idx="74">
                  <c:v>51.5</c:v>
                </c:pt>
                <c:pt idx="75">
                  <c:v>52.6</c:v>
                </c:pt>
                <c:pt idx="76">
                  <c:v>58.38</c:v>
                </c:pt>
                <c:pt idx="77">
                  <c:v>52.33</c:v>
                </c:pt>
                <c:pt idx="78">
                  <c:v>55.58</c:v>
                </c:pt>
                <c:pt idx="79">
                  <c:v>55.63</c:v>
                </c:pt>
                <c:pt idx="80">
                  <c:v>56.95</c:v>
                </c:pt>
                <c:pt idx="81">
                  <c:v>57.3</c:v>
                </c:pt>
                <c:pt idx="82">
                  <c:v>57.94</c:v>
                </c:pt>
                <c:pt idx="83">
                  <c:v>62.2</c:v>
                </c:pt>
                <c:pt idx="84">
                  <c:v>60.06</c:v>
                </c:pt>
                <c:pt idx="85">
                  <c:v>61.21</c:v>
                </c:pt>
                <c:pt idx="86">
                  <c:v>60.58</c:v>
                </c:pt>
                <c:pt idx="87">
                  <c:v>58.52</c:v>
                </c:pt>
                <c:pt idx="88">
                  <c:v>62.42</c:v>
                </c:pt>
                <c:pt idx="89">
                  <c:v>63.21</c:v>
                </c:pt>
                <c:pt idx="90">
                  <c:v>67.15</c:v>
                </c:pt>
                <c:pt idx="91">
                  <c:v>62.46</c:v>
                </c:pt>
                <c:pt idx="92">
                  <c:v>62.66</c:v>
                </c:pt>
                <c:pt idx="93">
                  <c:v>65.53</c:v>
                </c:pt>
                <c:pt idx="94">
                  <c:v>64.76</c:v>
                </c:pt>
                <c:pt idx="95">
                  <c:v>65.16</c:v>
                </c:pt>
                <c:pt idx="96">
                  <c:v>64.28</c:v>
                </c:pt>
                <c:pt idx="97">
                  <c:v>58.61</c:v>
                </c:pt>
                <c:pt idx="98">
                  <c:v>54.49</c:v>
                </c:pt>
                <c:pt idx="99">
                  <c:v>56.79</c:v>
                </c:pt>
                <c:pt idx="100">
                  <c:v>51.94</c:v>
                </c:pt>
                <c:pt idx="101">
                  <c:v>52.5</c:v>
                </c:pt>
                <c:pt idx="102">
                  <c:v>60.41</c:v>
                </c:pt>
                <c:pt idx="103">
                  <c:v>61.02</c:v>
                </c:pt>
                <c:pt idx="104">
                  <c:v>88.16</c:v>
                </c:pt>
                <c:pt idx="105">
                  <c:v>88.1</c:v>
                </c:pt>
                <c:pt idx="106">
                  <c:v>88.22</c:v>
                </c:pt>
                <c:pt idx="107">
                  <c:v>88.34</c:v>
                </c:pt>
                <c:pt idx="108">
                  <c:v>88.44</c:v>
                </c:pt>
                <c:pt idx="109">
                  <c:v>88.5</c:v>
                </c:pt>
                <c:pt idx="110">
                  <c:v>88.53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'20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72">
                  <c:v>55.62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Oct '18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Jan '19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Mar '19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May '19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Aug '19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Oct '19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Dec '19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Feb '20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May '20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Jul '20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Sep '20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Dec '20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104">
                  <c:v>88.16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BioSpecifics Technologies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BSTC  ·  acquired by Endo International plc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$88.5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56%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Oct 19, 2020   ·   Closed Dec 02, 2020   ·   Status: completed   ·   Pre-ann. volume 1.02×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BioSpecifics Technologies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BioSpecifics Technologies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246620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332220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6814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596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4823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5283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084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6857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3158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258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0029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9175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5192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36942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Aug 2020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12, 2020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Endo CEO Blaise Coleman indicates interest in acquiring…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18, 2020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CEOs meet in person to discuss strategic rationale.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21, 2020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Endo delivers initial non-binding indication of interest at…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25, 2020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BioSpecifics Board reviews offer and determines it…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01, 2020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BioSpecifics management and ClearView Healthcare Partners…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08, 2020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Endo increases offer to $88.50 per share, subject to due…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22, 2020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Confidentiality Agreement executed; due diligence begins.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05, 2020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Endo reduces offer to $87.00 per share citing third-party…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07, 2020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Endo submits 'best and final' offer of $88.50 per share…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16, 2020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BioSpecifics Board unanimously approves the Merger…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19, 2020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and Support Agreement are executed and…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02, 2020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01, 2020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82.8% of shares tendered.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02, 2020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BioSpecifics becomes a wholly owned…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14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BioSpecifics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 unexplained pre-announcement move weeks (of 2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2020-03-20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($55.62→$44.47)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213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BioSpecifics Technologies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Rigrodsky &amp;amp; Long, P.A. Reminds Investors Of Investigation of BioSpecifics Technologies Corp. Buyout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Rigrodsky &amp;amp; Long, P.A. Reminds Investors Of Investigation of BioSpecifics Technologies Corp. Buyout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BioSpecifics Merger Investigation: Halper Sadeh LLP Encourages BioSpecifics Technologies Corp. Shareholders…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BioSpecifics Merger Investigation: Halper Sadeh LLP Encourages BioSpecifics Technologies Corp. Shareholders…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BioSpecifics Merger Investigation: Halper Sadeh LLP Encourages BioSpecifics Technologies Corp. Shareholders…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Halper Sadeh LLP Reminds Investors of Its Ongoing Merger Investigations; Shareholders…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SHAREHOLDER ALERT: Halper Sadeh LLP Reminds Investors of Its Ongoing Merger Investigations; Shareholders…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Monteverde &amp;amp; Associates Continues to Investigate the Following Merger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2020-11-21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STOCKHOLDER ALERT: Monteverde &amp;amp; Associates Continues to Investigate the Following Merger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