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Sheet1!$A$2:$A$97</c:f>
              <c:strCache>
                <c:ptCount val="96"/>
                <c:pt idx="0">
                  <c:v>May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Jul '15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Aug '15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Oct '15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Dec '15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Apr '16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Jun '16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Jul '16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Sep '16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Jan '17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</c:strCache>
            </c:strRef>
          </c:cat>
          <c:val>
            <c:numRef>
              <c:f>Sheet1!$B$2:$B$97</c:f>
              <c:numCache>
                <c:formatCode>General</c:formatCode>
                <c:ptCount val="96"/>
                <c:pt idx="0">
                  <c:v>8.0</c:v>
                </c:pt>
                <c:pt idx="1">
                  <c:v>8.54</c:v>
                </c:pt>
                <c:pt idx="2">
                  <c:v>8.78</c:v>
                </c:pt>
                <c:pt idx="3">
                  <c:v>8.68</c:v>
                </c:pt>
                <c:pt idx="4">
                  <c:v>8.45</c:v>
                </c:pt>
                <c:pt idx="5">
                  <c:v>8.9</c:v>
                </c:pt>
                <c:pt idx="6">
                  <c:v>8.44</c:v>
                </c:pt>
                <c:pt idx="7">
                  <c:v>8.63</c:v>
                </c:pt>
                <c:pt idx="8">
                  <c:v>8.61</c:v>
                </c:pt>
                <c:pt idx="9">
                  <c:v>8.61</c:v>
                </c:pt>
                <c:pt idx="10">
                  <c:v>8.77</c:v>
                </c:pt>
                <c:pt idx="11">
                  <c:v>8.84</c:v>
                </c:pt>
                <c:pt idx="12">
                  <c:v>8.15</c:v>
                </c:pt>
                <c:pt idx="13">
                  <c:v>7.7</c:v>
                </c:pt>
                <c:pt idx="14">
                  <c:v>8.07</c:v>
                </c:pt>
                <c:pt idx="15">
                  <c:v>6.91</c:v>
                </c:pt>
                <c:pt idx="16">
                  <c:v>6.63</c:v>
                </c:pt>
                <c:pt idx="17">
                  <c:v>5.94</c:v>
                </c:pt>
                <c:pt idx="18">
                  <c:v>6.42</c:v>
                </c:pt>
                <c:pt idx="19">
                  <c:v>7.97</c:v>
                </c:pt>
                <c:pt idx="20">
                  <c:v>5.29</c:v>
                </c:pt>
                <c:pt idx="21">
                  <c:v>4.18</c:v>
                </c:pt>
                <c:pt idx="22">
                  <c:v>4.0</c:v>
                </c:pt>
                <c:pt idx="23">
                  <c:v>4.01</c:v>
                </c:pt>
                <c:pt idx="24">
                  <c:v>3.77</c:v>
                </c:pt>
                <c:pt idx="25">
                  <c:v>3.78</c:v>
                </c:pt>
                <c:pt idx="26">
                  <c:v>4.38</c:v>
                </c:pt>
                <c:pt idx="27">
                  <c:v>4.74</c:v>
                </c:pt>
                <c:pt idx="28">
                  <c:v>4.99</c:v>
                </c:pt>
                <c:pt idx="29">
                  <c:v>5.16</c:v>
                </c:pt>
                <c:pt idx="30">
                  <c:v>7.0</c:v>
                </c:pt>
                <c:pt idx="31">
                  <c:v>6.61</c:v>
                </c:pt>
                <c:pt idx="32">
                  <c:v>6.77</c:v>
                </c:pt>
                <c:pt idx="33">
                  <c:v>7.84</c:v>
                </c:pt>
                <c:pt idx="34">
                  <c:v>8.37</c:v>
                </c:pt>
                <c:pt idx="35">
                  <c:v>8.18</c:v>
                </c:pt>
                <c:pt idx="36">
                  <c:v>6.88</c:v>
                </c:pt>
                <c:pt idx="37">
                  <c:v>6.33</c:v>
                </c:pt>
                <c:pt idx="38">
                  <c:v>5.67</c:v>
                </c:pt>
                <c:pt idx="39">
                  <c:v>5.75</c:v>
                </c:pt>
                <c:pt idx="40">
                  <c:v>5.44</c:v>
                </c:pt>
                <c:pt idx="41">
                  <c:v>5.38</c:v>
                </c:pt>
                <c:pt idx="42">
                  <c:v>5.66</c:v>
                </c:pt>
                <c:pt idx="43">
                  <c:v>6.75</c:v>
                </c:pt>
                <c:pt idx="44">
                  <c:v>6.54</c:v>
                </c:pt>
                <c:pt idx="45">
                  <c:v>6.14</c:v>
                </c:pt>
                <c:pt idx="46">
                  <c:v>6.06</c:v>
                </c:pt>
                <c:pt idx="47">
                  <c:v>6.83</c:v>
                </c:pt>
                <c:pt idx="48">
                  <c:v>6.83</c:v>
                </c:pt>
                <c:pt idx="49">
                  <c:v>6.57</c:v>
                </c:pt>
                <c:pt idx="50">
                  <c:v>6.73</c:v>
                </c:pt>
                <c:pt idx="51">
                  <c:v>6.75</c:v>
                </c:pt>
                <c:pt idx="52">
                  <c:v>6.51</c:v>
                </c:pt>
                <c:pt idx="53">
                  <c:v>6.31</c:v>
                </c:pt>
                <c:pt idx="54">
                  <c:v>5.88</c:v>
                </c:pt>
                <c:pt idx="55">
                  <c:v>6.3</c:v>
                </c:pt>
                <c:pt idx="56">
                  <c:v>7.28</c:v>
                </c:pt>
                <c:pt idx="57">
                  <c:v>6.87</c:v>
                </c:pt>
                <c:pt idx="58">
                  <c:v>6.94</c:v>
                </c:pt>
                <c:pt idx="59">
                  <c:v>6.43</c:v>
                </c:pt>
                <c:pt idx="60">
                  <c:v>9.62</c:v>
                </c:pt>
                <c:pt idx="61">
                  <c:v>9.03</c:v>
                </c:pt>
                <c:pt idx="62">
                  <c:v>9.1</c:v>
                </c:pt>
                <c:pt idx="63">
                  <c:v>9.08</c:v>
                </c:pt>
                <c:pt idx="64">
                  <c:v>8.7</c:v>
                </c:pt>
                <c:pt idx="65">
                  <c:v>8.24</c:v>
                </c:pt>
                <c:pt idx="66">
                  <c:v>8.99</c:v>
                </c:pt>
                <c:pt idx="67">
                  <c:v>8.54</c:v>
                </c:pt>
                <c:pt idx="68">
                  <c:v>8.6</c:v>
                </c:pt>
                <c:pt idx="69">
                  <c:v>10.66</c:v>
                </c:pt>
                <c:pt idx="70">
                  <c:v>21.86</c:v>
                </c:pt>
                <c:pt idx="71">
                  <c:v>28.13</c:v>
                </c:pt>
                <c:pt idx="72">
                  <c:v>31.36</c:v>
                </c:pt>
                <c:pt idx="73">
                  <c:v>38.15</c:v>
                </c:pt>
                <c:pt idx="74">
                  <c:v>36.23</c:v>
                </c:pt>
                <c:pt idx="75">
                  <c:v>36.55</c:v>
                </c:pt>
                <c:pt idx="76">
                  <c:v>34.8</c:v>
                </c:pt>
                <c:pt idx="77">
                  <c:v>31.59</c:v>
                </c:pt>
                <c:pt idx="78">
                  <c:v>28.8</c:v>
                </c:pt>
                <c:pt idx="79">
                  <c:v>35.2</c:v>
                </c:pt>
                <c:pt idx="80">
                  <c:v>36.45</c:v>
                </c:pt>
                <c:pt idx="81">
                  <c:v>36.0</c:v>
                </c:pt>
                <c:pt idx="82">
                  <c:v>38.5</c:v>
                </c:pt>
                <c:pt idx="83">
                  <c:v>36.0</c:v>
                </c:pt>
                <c:pt idx="84">
                  <c:v>36.15</c:v>
                </c:pt>
                <c:pt idx="85">
                  <c:v>37.9</c:v>
                </c:pt>
                <c:pt idx="86">
                  <c:v>36.4</c:v>
                </c:pt>
                <c:pt idx="87">
                  <c:v>31.95</c:v>
                </c:pt>
                <c:pt idx="88">
                  <c:v>34.3</c:v>
                </c:pt>
                <c:pt idx="89">
                  <c:v>46.25</c:v>
                </c:pt>
                <c:pt idx="90">
                  <c:v>46.25</c:v>
                </c:pt>
                <c:pt idx="91">
                  <c:v>46.45</c:v>
                </c:pt>
                <c:pt idx="92">
                  <c:v>46.4</c:v>
                </c:pt>
                <c:pt idx="93">
                  <c:v>46.4</c:v>
                </c:pt>
                <c:pt idx="94">
                  <c:v>46.5</c:v>
                </c:pt>
                <c:pt idx="95">
                  <c:v>46.52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Sheet1!$A$2:$A$97</c:f>
              <c:strCache>
                <c:ptCount val="96"/>
                <c:pt idx="0">
                  <c:v>May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Jul '15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Aug '15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Oct '15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Dec '15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Apr '16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Jun '16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Jul '16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Sep '16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Jan '17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</c:strCache>
            </c:strRef>
          </c:cat>
          <c:val>
            <c:numRef>
              <c:f>Sheet1!$C$2:$C$97</c:f>
              <c:numCache>
                <c:formatCode>General</c:formatCode>
                <c:ptCount val="96"/>
                <c:pt idx="20">
                  <c:v>5.29</c:v>
                </c:pt>
                <c:pt idx="68">
                  <c:v>8.6</c:v>
                </c:pt>
                <c:pt idx="69">
                  <c:v>10.66</c:v>
                </c:pt>
                <c:pt idx="70">
                  <c:v>21.86</c:v>
                </c:pt>
                <c:pt idx="72">
                  <c:v>31.36</c:v>
                </c:pt>
                <c:pt idx="78">
                  <c:v>28.8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Sheet1!$A$2:$A$97</c:f>
              <c:strCache>
                <c:ptCount val="96"/>
                <c:pt idx="0">
                  <c:v>May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Jul '15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Aug '15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Oct '15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Dec '15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Apr '16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Jun '16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Jul '16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Sep '16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Jan '17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</c:strCache>
            </c:strRef>
          </c:cat>
          <c:val>
            <c:numRef>
              <c:f>Sheet1!$D$2:$D$97</c:f>
              <c:numCache>
                <c:formatCode>General</c:formatCode>
                <c:ptCount val="96"/>
                <c:pt idx="18">
                  <c:v>6.42</c:v>
                </c:pt>
                <c:pt idx="19">
                  <c:v>7.97</c:v>
                </c:pt>
                <c:pt idx="29">
                  <c:v>5.16</c:v>
                </c:pt>
                <c:pt idx="59">
                  <c:v>6.43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Sheet1!$A$2:$A$97</c:f>
              <c:strCache>
                <c:ptCount val="96"/>
                <c:pt idx="0">
                  <c:v>May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Jul '15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Aug '15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Oct '15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Dec '15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>Apr '16</c:v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>Jun '16</c:v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>Jul '16</c:v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>Sep '16</c:v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Jan '17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</c:strCache>
            </c:strRef>
          </c:cat>
          <c:val>
            <c:numRef>
              <c:f>Sheet1!$E$2:$E$97</c:f>
              <c:numCache>
                <c:formatCode>General</c:formatCode>
                <c:ptCount val="96"/>
                <c:pt idx="89">
                  <c:v>46.25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CoLucid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CLCD  ·  acquired by Eli Lilly and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$46.5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18, 2017   ·   Closed Mar 01, 2017   ·   Status: completed   ·   Pre-ann. volume 0.7×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CoLucid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CoLucid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40978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49538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726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178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986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438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661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794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219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150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42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522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5491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8947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391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CoLucid in-licenses lasmiditan from Eli Lilly and Company.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CoLucid and Lilly amend and restate the development and…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30, 2016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CoLucid engages MTS Health Partners as financial advisor in…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06, 2016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CoLucid announces positive top-line results from the…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23, 2016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CoLucid and Lilly execute a Confidentiality Agreement.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a preliminary non-binding indication of…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CoLucid Board establishes a Special Committee to oversee…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29, 2016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sends process letters to nine interested parties…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03, 2017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a revised bid of $46.00 per share; other…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14, 2017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its 'best and final' offer of $46.50 per…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CoLucid Board and Special Committee unanimously approve the…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18, 2017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transaction.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commences the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90.3% of shares tendered.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CoLucid becomes a wholly-owned subsidiary…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CoLucid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10 unexplained pre-announcement move weeks (of 11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2016-09-09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+105%  ($10.66→$21.86)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2016-07-01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+50%  ($6.43→$9.62)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2015-12-04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+36%  ($5.16→$7)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2015-09-25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-34%  ($7.97→$5.29)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481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2016-09-16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($21.86→$28.13)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124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2015-09-18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($6.42→$7.97)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488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2016-09-02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($8.6→$10.66)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138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2016-11-11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($28.8→$35.2)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CoLucid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2015-11-10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CoLucid Pharmaceuticals Announces Third Quarter 2015 Results and Corporate Highlights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2016-03-02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CoLucid Pharmaceuticals Announces 2015 Fourth Quarter and Year-End Results and Corporate Highlights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CoLucid Pharmaceuticals Announces 2016 First Quarter Results and Corporate Highlights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CoLucid Pharmaceuticals Announces Initiation of Second Phase 3 Pivotal Trial of Lasmiditan in Migraine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2016-06-07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CoLucid Pharmaceuticals Announces Last Patient Randomized in SAMURAI Phase 3 Pivotal Trial of Lasmiditan in…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2016-08-10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CoLucid Pharmaceuticals Announces 2016 Second Quarter Results and Corporate Highlights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2016-09-06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CoLucid Pharmaceuticals Announces Achievement of Both Primary and Key Secondary Endpoints in the SAMURAI…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2016-10-05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CoLucid Pharmaceuticals Announces Additional Analyses of Lasmiditan’s Onset of Action Data from SAMURAI and…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2016-11-09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CoLucid Pharmaceuticals Announces 2016 Third Quarter Results and Corporate Highlights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