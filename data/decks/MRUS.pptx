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Sheet1!$A$2:$A$119</c:f>
              <c:strCache>
                <c:ptCount val="118"/>
                <c:pt idx="0">
                  <c:v>Oct '23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Dec '23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Feb '24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May '24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Jul '24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Sep '24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Nov '24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Feb '25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Apr '25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Jun '25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Sep '25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Nov '25</c:v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  <c:pt idx="114">
                  <c:v/>
                </c:pt>
                <c:pt idx="115">
                  <c:v/>
                </c:pt>
                <c:pt idx="116">
                  <c:v/>
                </c:pt>
                <c:pt idx="117">
                  <c:v/>
                </c:pt>
              </c:strCache>
            </c:strRef>
          </c:cat>
          <c:val>
            <c:numRef>
              <c:f>Sheet1!$B$2:$B$119</c:f>
              <c:numCache>
                <c:formatCode>General</c:formatCode>
                <c:ptCount val="118"/>
                <c:pt idx="0">
                  <c:v>21.85</c:v>
                </c:pt>
                <c:pt idx="1">
                  <c:v>21.1</c:v>
                </c:pt>
                <c:pt idx="2">
                  <c:v>20.3</c:v>
                </c:pt>
                <c:pt idx="3">
                  <c:v>20.06</c:v>
                </c:pt>
                <c:pt idx="4">
                  <c:v>24.88</c:v>
                </c:pt>
                <c:pt idx="5">
                  <c:v>22.9</c:v>
                </c:pt>
                <c:pt idx="6">
                  <c:v>24.3</c:v>
                </c:pt>
                <c:pt idx="7">
                  <c:v>24.14</c:v>
                </c:pt>
                <c:pt idx="8">
                  <c:v>25.13</c:v>
                </c:pt>
                <c:pt idx="9">
                  <c:v>23.93</c:v>
                </c:pt>
                <c:pt idx="10">
                  <c:v>25.24</c:v>
                </c:pt>
                <c:pt idx="11">
                  <c:v>27.07</c:v>
                </c:pt>
                <c:pt idx="12">
                  <c:v>27.5</c:v>
                </c:pt>
                <c:pt idx="13">
                  <c:v>28.52</c:v>
                </c:pt>
                <c:pt idx="14">
                  <c:v>32.59</c:v>
                </c:pt>
                <c:pt idx="15">
                  <c:v>34.99</c:v>
                </c:pt>
                <c:pt idx="16">
                  <c:v>34.04</c:v>
                </c:pt>
                <c:pt idx="17">
                  <c:v>35.46</c:v>
                </c:pt>
                <c:pt idx="18">
                  <c:v>41.0</c:v>
                </c:pt>
                <c:pt idx="19">
                  <c:v>46.03</c:v>
                </c:pt>
                <c:pt idx="20">
                  <c:v>47.45</c:v>
                </c:pt>
                <c:pt idx="21">
                  <c:v>51.82</c:v>
                </c:pt>
                <c:pt idx="22">
                  <c:v>46.55</c:v>
                </c:pt>
                <c:pt idx="23">
                  <c:v>43.9</c:v>
                </c:pt>
                <c:pt idx="24">
                  <c:v>45.93</c:v>
                </c:pt>
                <c:pt idx="25">
                  <c:v>45.03</c:v>
                </c:pt>
                <c:pt idx="26">
                  <c:v>44.7</c:v>
                </c:pt>
                <c:pt idx="27">
                  <c:v>41.85</c:v>
                </c:pt>
                <c:pt idx="28">
                  <c:v>39.81</c:v>
                </c:pt>
                <c:pt idx="29">
                  <c:v>45.04</c:v>
                </c:pt>
                <c:pt idx="30">
                  <c:v>48.36</c:v>
                </c:pt>
                <c:pt idx="31">
                  <c:v>44.52</c:v>
                </c:pt>
                <c:pt idx="32">
                  <c:v>43.91</c:v>
                </c:pt>
                <c:pt idx="33">
                  <c:v>59.99</c:v>
                </c:pt>
                <c:pt idx="34">
                  <c:v>53.24</c:v>
                </c:pt>
                <c:pt idx="35">
                  <c:v>52.9</c:v>
                </c:pt>
                <c:pt idx="36">
                  <c:v>56.55</c:v>
                </c:pt>
                <c:pt idx="37">
                  <c:v>54.84</c:v>
                </c:pt>
                <c:pt idx="38">
                  <c:v>59.17</c:v>
                </c:pt>
                <c:pt idx="39">
                  <c:v>53.34</c:v>
                </c:pt>
                <c:pt idx="40">
                  <c:v>57.26</c:v>
                </c:pt>
                <c:pt idx="41">
                  <c:v>55.29</c:v>
                </c:pt>
                <c:pt idx="42">
                  <c:v>54.19</c:v>
                </c:pt>
                <c:pt idx="43">
                  <c:v>52.1</c:v>
                </c:pt>
                <c:pt idx="44">
                  <c:v>50.74</c:v>
                </c:pt>
                <c:pt idx="45">
                  <c:v>51.66</c:v>
                </c:pt>
                <c:pt idx="46">
                  <c:v>53.59</c:v>
                </c:pt>
                <c:pt idx="47">
                  <c:v>50.99</c:v>
                </c:pt>
                <c:pt idx="48">
                  <c:v>50.0</c:v>
                </c:pt>
                <c:pt idx="49">
                  <c:v>50.14</c:v>
                </c:pt>
                <c:pt idx="50">
                  <c:v>49.67</c:v>
                </c:pt>
                <c:pt idx="51">
                  <c:v>47.74</c:v>
                </c:pt>
                <c:pt idx="52">
                  <c:v>51.78</c:v>
                </c:pt>
                <c:pt idx="53">
                  <c:v>53.4</c:v>
                </c:pt>
                <c:pt idx="54">
                  <c:v>52.69</c:v>
                </c:pt>
                <c:pt idx="55">
                  <c:v>53.06</c:v>
                </c:pt>
                <c:pt idx="56">
                  <c:v>50.3</c:v>
                </c:pt>
                <c:pt idx="57">
                  <c:v>54.5</c:v>
                </c:pt>
                <c:pt idx="58">
                  <c:v>46.58</c:v>
                </c:pt>
                <c:pt idx="59">
                  <c:v>45.49</c:v>
                </c:pt>
                <c:pt idx="60">
                  <c:v>44.84</c:v>
                </c:pt>
                <c:pt idx="61">
                  <c:v>44.65</c:v>
                </c:pt>
                <c:pt idx="62">
                  <c:v>42.83</c:v>
                </c:pt>
                <c:pt idx="63">
                  <c:v>41.85</c:v>
                </c:pt>
                <c:pt idx="64">
                  <c:v>42.07</c:v>
                </c:pt>
                <c:pt idx="65">
                  <c:v>43.16</c:v>
                </c:pt>
                <c:pt idx="66">
                  <c:v>43.85</c:v>
                </c:pt>
                <c:pt idx="67">
                  <c:v>39.45</c:v>
                </c:pt>
                <c:pt idx="68">
                  <c:v>41.3</c:v>
                </c:pt>
                <c:pt idx="69">
                  <c:v>40.94</c:v>
                </c:pt>
                <c:pt idx="70">
                  <c:v>41.25</c:v>
                </c:pt>
                <c:pt idx="71">
                  <c:v>40.2</c:v>
                </c:pt>
                <c:pt idx="72">
                  <c:v>47.37</c:v>
                </c:pt>
                <c:pt idx="73">
                  <c:v>47.09</c:v>
                </c:pt>
                <c:pt idx="74">
                  <c:v>46.07</c:v>
                </c:pt>
                <c:pt idx="75">
                  <c:v>47.1</c:v>
                </c:pt>
                <c:pt idx="76">
                  <c:v>47.24</c:v>
                </c:pt>
                <c:pt idx="77">
                  <c:v>44.61</c:v>
                </c:pt>
                <c:pt idx="78">
                  <c:v>38.11</c:v>
                </c:pt>
                <c:pt idx="79">
                  <c:v>41.97</c:v>
                </c:pt>
                <c:pt idx="80">
                  <c:v>43.05</c:v>
                </c:pt>
                <c:pt idx="81">
                  <c:v>43.57</c:v>
                </c:pt>
                <c:pt idx="82">
                  <c:v>44.19</c:v>
                </c:pt>
                <c:pt idx="83">
                  <c:v>40.9</c:v>
                </c:pt>
                <c:pt idx="84">
                  <c:v>41.56</c:v>
                </c:pt>
                <c:pt idx="85">
                  <c:v>55.14</c:v>
                </c:pt>
                <c:pt idx="86">
                  <c:v>56.07</c:v>
                </c:pt>
                <c:pt idx="87">
                  <c:v>56.21</c:v>
                </c:pt>
                <c:pt idx="88">
                  <c:v>54.61</c:v>
                </c:pt>
                <c:pt idx="89">
                  <c:v>53.1</c:v>
                </c:pt>
                <c:pt idx="90">
                  <c:v>52.99</c:v>
                </c:pt>
                <c:pt idx="91">
                  <c:v>53.82</c:v>
                </c:pt>
                <c:pt idx="92">
                  <c:v>54.5</c:v>
                </c:pt>
                <c:pt idx="93">
                  <c:v>63.26</c:v>
                </c:pt>
                <c:pt idx="94">
                  <c:v>66.82</c:v>
                </c:pt>
                <c:pt idx="95">
                  <c:v>65.56</c:v>
                </c:pt>
                <c:pt idx="96">
                  <c:v>64.0</c:v>
                </c:pt>
                <c:pt idx="97">
                  <c:v>67.25</c:v>
                </c:pt>
                <c:pt idx="98">
                  <c:v>67.49</c:v>
                </c:pt>
                <c:pt idx="99">
                  <c:v>65.84</c:v>
                </c:pt>
                <c:pt idx="100">
                  <c:v>67.47</c:v>
                </c:pt>
                <c:pt idx="101">
                  <c:v>69.58</c:v>
                </c:pt>
                <c:pt idx="102">
                  <c:v>68.22</c:v>
                </c:pt>
                <c:pt idx="103">
                  <c:v>68.89</c:v>
                </c:pt>
                <c:pt idx="104">
                  <c:v>94.29</c:v>
                </c:pt>
                <c:pt idx="105">
                  <c:v>94.37</c:v>
                </c:pt>
                <c:pt idx="106">
                  <c:v>94.89</c:v>
                </c:pt>
                <c:pt idx="107">
                  <c:v>94.88</c:v>
                </c:pt>
                <c:pt idx="108">
                  <c:v>94.86</c:v>
                </c:pt>
                <c:pt idx="109">
                  <c:v>95.23</c:v>
                </c:pt>
                <c:pt idx="110">
                  <c:v>95.95</c:v>
                </c:pt>
                <c:pt idx="111">
                  <c:v>95.76</c:v>
                </c:pt>
                <c:pt idx="112">
                  <c:v>96.14</c:v>
                </c:pt>
                <c:pt idx="113">
                  <c:v>96.14</c:v>
                </c:pt>
                <c:pt idx="114">
                  <c:v>96.93</c:v>
                </c:pt>
                <c:pt idx="115">
                  <c:v>97.01</c:v>
                </c:pt>
                <c:pt idx="116">
                  <c:v>96.92</c:v>
                </c:pt>
                <c:pt idx="117">
                  <c:v>90.0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Event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13A88A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Sheet1!$A$2:$A$119</c:f>
              <c:strCache>
                <c:ptCount val="118"/>
                <c:pt idx="0">
                  <c:v>Oct '23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Dec '23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Feb '24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May '24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Jul '24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Sep '24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Nov '24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Feb '25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Apr '25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Jun '25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Sep '25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Nov '25</c:v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  <c:pt idx="114">
                  <c:v/>
                </c:pt>
                <c:pt idx="115">
                  <c:v/>
                </c:pt>
                <c:pt idx="116">
                  <c:v/>
                </c:pt>
                <c:pt idx="117">
                  <c:v/>
                </c:pt>
              </c:strCache>
            </c:strRef>
          </c:cat>
          <c:val>
            <c:numRef>
              <c:f>Sheet1!$C$2:$C$119</c:f>
              <c:numCache>
                <c:formatCode>General</c:formatCode>
                <c:ptCount val="118"/>
                <c:pt idx="3">
                  <c:v>20.06</c:v>
                </c:pt>
                <c:pt idx="32">
                  <c:v>43.91</c:v>
                </c:pt>
                <c:pt idx="84">
                  <c:v>41.56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Sheet1!$A$2:$A$119</c:f>
              <c:strCache>
                <c:ptCount val="118"/>
                <c:pt idx="0">
                  <c:v>Oct '23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Dec '23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Feb '24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May '24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Jul '24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Sep '24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Nov '24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Feb '25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Apr '25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Jun '25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Sep '25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Nov '25</c:v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  <c:pt idx="114">
                  <c:v/>
                </c:pt>
                <c:pt idx="115">
                  <c:v/>
                </c:pt>
                <c:pt idx="116">
                  <c:v/>
                </c:pt>
                <c:pt idx="117">
                  <c:v/>
                </c:pt>
              </c:strCache>
            </c:strRef>
          </c:cat>
          <c:val>
            <c:numRef>
              <c:f>Sheet1!$D$2:$D$119</c:f>
              <c:numCache>
                <c:formatCode>General</c:formatCode>
                <c:ptCount val="118"/>
                <c:pt idx="104">
                  <c:v>94.29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Merus N.V.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MRUS  ·  acquired by Genmab A/S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$97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47%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10%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Sep 29, 2025   ·   Closed Dec 29, 2025   ·   Status: completed   ·   Pre-ann. volume 0.92×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Merus N.V.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Merus N.V.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8669345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54945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490438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576038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00242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4343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40544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80845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7347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0447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6647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58348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14481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296504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815554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87755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908557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435574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Jan 2025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Dec 2025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13, 2025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Merus authorizes Peter B. Silverman to identify potential…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08, 2025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Genmab CEO Dr. Jan G. J. Van de Winkel calls Merus CEO Dr.…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19, 2025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B submits non-binding indication of interest at…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21, 2025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A submits non-binding proposal at $94.00 per share.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03, 2025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Genmab submits revised proposal of $87.00 per share and…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18, 2025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Genmab submits revised proposal of $95.00 per share.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19, 2025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Merus requests higher price including CVRs; Genmab counters…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21, 2025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20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Merus and Genmab enter into a five-day exclusivity…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28, 2025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Merus Board unanimously approves the Transaction Agreement…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29, 2025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Transaction Agreement is executed and publicly announced.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21, 2025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formally commences.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09, 2025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Merus holds Extraordinary General Meeting; shareholders…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11, 2025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Initial tender offer period expires with 94.2% of shares…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12, 2025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Purchaser accepts shares for payment and commences…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29, 2025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Subsequent Offering Period expires; Back-End Merger and…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63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30, 2025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635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Merus Common Shares cease trading on Nasdaq.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16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Merus N.V.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3 unexplained pre-announcement move weeks (of 4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2024-05-24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+37%  ($43.91→$59.99)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493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2025-05-23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+33%  ($41.56→$55.14)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129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5584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2023-11-03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35584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+24%  ($20.06→$24.88)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35584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696 days before announcement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Merus N.V.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2025-08-05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Merus Announces Financial Results for the Second Quarter 2025 and Provides Business Update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2025-08-05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Merus Announces Financial Results for the Second Quarter 2025 and Provides Business Update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2025-09-29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Genmab Makes $8 Billion Bet On Merus With Potential Cancer Breakthrough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44368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6265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90779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2025-09-30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90779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Merus (MRUS) Soars to New High on Genmab Merger at 41% Premium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56432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474720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3419856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2025-10-03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419856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$HAREHOLDER ALERT: The M&amp;amp;A Class Action Firm Launches Legal Inquiry for the Merger – VRNT, EA, MRUS…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968496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98678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393192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2025-10-09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93192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$HAREHOLDER ALERT: The M&amp;amp;A Class Action Firm Launches Legal Inquiry for the Merger – PINC, ODP, PRO…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48056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49884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44398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2025-10-24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44398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Merus’ Interim Data on Petosemtamab in Metastatic Colorectal Cancer Demonstrates Monotherapy Activity and…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99262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01091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80" y="495604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2025-10-24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495604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Merus’ Interim Data on Petosemtamab in Metastatic Colorectal Cancer Demonstrates Monotherapy Activity and…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50468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52297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40280" y="546811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2025-11-06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546811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Genmab Announces Financial Results for the Nine Months of 2025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