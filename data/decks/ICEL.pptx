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Sheet1!$A$2:$A$94</c:f>
              <c:strCache>
                <c:ptCount val="93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Sep '13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'13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'14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Jun '14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'14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'14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'15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</c:strCache>
            </c:strRef>
          </c:cat>
          <c:val>
            <c:numRef>
              <c:f>Sheet1!$B$2:$B$94</c:f>
              <c:numCache>
                <c:formatCode>General</c:formatCode>
                <c:ptCount val="93"/>
                <c:pt idx="0">
                  <c:v>10.14</c:v>
                </c:pt>
                <c:pt idx="1">
                  <c:v>9.98</c:v>
                </c:pt>
                <c:pt idx="2">
                  <c:v>12.11</c:v>
                </c:pt>
                <c:pt idx="3">
                  <c:v>13.53</c:v>
                </c:pt>
                <c:pt idx="4">
                  <c:v>12.58</c:v>
                </c:pt>
                <c:pt idx="5">
                  <c:v>13.06</c:v>
                </c:pt>
                <c:pt idx="6">
                  <c:v>17.04</c:v>
                </c:pt>
                <c:pt idx="7">
                  <c:v>18.9</c:v>
                </c:pt>
                <c:pt idx="8">
                  <c:v>20.14</c:v>
                </c:pt>
                <c:pt idx="9">
                  <c:v>21.49</c:v>
                </c:pt>
                <c:pt idx="10">
                  <c:v>18.3</c:v>
                </c:pt>
                <c:pt idx="11">
                  <c:v>17.56</c:v>
                </c:pt>
                <c:pt idx="12">
                  <c:v>17.72</c:v>
                </c:pt>
                <c:pt idx="13">
                  <c:v>15.49</c:v>
                </c:pt>
                <c:pt idx="14">
                  <c:v>14.93</c:v>
                </c:pt>
                <c:pt idx="15">
                  <c:v>15.59</c:v>
                </c:pt>
                <c:pt idx="16">
                  <c:v>14.79</c:v>
                </c:pt>
                <c:pt idx="17">
                  <c:v>14.5</c:v>
                </c:pt>
                <c:pt idx="18">
                  <c:v>15.51</c:v>
                </c:pt>
                <c:pt idx="19">
                  <c:v>15.17</c:v>
                </c:pt>
                <c:pt idx="20">
                  <c:v>15.37</c:v>
                </c:pt>
                <c:pt idx="21">
                  <c:v>16.5</c:v>
                </c:pt>
                <c:pt idx="22">
                  <c:v>17.9</c:v>
                </c:pt>
                <c:pt idx="23">
                  <c:v>17.1</c:v>
                </c:pt>
                <c:pt idx="24">
                  <c:v>19.35</c:v>
                </c:pt>
                <c:pt idx="25">
                  <c:v>19.76</c:v>
                </c:pt>
                <c:pt idx="26">
                  <c:v>17.97</c:v>
                </c:pt>
                <c:pt idx="27">
                  <c:v>15.91</c:v>
                </c:pt>
                <c:pt idx="28">
                  <c:v>15.71</c:v>
                </c:pt>
                <c:pt idx="29">
                  <c:v>15.33</c:v>
                </c:pt>
                <c:pt idx="30">
                  <c:v>14.97</c:v>
                </c:pt>
                <c:pt idx="31">
                  <c:v>14.89</c:v>
                </c:pt>
                <c:pt idx="32">
                  <c:v>15.79</c:v>
                </c:pt>
                <c:pt idx="33">
                  <c:v>16.8</c:v>
                </c:pt>
                <c:pt idx="34">
                  <c:v>15.1</c:v>
                </c:pt>
                <c:pt idx="35">
                  <c:v>13.89</c:v>
                </c:pt>
                <c:pt idx="36">
                  <c:v>13.32</c:v>
                </c:pt>
                <c:pt idx="37">
                  <c:v>13.02</c:v>
                </c:pt>
                <c:pt idx="38">
                  <c:v>12.13</c:v>
                </c:pt>
                <c:pt idx="39">
                  <c:v>12.09</c:v>
                </c:pt>
                <c:pt idx="40">
                  <c:v>12.44</c:v>
                </c:pt>
                <c:pt idx="41">
                  <c:v>12.14</c:v>
                </c:pt>
                <c:pt idx="42">
                  <c:v>12.04</c:v>
                </c:pt>
                <c:pt idx="43">
                  <c:v>11.36</c:v>
                </c:pt>
                <c:pt idx="44">
                  <c:v>11.29</c:v>
                </c:pt>
                <c:pt idx="45">
                  <c:v>12.35</c:v>
                </c:pt>
                <c:pt idx="46">
                  <c:v>12.31</c:v>
                </c:pt>
                <c:pt idx="47">
                  <c:v>14.01</c:v>
                </c:pt>
                <c:pt idx="48">
                  <c:v>15.21</c:v>
                </c:pt>
                <c:pt idx="49">
                  <c:v>14.75</c:v>
                </c:pt>
                <c:pt idx="50">
                  <c:v>11.92</c:v>
                </c:pt>
                <c:pt idx="51">
                  <c:v>11.72</c:v>
                </c:pt>
                <c:pt idx="52">
                  <c:v>11.55</c:v>
                </c:pt>
                <c:pt idx="53">
                  <c:v>11.92</c:v>
                </c:pt>
                <c:pt idx="54">
                  <c:v>12.58</c:v>
                </c:pt>
                <c:pt idx="55">
                  <c:v>11.39</c:v>
                </c:pt>
                <c:pt idx="56">
                  <c:v>10.61</c:v>
                </c:pt>
                <c:pt idx="57">
                  <c:v>11.44</c:v>
                </c:pt>
                <c:pt idx="58">
                  <c:v>10.73</c:v>
                </c:pt>
                <c:pt idx="59">
                  <c:v>10.45</c:v>
                </c:pt>
                <c:pt idx="60">
                  <c:v>9.08</c:v>
                </c:pt>
                <c:pt idx="61">
                  <c:v>6.52</c:v>
                </c:pt>
                <c:pt idx="62">
                  <c:v>6.3</c:v>
                </c:pt>
                <c:pt idx="63">
                  <c:v>5.83</c:v>
                </c:pt>
                <c:pt idx="64">
                  <c:v>7.04</c:v>
                </c:pt>
                <c:pt idx="65">
                  <c:v>7.21</c:v>
                </c:pt>
                <c:pt idx="66">
                  <c:v>7.77</c:v>
                </c:pt>
                <c:pt idx="67">
                  <c:v>7.53</c:v>
                </c:pt>
                <c:pt idx="68">
                  <c:v>7.59</c:v>
                </c:pt>
                <c:pt idx="69">
                  <c:v>6.93</c:v>
                </c:pt>
                <c:pt idx="70">
                  <c:v>6.6</c:v>
                </c:pt>
                <c:pt idx="71">
                  <c:v>6.28</c:v>
                </c:pt>
                <c:pt idx="72">
                  <c:v>5.19</c:v>
                </c:pt>
                <c:pt idx="73">
                  <c:v>6.49</c:v>
                </c:pt>
                <c:pt idx="74">
                  <c:v>6.27</c:v>
                </c:pt>
                <c:pt idx="75">
                  <c:v>6.4</c:v>
                </c:pt>
                <c:pt idx="76">
                  <c:v>5.67</c:v>
                </c:pt>
                <c:pt idx="77">
                  <c:v>5.74</c:v>
                </c:pt>
                <c:pt idx="78">
                  <c:v>5.15</c:v>
                </c:pt>
                <c:pt idx="79">
                  <c:v>5.07</c:v>
                </c:pt>
                <c:pt idx="80">
                  <c:v>5.21</c:v>
                </c:pt>
                <c:pt idx="81">
                  <c:v>5.27</c:v>
                </c:pt>
                <c:pt idx="82">
                  <c:v>5.36</c:v>
                </c:pt>
                <c:pt idx="83">
                  <c:v>5.43</c:v>
                </c:pt>
                <c:pt idx="84">
                  <c:v>6.61</c:v>
                </c:pt>
                <c:pt idx="85">
                  <c:v>7.63</c:v>
                </c:pt>
                <c:pt idx="86">
                  <c:v>7.71</c:v>
                </c:pt>
                <c:pt idx="87">
                  <c:v>7.94</c:v>
                </c:pt>
                <c:pt idx="88">
                  <c:v>16.46</c:v>
                </c:pt>
                <c:pt idx="89">
                  <c:v>16.49</c:v>
                </c:pt>
                <c:pt idx="90">
                  <c:v>16.47</c:v>
                </c:pt>
                <c:pt idx="91">
                  <c:v>16.48</c:v>
                </c:pt>
                <c:pt idx="92">
                  <c:v>16.55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Sheet1!$A$2:$A$94</c:f>
              <c:strCache>
                <c:ptCount val="93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Sep '13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'13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'14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Jun '14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'14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'14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'15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</c:strCache>
            </c:strRef>
          </c:cat>
          <c:val>
            <c:numRef>
              <c:f>Sheet1!$C$2:$C$94</c:f>
              <c:numCache>
                <c:formatCode>General</c:formatCode>
                <c:ptCount val="93"/>
                <c:pt idx="1">
                  <c:v>9.98</c:v>
                </c:pt>
                <c:pt idx="5">
                  <c:v>13.06</c:v>
                </c:pt>
                <c:pt idx="60">
                  <c:v>9.08</c:v>
                </c:pt>
                <c:pt idx="63">
                  <c:v>5.83</c:v>
                </c:pt>
                <c:pt idx="72">
                  <c:v>5.19</c:v>
                </c:pt>
                <c:pt idx="83">
                  <c:v>5.43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Sheet1!$A$2:$A$94</c:f>
              <c:strCache>
                <c:ptCount val="93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Sep '13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Nov '13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Mar '14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Jun '14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Aug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Oct '14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'14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Apr '15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</c:strCache>
            </c:strRef>
          </c:cat>
          <c:val>
            <c:numRef>
              <c:f>Sheet1!$D$2:$D$94</c:f>
              <c:numCache>
                <c:formatCode>General</c:formatCode>
                <c:ptCount val="93"/>
                <c:pt idx="88">
                  <c:v>16.46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CELLULAR DYNAMICS INTERNATIONAL,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ICEL  ·  acquired by FUJIFILM Holdings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204%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30, 2015   ·   Closed May 01, 2015   ·   Status: completed   ·   Pre-ann. volume 2.84×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CELLULAR DYNAMICS INTERNATIONAL,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CELLULAR DYNAMICS INTERNATIONAL,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5333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3893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57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922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6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81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618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23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08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45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650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984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319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31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meetings held in Tokyo with six strategic…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proposes a joint venture and equity investment at…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CDI provides counter-proposal based on a $500 million…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indicates interest in acquiring 50.1% of CDI at…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non-binding indication of interest for 100%…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16,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proposed price to $15.50 per share during…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CDI and Parent enter into a new confidentiality agreement…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CDI requests $17.50 per share and a $12 million bridge loan.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offer to final compromise price of $16.50…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CDI Board unanimously approves the Merger Agreement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Promissory Note executed; transaction…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90.32%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and CDI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CELLULAR DYNAMICS INTERNATIONAL,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2013-09-06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($13.06→$17.04)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2014-09-26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($9.08→$6.52)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2014-12-19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($5.19→$6.49)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2015-03-06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($5.43→$6.61)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2013-08-09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($9.98→$12.11)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2014-10-17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($5.83→$7.04)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CELLULAR DYNAMICS INTERNATIONAL,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2015-03-30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Cellular Dynamics International and FUJIFILM Announce Definitive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