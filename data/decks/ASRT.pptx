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6.14</c:v>
                </c:pt>
                <c:pt idx="1">
                  <c:v>6.1</c:v>
                </c:pt>
                <c:pt idx="2">
                  <c:v>6.17</c:v>
                </c:pt>
                <c:pt idx="3">
                  <c:v>6.52</c:v>
                </c:pt>
                <c:pt idx="4">
                  <c:v>6.8</c:v>
                </c:pt>
                <c:pt idx="5">
                  <c:v>6.65</c:v>
                </c:pt>
                <c:pt idx="6">
                  <c:v>7.2</c:v>
                </c:pt>
                <c:pt idx="7">
                  <c:v>7.17</c:v>
                </c:pt>
                <c:pt idx="8">
                  <c:v>7.36</c:v>
                </c:pt>
                <c:pt idx="9">
                  <c:v>7.58</c:v>
                </c:pt>
                <c:pt idx="10">
                  <c:v>7.49</c:v>
                </c:pt>
                <c:pt idx="11">
                  <c:v>7.55</c:v>
                </c:pt>
                <c:pt idx="12">
                  <c:v>7.55</c:v>
                </c:pt>
                <c:pt idx="13">
                  <c:v>7.44</c:v>
                </c:pt>
                <c:pt idx="14">
                  <c:v>7.33</c:v>
                </c:pt>
                <c:pt idx="15">
                  <c:v>7.49</c:v>
                </c:pt>
                <c:pt idx="16">
                  <c:v>7.26</c:v>
                </c:pt>
                <c:pt idx="17">
                  <c:v>7.45</c:v>
                </c:pt>
                <c:pt idx="18">
                  <c:v>7.92</c:v>
                </c:pt>
                <c:pt idx="19">
                  <c:v>8.55</c:v>
                </c:pt>
                <c:pt idx="20">
                  <c:v>8.82</c:v>
                </c:pt>
                <c:pt idx="21">
                  <c:v>8.55</c:v>
                </c:pt>
                <c:pt idx="22">
                  <c:v>8.2</c:v>
                </c:pt>
                <c:pt idx="23">
                  <c:v>10.05</c:v>
                </c:pt>
                <c:pt idx="24">
                  <c:v>10.44</c:v>
                </c:pt>
                <c:pt idx="25">
                  <c:v>10.87</c:v>
                </c:pt>
                <c:pt idx="26">
                  <c:v>11.52</c:v>
                </c:pt>
                <c:pt idx="27">
                  <c:v>12.19</c:v>
                </c:pt>
                <c:pt idx="28">
                  <c:v>11.68</c:v>
                </c:pt>
                <c:pt idx="29">
                  <c:v>12.0</c:v>
                </c:pt>
                <c:pt idx="30">
                  <c:v>12.2</c:v>
                </c:pt>
                <c:pt idx="31">
                  <c:v>12.3</c:v>
                </c:pt>
                <c:pt idx="32">
                  <c:v>12.81</c:v>
                </c:pt>
                <c:pt idx="33">
                  <c:v>12.05</c:v>
                </c:pt>
                <c:pt idx="34">
                  <c:v>13.7</c:v>
                </c:pt>
                <c:pt idx="35">
                  <c:v>14.65</c:v>
                </c:pt>
                <c:pt idx="36">
                  <c:v>14.69</c:v>
                </c:pt>
                <c:pt idx="37">
                  <c:v>14.18</c:v>
                </c:pt>
                <c:pt idx="38">
                  <c:v>13.21</c:v>
                </c:pt>
                <c:pt idx="39">
                  <c:v>12.96</c:v>
                </c:pt>
                <c:pt idx="40">
                  <c:v>12.87</c:v>
                </c:pt>
                <c:pt idx="41">
                  <c:v>13.47</c:v>
                </c:pt>
                <c:pt idx="42">
                  <c:v>13.94</c:v>
                </c:pt>
                <c:pt idx="43">
                  <c:v>10.57</c:v>
                </c:pt>
                <c:pt idx="44">
                  <c:v>10.93</c:v>
                </c:pt>
                <c:pt idx="45">
                  <c:v>11.52</c:v>
                </c:pt>
                <c:pt idx="46">
                  <c:v>11.93</c:v>
                </c:pt>
                <c:pt idx="47">
                  <c:v>12.48</c:v>
                </c:pt>
                <c:pt idx="48">
                  <c:v>13.33</c:v>
                </c:pt>
                <c:pt idx="49">
                  <c:v>13.25</c:v>
                </c:pt>
                <c:pt idx="50">
                  <c:v>13.23</c:v>
                </c:pt>
                <c:pt idx="51">
                  <c:v>14.19</c:v>
                </c:pt>
                <c:pt idx="52">
                  <c:v>12.96</c:v>
                </c:pt>
                <c:pt idx="53">
                  <c:v>11.41</c:v>
                </c:pt>
                <c:pt idx="54">
                  <c:v>11.74</c:v>
                </c:pt>
                <c:pt idx="55">
                  <c:v>10.8</c:v>
                </c:pt>
                <c:pt idx="56">
                  <c:v>12.0</c:v>
                </c:pt>
                <c:pt idx="57">
                  <c:v>12.73</c:v>
                </c:pt>
                <c:pt idx="58">
                  <c:v>14.8</c:v>
                </c:pt>
                <c:pt idx="59">
                  <c:v>15.35</c:v>
                </c:pt>
                <c:pt idx="60">
                  <c:v>13.95</c:v>
                </c:pt>
                <c:pt idx="61">
                  <c:v>14.57</c:v>
                </c:pt>
                <c:pt idx="62">
                  <c:v>14.72</c:v>
                </c:pt>
                <c:pt idx="63">
                  <c:v>15.21</c:v>
                </c:pt>
                <c:pt idx="64">
                  <c:v>15.35</c:v>
                </c:pt>
                <c:pt idx="65">
                  <c:v>14.13</c:v>
                </c:pt>
                <c:pt idx="66">
                  <c:v>14.49</c:v>
                </c:pt>
                <c:pt idx="67">
                  <c:v>15.1</c:v>
                </c:pt>
                <c:pt idx="68">
                  <c:v>15.4</c:v>
                </c:pt>
                <c:pt idx="69">
                  <c:v>14.27</c:v>
                </c:pt>
                <c:pt idx="70">
                  <c:v>15.0</c:v>
                </c:pt>
                <c:pt idx="71">
                  <c:v>15.46</c:v>
                </c:pt>
                <c:pt idx="72">
                  <c:v>15.49</c:v>
                </c:pt>
                <c:pt idx="73">
                  <c:v>16.04</c:v>
                </c:pt>
                <c:pt idx="74">
                  <c:v>15.15</c:v>
                </c:pt>
                <c:pt idx="75">
                  <c:v>16.24</c:v>
                </c:pt>
                <c:pt idx="76">
                  <c:v>15.69</c:v>
                </c:pt>
                <c:pt idx="77">
                  <c:v>16.05</c:v>
                </c:pt>
                <c:pt idx="78">
                  <c:v>17.3</c:v>
                </c:pt>
                <c:pt idx="79">
                  <c:v>20.2</c:v>
                </c:pt>
                <c:pt idx="80">
                  <c:v>18.72</c:v>
                </c:pt>
                <c:pt idx="81">
                  <c:v>18.27</c:v>
                </c:pt>
                <c:pt idx="82">
                  <c:v>17.78</c:v>
                </c:pt>
                <c:pt idx="83">
                  <c:v>18.38</c:v>
                </c:pt>
                <c:pt idx="84">
                  <c:v>20.02</c:v>
                </c:pt>
                <c:pt idx="85">
                  <c:v>21.95</c:v>
                </c:pt>
                <c:pt idx="86">
                  <c:v>23.44</c:v>
                </c:pt>
                <c:pt idx="87">
                  <c:v>25.2</c:v>
                </c:pt>
                <c:pt idx="88">
                  <c:v>24.12</c:v>
                </c:pt>
                <c:pt idx="89">
                  <c:v>22.67</c:v>
                </c:pt>
                <c:pt idx="90">
                  <c:v>22.47</c:v>
                </c:pt>
                <c:pt idx="91">
                  <c:v>24.72</c:v>
                </c:pt>
                <c:pt idx="92">
                  <c:v>25.97</c:v>
                </c:pt>
                <c:pt idx="93">
                  <c:v>27.64</c:v>
                </c:pt>
                <c:pt idx="94">
                  <c:v>23.86</c:v>
                </c:pt>
                <c:pt idx="95">
                  <c:v>23.79</c:v>
                </c:pt>
                <c:pt idx="96">
                  <c:v>20.54</c:v>
                </c:pt>
                <c:pt idx="97">
                  <c:v>20.76</c:v>
                </c:pt>
                <c:pt idx="98">
                  <c:v>20.86</c:v>
                </c:pt>
                <c:pt idx="99">
                  <c:v>21.89</c:v>
                </c:pt>
                <c:pt idx="100">
                  <c:v>20.74</c:v>
                </c:pt>
                <c:pt idx="101">
                  <c:v>22.27</c:v>
                </c:pt>
                <c:pt idx="102">
                  <c:v>21.35</c:v>
                </c:pt>
                <c:pt idx="103">
                  <c:v>20.84</c:v>
                </c:pt>
                <c:pt idx="104">
                  <c:v>30.14</c:v>
                </c:pt>
                <c:pt idx="105">
                  <c:v>32.51</c:v>
                </c:pt>
                <c:pt idx="106">
                  <c:v>32.6</c:v>
                </c:pt>
                <c:pt idx="107">
                  <c:v>31.5</c:v>
                </c:pt>
                <c:pt idx="108">
                  <c:v>32.79</c:v>
                </c:pt>
                <c:pt idx="109">
                  <c:v>31.5</c:v>
                </c:pt>
                <c:pt idx="110">
                  <c:v>28.75</c:v>
                </c:pt>
                <c:pt idx="111">
                  <c:v>28.38</c:v>
                </c:pt>
                <c:pt idx="112">
                  <c:v>26.66</c:v>
                </c:pt>
                <c:pt idx="113">
                  <c:v>27.33</c:v>
                </c:pt>
                <c:pt idx="114">
                  <c:v>28.8</c:v>
                </c:pt>
                <c:pt idx="115">
                  <c:v>22.76</c:v>
                </c:pt>
                <c:pt idx="116">
                  <c:v>19.82</c:v>
                </c:pt>
                <c:pt idx="117">
                  <c:v>19.91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22">
                  <c:v>8.2</c:v>
                </c:pt>
                <c:pt idx="42">
                  <c:v>13.94</c:v>
                </c:pt>
                <c:pt idx="114">
                  <c:v>28.8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Sheet1!$A$2:$A$119</c:f>
              <c:strCache>
                <c:ptCount val="118"/>
                <c:pt idx="0">
                  <c:v>Jul '13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Sep '13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Nov '13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Feb '14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Apr '14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Jun '14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Sep '14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Nov '14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Jan '15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Apr '15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Jun '15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Aug '15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</c:strCache>
            </c:strRef>
          </c:cat>
          <c:val>
            <c:numRef>
              <c:f>Sheet1!$D$2:$D$119</c:f>
              <c:numCache>
                <c:formatCode>General</c:formatCode>
                <c:ptCount val="118"/>
                <c:pt idx="104">
                  <c:v>30.14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Depomed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ASRT  ·  acquired by Horizon Pharma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Jul 07, 2015   ·   Closed n/a   ·   Status: terminated   ·   Pre-ann. volume 0.69×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Depomed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Depomed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98792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352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sp>
        <p:nvSpPr>
          <p:cNvPr id="8" name="Oval 7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3856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93305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9742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932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562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2066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494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00413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0275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107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Apr 2016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delivers initial unsolicited proposal of $29.25 per…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Board formally rejects the first proposal.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publicly announces its unsolicited proposal.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12, 2015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Board adopts a Rights Agreement (poison pill)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21, 2015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increases proposal to $33.00 per share in stock.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29, 2015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Board rejects the $33.00 per share proposal.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03, 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files complaint against Horizon for improper use of…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13, 2015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sets exchange ratio at 0.95 shares and offers up to…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Horizon formally commences the exchange offer.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11, 2015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Board meeting where directors unanimously recommend…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19, 2015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California court grants Depomed a preliminary injunction…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22, 2016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Depomed and Horizon mutually agree to settle all claims and…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Depomed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4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2014-05-09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($13.94→$10.57)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424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2013-12-20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+23%  ($8.2→$10.05)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564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Depomed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2025-03-12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Assertio Reports Fourth Quarter and Full Year 2024 Financial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Assertio Holdings, Inc. to Report First Quarter 2025 Financial Results on May 12,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Assertio Reports First Quarter 2025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Assertio to Present New Data from Real-World Evidence Study of SYMPAZAN® at upcoming 150th Annual Meeting…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2026-01-30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Accepts SMMT's Application Seeking Approval for NSCLC Drug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Rejects AZN's Saphnelo SubQ Formulation, Priority Tag to Datroway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Verastem Stock Rises Nearly 8% on Strong Q4 &amp;amp; 2025 Preliminary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SNY's Rare Disease Drug Wins FDA Breakthrough and Japan Orphan Status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2026-02-23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FDA Accepts Roche's NDA Seeking Approval for Breast Cancer Drug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