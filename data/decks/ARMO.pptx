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Jan '18</c:v>
                </c:pt>
                <c:pt idx="1">
                  <c:v/>
                </c:pt>
                <c:pt idx="2">
                  <c:v>Feb '18</c:v>
                </c:pt>
                <c:pt idx="3">
                  <c:v/>
                </c:pt>
                <c:pt idx="4">
                  <c:v>Feb '18</c:v>
                </c:pt>
                <c:pt idx="5">
                  <c:v/>
                </c:pt>
                <c:pt idx="6">
                  <c:v>Mar '18</c:v>
                </c:pt>
                <c:pt idx="7">
                  <c:v/>
                </c:pt>
                <c:pt idx="8">
                  <c:v>Mar '18</c:v>
                </c:pt>
                <c:pt idx="9">
                  <c:v/>
                </c:pt>
                <c:pt idx="10">
                  <c:v>Apr '18</c:v>
                </c:pt>
                <c:pt idx="11">
                  <c:v/>
                </c:pt>
                <c:pt idx="12">
                  <c:v>Apr '18</c:v>
                </c:pt>
                <c:pt idx="13">
                  <c:v/>
                </c:pt>
                <c:pt idx="14">
                  <c:v>May '18</c:v>
                </c:pt>
                <c:pt idx="15">
                  <c:v/>
                </c:pt>
                <c:pt idx="16">
                  <c:v>May '18</c:v>
                </c:pt>
                <c:pt idx="17">
                  <c:v/>
                </c:pt>
                <c:pt idx="18">
                  <c:v>Jun '18</c:v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29.74</c:v>
                </c:pt>
                <c:pt idx="1">
                  <c:v>33.46</c:v>
                </c:pt>
                <c:pt idx="2">
                  <c:v>38.3</c:v>
                </c:pt>
                <c:pt idx="3">
                  <c:v>53.65</c:v>
                </c:pt>
                <c:pt idx="4">
                  <c:v>46.06</c:v>
                </c:pt>
                <c:pt idx="5">
                  <c:v>46.28</c:v>
                </c:pt>
                <c:pt idx="6">
                  <c:v>47.8</c:v>
                </c:pt>
                <c:pt idx="7">
                  <c:v>40.6</c:v>
                </c:pt>
                <c:pt idx="8">
                  <c:v>38.96</c:v>
                </c:pt>
                <c:pt idx="9">
                  <c:v>37.41</c:v>
                </c:pt>
                <c:pt idx="10">
                  <c:v>35.89</c:v>
                </c:pt>
                <c:pt idx="11">
                  <c:v>28.86</c:v>
                </c:pt>
                <c:pt idx="12">
                  <c:v>28.26</c:v>
                </c:pt>
                <c:pt idx="13">
                  <c:v>26.34</c:v>
                </c:pt>
                <c:pt idx="14">
                  <c:v>27.98</c:v>
                </c:pt>
                <c:pt idx="15">
                  <c:v>49.81</c:v>
                </c:pt>
                <c:pt idx="16">
                  <c:v>49.87</c:v>
                </c:pt>
                <c:pt idx="17">
                  <c:v>49.92</c:v>
                </c:pt>
                <c:pt idx="18">
                  <c:v>49.93</c:v>
                </c:pt>
                <c:pt idx="19">
                  <c:v>50.0</c:v>
                </c:pt>
                <c:pt idx="20">
                  <c:v>50.0</c:v>
                </c:pt>
                <c:pt idx="21">
                  <c:v>49.98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Jan '18</c:v>
                </c:pt>
                <c:pt idx="1">
                  <c:v/>
                </c:pt>
                <c:pt idx="2">
                  <c:v>Feb '18</c:v>
                </c:pt>
                <c:pt idx="3">
                  <c:v/>
                </c:pt>
                <c:pt idx="4">
                  <c:v>Feb '18</c:v>
                </c:pt>
                <c:pt idx="5">
                  <c:v/>
                </c:pt>
                <c:pt idx="6">
                  <c:v>Mar '18</c:v>
                </c:pt>
                <c:pt idx="7">
                  <c:v/>
                </c:pt>
                <c:pt idx="8">
                  <c:v>Mar '18</c:v>
                </c:pt>
                <c:pt idx="9">
                  <c:v/>
                </c:pt>
                <c:pt idx="10">
                  <c:v>Apr '18</c:v>
                </c:pt>
                <c:pt idx="11">
                  <c:v/>
                </c:pt>
                <c:pt idx="12">
                  <c:v>Apr '18</c:v>
                </c:pt>
                <c:pt idx="13">
                  <c:v/>
                </c:pt>
                <c:pt idx="14">
                  <c:v>May '18</c:v>
                </c:pt>
                <c:pt idx="15">
                  <c:v/>
                </c:pt>
                <c:pt idx="16">
                  <c:v>May '18</c:v>
                </c:pt>
                <c:pt idx="17">
                  <c:v/>
                </c:pt>
                <c:pt idx="18">
                  <c:v>Jun '18</c:v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2">
                  <c:v>38.3</c:v>
                </c:pt>
                <c:pt idx="6">
                  <c:v>47.8</c:v>
                </c:pt>
                <c:pt idx="10">
                  <c:v>35.89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Jan '18</c:v>
                </c:pt>
                <c:pt idx="1">
                  <c:v/>
                </c:pt>
                <c:pt idx="2">
                  <c:v>Feb '18</c:v>
                </c:pt>
                <c:pt idx="3">
                  <c:v/>
                </c:pt>
                <c:pt idx="4">
                  <c:v>Feb '18</c:v>
                </c:pt>
                <c:pt idx="5">
                  <c:v/>
                </c:pt>
                <c:pt idx="6">
                  <c:v>Mar '18</c:v>
                </c:pt>
                <c:pt idx="7">
                  <c:v/>
                </c:pt>
                <c:pt idx="8">
                  <c:v>Mar '18</c:v>
                </c:pt>
                <c:pt idx="9">
                  <c:v/>
                </c:pt>
                <c:pt idx="10">
                  <c:v>Apr '18</c:v>
                </c:pt>
                <c:pt idx="11">
                  <c:v/>
                </c:pt>
                <c:pt idx="12">
                  <c:v>Apr '18</c:v>
                </c:pt>
                <c:pt idx="13">
                  <c:v/>
                </c:pt>
                <c:pt idx="14">
                  <c:v>May '18</c:v>
                </c:pt>
                <c:pt idx="15">
                  <c:v/>
                </c:pt>
                <c:pt idx="16">
                  <c:v>May '18</c:v>
                </c:pt>
                <c:pt idx="17">
                  <c:v/>
                </c:pt>
                <c:pt idx="18">
                  <c:v>Jun '18</c:v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3">
                  <c:v>53.65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Jan '18</c:v>
                </c:pt>
                <c:pt idx="1">
                  <c:v/>
                </c:pt>
                <c:pt idx="2">
                  <c:v>Feb '18</c:v>
                </c:pt>
                <c:pt idx="3">
                  <c:v/>
                </c:pt>
                <c:pt idx="4">
                  <c:v>Feb '18</c:v>
                </c:pt>
                <c:pt idx="5">
                  <c:v/>
                </c:pt>
                <c:pt idx="6">
                  <c:v>Mar '18</c:v>
                </c:pt>
                <c:pt idx="7">
                  <c:v/>
                </c:pt>
                <c:pt idx="8">
                  <c:v>Mar '18</c:v>
                </c:pt>
                <c:pt idx="9">
                  <c:v/>
                </c:pt>
                <c:pt idx="10">
                  <c:v>Apr '18</c:v>
                </c:pt>
                <c:pt idx="11">
                  <c:v/>
                </c:pt>
                <c:pt idx="12">
                  <c:v>Apr '18</c:v>
                </c:pt>
                <c:pt idx="13">
                  <c:v/>
                </c:pt>
                <c:pt idx="14">
                  <c:v>May '18</c:v>
                </c:pt>
                <c:pt idx="15">
                  <c:v/>
                </c:pt>
                <c:pt idx="16">
                  <c:v>May '18</c:v>
                </c:pt>
                <c:pt idx="17">
                  <c:v/>
                </c:pt>
                <c:pt idx="18">
                  <c:v>Jun '18</c:v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15">
                  <c:v>49.81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ARMO BioSciences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ARMO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10, 2018   ·   Closed Jun 22, 2018   ·   Status: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ARMO BioSciences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ARMO BioSciences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4773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3333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27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7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486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95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82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948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653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40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05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249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063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685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306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928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043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ARMO files its initial registration statement for its IPO.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ARMO enters into an NDA with Company 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verbally indicates a non-binding offer of $60.00…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ARMO enters into an NDA with Company B.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ARMO engages Centerview Partners as its financial advisor…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delivers a written indication of interest for…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ARMO declines to grant exclusivity to Company 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confirms it is no longer interested in a…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delivers a written, non-binding indication of…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competitor releases positive clinical data in ARMO's…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indicates it is no longer interested in moving…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indicates it is no longer interested in a…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revises its offer downwards to $48.00 per share…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pushback from ARMO, Eli Lilly increases its offer…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ARMO Board unanimously approves the Merger Agreement…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is publicly announced.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Eli Lilly commences the tender offer.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expires successfully.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closes via a short-form merger.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ARMO BioSciences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2018-03-16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-15%  ($47.8→$40.6)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2018-02-23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-14%  ($53.65→$46.06)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ARMO BioSciences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2018-03-26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ARMO BioSciences Announces Positive Outcome of First Interim Analysis in SEQUOIA Phase 3 Pancreatic Cancer…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2018-04-02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ARMO BioSciences Reports FY 2017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