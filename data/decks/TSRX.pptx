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Aug '11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'11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'11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'12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'12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'12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'12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'12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'13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'13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'13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'13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7.46</c:v>
                </c:pt>
                <c:pt idx="1">
                  <c:v>6.61</c:v>
                </c:pt>
                <c:pt idx="2">
                  <c:v>6.57</c:v>
                </c:pt>
                <c:pt idx="3">
                  <c:v>6.69</c:v>
                </c:pt>
                <c:pt idx="4">
                  <c:v>6.11</c:v>
                </c:pt>
                <c:pt idx="5">
                  <c:v>6.1</c:v>
                </c:pt>
                <c:pt idx="6">
                  <c:v>6.41</c:v>
                </c:pt>
                <c:pt idx="7">
                  <c:v>6.64</c:v>
                </c:pt>
                <c:pt idx="8">
                  <c:v>6.3</c:v>
                </c:pt>
                <c:pt idx="9">
                  <c:v>6.22</c:v>
                </c:pt>
                <c:pt idx="10">
                  <c:v>6.93</c:v>
                </c:pt>
                <c:pt idx="11">
                  <c:v>6.59</c:v>
                </c:pt>
                <c:pt idx="12">
                  <c:v>7.21</c:v>
                </c:pt>
                <c:pt idx="13">
                  <c:v>6.8</c:v>
                </c:pt>
                <c:pt idx="14">
                  <c:v>7.45</c:v>
                </c:pt>
                <c:pt idx="15">
                  <c:v>7.85</c:v>
                </c:pt>
                <c:pt idx="16">
                  <c:v>6.95</c:v>
                </c:pt>
                <c:pt idx="17">
                  <c:v>7.46</c:v>
                </c:pt>
                <c:pt idx="18">
                  <c:v>7.23</c:v>
                </c:pt>
                <c:pt idx="19">
                  <c:v>6.83</c:v>
                </c:pt>
                <c:pt idx="20">
                  <c:v>7.05</c:v>
                </c:pt>
                <c:pt idx="21">
                  <c:v>7.15</c:v>
                </c:pt>
                <c:pt idx="22">
                  <c:v>6.78</c:v>
                </c:pt>
                <c:pt idx="23">
                  <c:v>5.33</c:v>
                </c:pt>
                <c:pt idx="24">
                  <c:v>5.42</c:v>
                </c:pt>
                <c:pt idx="25">
                  <c:v>5.37</c:v>
                </c:pt>
                <c:pt idx="26">
                  <c:v>5.57</c:v>
                </c:pt>
                <c:pt idx="27">
                  <c:v>5.47</c:v>
                </c:pt>
                <c:pt idx="28">
                  <c:v>5.26</c:v>
                </c:pt>
                <c:pt idx="29">
                  <c:v>5.33</c:v>
                </c:pt>
                <c:pt idx="30">
                  <c:v>5.16</c:v>
                </c:pt>
                <c:pt idx="31">
                  <c:v>4.81</c:v>
                </c:pt>
                <c:pt idx="32">
                  <c:v>4.97</c:v>
                </c:pt>
                <c:pt idx="33">
                  <c:v>4.98</c:v>
                </c:pt>
                <c:pt idx="34">
                  <c:v>5.35</c:v>
                </c:pt>
                <c:pt idx="35">
                  <c:v>5.16</c:v>
                </c:pt>
                <c:pt idx="36">
                  <c:v>5.22</c:v>
                </c:pt>
                <c:pt idx="37">
                  <c:v>5.24</c:v>
                </c:pt>
                <c:pt idx="38">
                  <c:v>5.15</c:v>
                </c:pt>
                <c:pt idx="39">
                  <c:v>5.32</c:v>
                </c:pt>
                <c:pt idx="40">
                  <c:v>5.29</c:v>
                </c:pt>
                <c:pt idx="41">
                  <c:v>4.99</c:v>
                </c:pt>
                <c:pt idx="42">
                  <c:v>5.14</c:v>
                </c:pt>
                <c:pt idx="43">
                  <c:v>5.03</c:v>
                </c:pt>
                <c:pt idx="44">
                  <c:v>5.11</c:v>
                </c:pt>
                <c:pt idx="45">
                  <c:v>5.14</c:v>
                </c:pt>
                <c:pt idx="46">
                  <c:v>5.99</c:v>
                </c:pt>
                <c:pt idx="47">
                  <c:v>5.76</c:v>
                </c:pt>
                <c:pt idx="48">
                  <c:v>5.88</c:v>
                </c:pt>
                <c:pt idx="49">
                  <c:v>5.94</c:v>
                </c:pt>
                <c:pt idx="50">
                  <c:v>5.87</c:v>
                </c:pt>
                <c:pt idx="51">
                  <c:v>5.64</c:v>
                </c:pt>
                <c:pt idx="52">
                  <c:v>5.44</c:v>
                </c:pt>
                <c:pt idx="53">
                  <c:v>5.37</c:v>
                </c:pt>
                <c:pt idx="54">
                  <c:v>5.44</c:v>
                </c:pt>
                <c:pt idx="55">
                  <c:v>5.48</c:v>
                </c:pt>
                <c:pt idx="56">
                  <c:v>5.55</c:v>
                </c:pt>
                <c:pt idx="57">
                  <c:v>5.79</c:v>
                </c:pt>
                <c:pt idx="58">
                  <c:v>5.96</c:v>
                </c:pt>
                <c:pt idx="59">
                  <c:v>6.09</c:v>
                </c:pt>
                <c:pt idx="60">
                  <c:v>5.83</c:v>
                </c:pt>
                <c:pt idx="61">
                  <c:v>5.66</c:v>
                </c:pt>
                <c:pt idx="62">
                  <c:v>5.58</c:v>
                </c:pt>
                <c:pt idx="63">
                  <c:v>5.68</c:v>
                </c:pt>
                <c:pt idx="64">
                  <c:v>5.72</c:v>
                </c:pt>
                <c:pt idx="65">
                  <c:v>5.42</c:v>
                </c:pt>
                <c:pt idx="66">
                  <c:v>5.08</c:v>
                </c:pt>
                <c:pt idx="67">
                  <c:v>4.74</c:v>
                </c:pt>
                <c:pt idx="68">
                  <c:v>4.82</c:v>
                </c:pt>
                <c:pt idx="69">
                  <c:v>4.79</c:v>
                </c:pt>
                <c:pt idx="70">
                  <c:v>4.48</c:v>
                </c:pt>
                <c:pt idx="71">
                  <c:v>5.14</c:v>
                </c:pt>
                <c:pt idx="72">
                  <c:v>4.9</c:v>
                </c:pt>
                <c:pt idx="73">
                  <c:v>4.78</c:v>
                </c:pt>
                <c:pt idx="74">
                  <c:v>5.21</c:v>
                </c:pt>
                <c:pt idx="75">
                  <c:v>5.48</c:v>
                </c:pt>
                <c:pt idx="76">
                  <c:v>4.9</c:v>
                </c:pt>
                <c:pt idx="77">
                  <c:v>4.89</c:v>
                </c:pt>
                <c:pt idx="78">
                  <c:v>5.21</c:v>
                </c:pt>
                <c:pt idx="79">
                  <c:v>5.33</c:v>
                </c:pt>
                <c:pt idx="80">
                  <c:v>5.54</c:v>
                </c:pt>
                <c:pt idx="81">
                  <c:v>5.36</c:v>
                </c:pt>
                <c:pt idx="82">
                  <c:v>5.33</c:v>
                </c:pt>
                <c:pt idx="83">
                  <c:v>6.22</c:v>
                </c:pt>
                <c:pt idx="84">
                  <c:v>6.76</c:v>
                </c:pt>
                <c:pt idx="85">
                  <c:v>6.99</c:v>
                </c:pt>
                <c:pt idx="86">
                  <c:v>6.84</c:v>
                </c:pt>
                <c:pt idx="87">
                  <c:v>6.48</c:v>
                </c:pt>
                <c:pt idx="88">
                  <c:v>6.38</c:v>
                </c:pt>
                <c:pt idx="89">
                  <c:v>6.37</c:v>
                </c:pt>
                <c:pt idx="90">
                  <c:v>7.01</c:v>
                </c:pt>
                <c:pt idx="91">
                  <c:v>6.5</c:v>
                </c:pt>
                <c:pt idx="92">
                  <c:v>7.5</c:v>
                </c:pt>
                <c:pt idx="93">
                  <c:v>7.98</c:v>
                </c:pt>
                <c:pt idx="94">
                  <c:v>7.95</c:v>
                </c:pt>
                <c:pt idx="95">
                  <c:v>7.67</c:v>
                </c:pt>
                <c:pt idx="96">
                  <c:v>8.32</c:v>
                </c:pt>
                <c:pt idx="97">
                  <c:v>8.62</c:v>
                </c:pt>
                <c:pt idx="98">
                  <c:v>8.02</c:v>
                </c:pt>
                <c:pt idx="99">
                  <c:v>8.1</c:v>
                </c:pt>
                <c:pt idx="100">
                  <c:v>8.28</c:v>
                </c:pt>
                <c:pt idx="101">
                  <c:v>9.89</c:v>
                </c:pt>
                <c:pt idx="102">
                  <c:v>11.48</c:v>
                </c:pt>
                <c:pt idx="103">
                  <c:v>11.75</c:v>
                </c:pt>
                <c:pt idx="104">
                  <c:v>13.83</c:v>
                </c:pt>
                <c:pt idx="105">
                  <c:v>13.72</c:v>
                </c:pt>
                <c:pt idx="106">
                  <c:v>13.72</c:v>
                </c:pt>
                <c:pt idx="107">
                  <c:v>13.69</c:v>
                </c:pt>
                <c:pt idx="108">
                  <c:v>13.67</c:v>
                </c:pt>
                <c:pt idx="109">
                  <c:v>13.81</c:v>
                </c:pt>
                <c:pt idx="110">
                  <c:v>13.63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Aug '11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Oct '11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Dec '11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Mar '12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May '12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Jul '12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'12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Dec '12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Feb '13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'13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Jul '13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Sep '13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22">
                  <c:v>6.78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Trius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TSRX  ·  acquired by Cubist Pharmaceuticals,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$13.5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68%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Jul 30, 2013   ·   Closed Sep 11, 2013   ·   Status: completed   ·   Pre-ann. volume 1.49×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Trius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Trius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39125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47685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252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170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433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696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901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209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1524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312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638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0435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Sep 2013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24, 2012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Cubist and Trius enter into a Mutual Non-Disclosure…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07, 2013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Trius Board forms an informal strategic transaction…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06, 2013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Cubist President Robert Perez contacts Trius CEO Jeffrey…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07, 2013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Cubist submits formal non-binding proposal at $12.25 per…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08, 2013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D expresses unsolicited interest in an all-stock…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24, 2013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Trius Board formally authorizes a sale process and engages…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18, 2013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C submits a non-binding proposal for $13.00-$14.50…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23, 2013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Cubist attempts to preempt the final bid process…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26, 2013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Cubist increases offer to $13.25 cash plus $2.00 CVR; Trius…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30, 2013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Trius Board unanimously approves the Merger Agreement at…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13, 2013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commences the tender offer.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11, 2013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expires; Purchaser exercises Top-Up Option and…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Trius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1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2012-01-13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($6.78→$5.33)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564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Trius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2013-07-30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Trius Therapeutics and Cubist Pharmaceuticals Announce Definitive Merger Agreement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2013-08-06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Trius Therapeutics Announces Second Quarter 2013 Financial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