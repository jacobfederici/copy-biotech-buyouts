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Sheet1!$A$2:$A$114</c:f>
              <c:strCache>
                <c:ptCount val="113"/>
                <c:pt idx="0">
                  <c:v>Jun '12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'12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'12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'13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'13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'13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'13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'13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'13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'14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'14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'14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Sheet1!$B$2:$B$114</c:f>
              <c:numCache>
                <c:formatCode>General</c:formatCode>
                <c:ptCount val="113"/>
                <c:pt idx="0">
                  <c:v>9.51</c:v>
                </c:pt>
                <c:pt idx="1">
                  <c:v>10.82</c:v>
                </c:pt>
                <c:pt idx="2">
                  <c:v>10.28</c:v>
                </c:pt>
                <c:pt idx="3">
                  <c:v>10.43</c:v>
                </c:pt>
                <c:pt idx="4">
                  <c:v>9.81</c:v>
                </c:pt>
                <c:pt idx="5">
                  <c:v>10.35</c:v>
                </c:pt>
                <c:pt idx="6">
                  <c:v>10.78</c:v>
                </c:pt>
                <c:pt idx="7">
                  <c:v>8.15</c:v>
                </c:pt>
                <c:pt idx="8">
                  <c:v>7.99</c:v>
                </c:pt>
                <c:pt idx="9">
                  <c:v>5.9</c:v>
                </c:pt>
                <c:pt idx="10">
                  <c:v>6.01</c:v>
                </c:pt>
                <c:pt idx="11">
                  <c:v>5.65</c:v>
                </c:pt>
                <c:pt idx="12">
                  <c:v>5.84</c:v>
                </c:pt>
                <c:pt idx="13">
                  <c:v>5.68</c:v>
                </c:pt>
                <c:pt idx="14">
                  <c:v>4.67</c:v>
                </c:pt>
                <c:pt idx="15">
                  <c:v>4.56</c:v>
                </c:pt>
                <c:pt idx="16">
                  <c:v>4.33</c:v>
                </c:pt>
                <c:pt idx="17">
                  <c:v>4.08</c:v>
                </c:pt>
                <c:pt idx="18">
                  <c:v>4.15</c:v>
                </c:pt>
                <c:pt idx="19">
                  <c:v>3.75</c:v>
                </c:pt>
                <c:pt idx="20">
                  <c:v>3.67</c:v>
                </c:pt>
                <c:pt idx="21">
                  <c:v>4.17</c:v>
                </c:pt>
                <c:pt idx="22">
                  <c:v>4.52</c:v>
                </c:pt>
                <c:pt idx="23">
                  <c:v>4.77</c:v>
                </c:pt>
                <c:pt idx="24">
                  <c:v>5.12</c:v>
                </c:pt>
                <c:pt idx="25">
                  <c:v>5.0</c:v>
                </c:pt>
                <c:pt idx="26">
                  <c:v>5.15</c:v>
                </c:pt>
                <c:pt idx="27">
                  <c:v>5.0</c:v>
                </c:pt>
                <c:pt idx="28">
                  <c:v>4.47</c:v>
                </c:pt>
                <c:pt idx="29">
                  <c:v>5.36</c:v>
                </c:pt>
                <c:pt idx="30">
                  <c:v>4.6</c:v>
                </c:pt>
                <c:pt idx="31">
                  <c:v>4.57</c:v>
                </c:pt>
                <c:pt idx="32">
                  <c:v>4.73</c:v>
                </c:pt>
                <c:pt idx="33">
                  <c:v>4.86</c:v>
                </c:pt>
                <c:pt idx="34">
                  <c:v>4.73</c:v>
                </c:pt>
                <c:pt idx="35">
                  <c:v>4.71</c:v>
                </c:pt>
                <c:pt idx="36">
                  <c:v>4.54</c:v>
                </c:pt>
                <c:pt idx="37">
                  <c:v>4.29</c:v>
                </c:pt>
                <c:pt idx="38">
                  <c:v>4.81</c:v>
                </c:pt>
                <c:pt idx="39">
                  <c:v>4.61</c:v>
                </c:pt>
                <c:pt idx="40">
                  <c:v>4.6</c:v>
                </c:pt>
                <c:pt idx="41">
                  <c:v>3.54</c:v>
                </c:pt>
                <c:pt idx="42">
                  <c:v>3.55</c:v>
                </c:pt>
                <c:pt idx="43">
                  <c:v>3.91</c:v>
                </c:pt>
                <c:pt idx="44">
                  <c:v>3.8</c:v>
                </c:pt>
                <c:pt idx="45">
                  <c:v>3.85</c:v>
                </c:pt>
                <c:pt idx="46">
                  <c:v>3.42</c:v>
                </c:pt>
                <c:pt idx="47">
                  <c:v>3.64</c:v>
                </c:pt>
                <c:pt idx="48">
                  <c:v>4.17</c:v>
                </c:pt>
                <c:pt idx="49">
                  <c:v>4.31</c:v>
                </c:pt>
                <c:pt idx="50">
                  <c:v>4.74</c:v>
                </c:pt>
                <c:pt idx="51">
                  <c:v>5.25</c:v>
                </c:pt>
                <c:pt idx="52">
                  <c:v>5.18</c:v>
                </c:pt>
                <c:pt idx="53">
                  <c:v>3.56</c:v>
                </c:pt>
                <c:pt idx="54">
                  <c:v>3.61</c:v>
                </c:pt>
                <c:pt idx="55">
                  <c:v>3.43</c:v>
                </c:pt>
                <c:pt idx="56">
                  <c:v>3.38</c:v>
                </c:pt>
                <c:pt idx="57">
                  <c:v>3.6</c:v>
                </c:pt>
                <c:pt idx="58">
                  <c:v>3.58</c:v>
                </c:pt>
                <c:pt idx="59">
                  <c:v>3.89</c:v>
                </c:pt>
                <c:pt idx="60">
                  <c:v>4.37</c:v>
                </c:pt>
                <c:pt idx="61">
                  <c:v>4.32</c:v>
                </c:pt>
                <c:pt idx="62">
                  <c:v>4.6</c:v>
                </c:pt>
                <c:pt idx="63">
                  <c:v>4.78</c:v>
                </c:pt>
                <c:pt idx="64">
                  <c:v>5.15</c:v>
                </c:pt>
                <c:pt idx="65">
                  <c:v>5.48</c:v>
                </c:pt>
                <c:pt idx="66">
                  <c:v>5.6</c:v>
                </c:pt>
                <c:pt idx="67">
                  <c:v>5.44</c:v>
                </c:pt>
                <c:pt idx="68">
                  <c:v>4.89</c:v>
                </c:pt>
                <c:pt idx="69">
                  <c:v>3.72</c:v>
                </c:pt>
                <c:pt idx="70">
                  <c:v>3.72</c:v>
                </c:pt>
                <c:pt idx="71">
                  <c:v>3.67</c:v>
                </c:pt>
                <c:pt idx="72">
                  <c:v>4.62</c:v>
                </c:pt>
                <c:pt idx="73">
                  <c:v>4.35</c:v>
                </c:pt>
                <c:pt idx="74">
                  <c:v>4.63</c:v>
                </c:pt>
                <c:pt idx="75">
                  <c:v>4.75</c:v>
                </c:pt>
                <c:pt idx="76">
                  <c:v>5.37</c:v>
                </c:pt>
                <c:pt idx="77">
                  <c:v>4.93</c:v>
                </c:pt>
                <c:pt idx="78">
                  <c:v>4.41</c:v>
                </c:pt>
                <c:pt idx="79">
                  <c:v>5.39</c:v>
                </c:pt>
                <c:pt idx="80">
                  <c:v>6.55</c:v>
                </c:pt>
                <c:pt idx="81">
                  <c:v>6.27</c:v>
                </c:pt>
                <c:pt idx="82">
                  <c:v>6.54</c:v>
                </c:pt>
                <c:pt idx="83">
                  <c:v>8.01</c:v>
                </c:pt>
                <c:pt idx="84">
                  <c:v>7.3</c:v>
                </c:pt>
                <c:pt idx="85">
                  <c:v>7.01</c:v>
                </c:pt>
                <c:pt idx="86">
                  <c:v>6.86</c:v>
                </c:pt>
                <c:pt idx="87">
                  <c:v>6.88</c:v>
                </c:pt>
                <c:pt idx="88">
                  <c:v>7.0</c:v>
                </c:pt>
                <c:pt idx="89">
                  <c:v>6.82</c:v>
                </c:pt>
                <c:pt idx="90">
                  <c:v>6.63</c:v>
                </c:pt>
                <c:pt idx="91">
                  <c:v>6.94</c:v>
                </c:pt>
                <c:pt idx="92">
                  <c:v>7.11</c:v>
                </c:pt>
                <c:pt idx="93">
                  <c:v>5.82</c:v>
                </c:pt>
                <c:pt idx="94">
                  <c:v>5.17</c:v>
                </c:pt>
                <c:pt idx="95">
                  <c:v>5.38</c:v>
                </c:pt>
                <c:pt idx="96">
                  <c:v>5.46</c:v>
                </c:pt>
                <c:pt idx="97">
                  <c:v>5.13</c:v>
                </c:pt>
                <c:pt idx="98">
                  <c:v>5.27</c:v>
                </c:pt>
                <c:pt idx="99">
                  <c:v>5.12</c:v>
                </c:pt>
                <c:pt idx="100">
                  <c:v>5.69</c:v>
                </c:pt>
                <c:pt idx="101">
                  <c:v>6.46</c:v>
                </c:pt>
                <c:pt idx="102">
                  <c:v>6.27</c:v>
                </c:pt>
                <c:pt idx="103">
                  <c:v>7.23</c:v>
                </c:pt>
                <c:pt idx="104">
                  <c:v>23.64</c:v>
                </c:pt>
                <c:pt idx="105">
                  <c:v>24.01</c:v>
                </c:pt>
                <c:pt idx="106">
                  <c:v>24.12</c:v>
                </c:pt>
                <c:pt idx="107">
                  <c:v>24.12</c:v>
                </c:pt>
                <c:pt idx="108">
                  <c:v>23.86</c:v>
                </c:pt>
                <c:pt idx="109">
                  <c:v>24.06</c:v>
                </c:pt>
                <c:pt idx="110">
                  <c:v>24.33</c:v>
                </c:pt>
                <c:pt idx="111">
                  <c:v>24.44</c:v>
                </c:pt>
                <c:pt idx="112">
                  <c:v>24.5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Jun '12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'12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'12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'13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'13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'13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'13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'13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'13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'14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'14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'14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Sheet1!$C$2:$C$114</c:f>
              <c:numCache>
                <c:formatCode>General</c:formatCode>
                <c:ptCount val="113"/>
                <c:pt idx="6">
                  <c:v>10.78</c:v>
                </c:pt>
                <c:pt idx="8">
                  <c:v>7.99</c:v>
                </c:pt>
                <c:pt idx="40">
                  <c:v>4.6</c:v>
                </c:pt>
                <c:pt idx="52">
                  <c:v>5.18</c:v>
                </c:pt>
                <c:pt idx="68">
                  <c:v>4.89</c:v>
                </c:pt>
                <c:pt idx="71">
                  <c:v>3.67</c:v>
                </c:pt>
                <c:pt idx="78">
                  <c:v>4.41</c:v>
                </c:pt>
                <c:pt idx="79">
                  <c:v>5.39</c:v>
                </c:pt>
                <c:pt idx="82">
                  <c:v>6.54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Jun '12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'12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'12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'13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'13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'13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'13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'13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'13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'14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'14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'14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Sheet1!$D$2:$D$114</c:f>
              <c:numCache>
                <c:formatCode>General</c:formatCode>
                <c:ptCount val="113"/>
                <c:pt idx="104">
                  <c:v>23.64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Idenix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IDIX  ·  acquired by Merck &amp; Co.,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$24.5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379%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Jun 09, 2014   ·   Closed Aug 05, 2014   ·   Status: completed   ·   Pre-ann. volume 0.81×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Idenix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Idenix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989989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075589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3028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150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335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1415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0223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097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739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545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082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3512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3066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3970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Jun 2013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Aug 2014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26, 2013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Idenix engages Centerview Partners LLC as financial advisor…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01, 2013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(Parent) contacts Idenix CEO Ronald Renaud to express…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28, 2014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Idenix and Merck enter into a confidentiality agreement for…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29, 2014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makes a verbal proposal to acquire Idenix for…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02, 2014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submits a written proposal to acquire Idenix for…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09, 2014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submits a written proposal to acquire Idenix for…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13, 2014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Idenix Board authorizes a formal strategic process; Party C…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03, 2014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submits a revised proposal of $18.00 per share; Party…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06, 2014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increases its offer to $18.50 per share.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08, 2014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Final Bids: Merck offers $24.50 per share; Party A offers…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09, 2014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Merger Agreement.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20, 2014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Sub commences the tender offer.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04, 2014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5:00 p.m. ET with 82.5% of shares…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05, 2014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Idenix becomes a wholly-owned subsidiary…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Idenix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9 unexplained pre-announcement move weeks (of 10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2013-06-21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-31%  ($5.18→$3.56)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353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2012-08-17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-26%  ($7.99→$5.9)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661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2013-11-01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+26%  ($3.67→$4.62)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220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2012-08-03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-24%  ($10.78→$8.15)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675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2013-10-11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-24%  ($4.89→$3.72)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241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2013-03-29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-23%  ($4.6→$3.54)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437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2014-01-17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($6.54→$8.01)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143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2013-12-20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($4.41→$5.39)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171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Idenix 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2014-06-09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Idenix and Merck Announce Merger Agreement for $24.50 Per Share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2014-06-20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Merger Sub Commences Tender Offer for All Outstanding Shares of Idenix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