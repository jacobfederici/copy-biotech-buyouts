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Sheet1!$A$2:$A$79</c:f>
              <c:strCache>
                <c:ptCount val="78"/>
                <c:pt idx="0">
                  <c:v>Feb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>Mar '22</c:v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>May '22</c:v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>Jul '22</c:v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>Aug '22</c:v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>Oct '22</c:v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>Nov '22</c:v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Jan '23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>Mar '23</c:v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Apr '23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Jun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>Jul '23</c:v>
                </c:pt>
              </c:strCache>
            </c:strRef>
          </c:cat>
          <c:val>
            <c:numRef>
              <c:f>Sheet1!$B$2:$B$79</c:f>
              <c:numCache>
                <c:formatCode>General</c:formatCode>
                <c:ptCount val="78"/>
                <c:pt idx="0">
                  <c:v>8.79</c:v>
                </c:pt>
                <c:pt idx="1">
                  <c:v>9.08</c:v>
                </c:pt>
                <c:pt idx="2">
                  <c:v>6.57</c:v>
                </c:pt>
                <c:pt idx="3">
                  <c:v>6.66</c:v>
                </c:pt>
                <c:pt idx="4">
                  <c:v>4.92</c:v>
                </c:pt>
                <c:pt idx="5">
                  <c:v>9.98</c:v>
                </c:pt>
                <c:pt idx="6">
                  <c:v>12.37</c:v>
                </c:pt>
                <c:pt idx="7">
                  <c:v>9.15</c:v>
                </c:pt>
                <c:pt idx="8">
                  <c:v>10.04</c:v>
                </c:pt>
                <c:pt idx="9">
                  <c:v>8.85</c:v>
                </c:pt>
                <c:pt idx="10">
                  <c:v>7.8</c:v>
                </c:pt>
                <c:pt idx="11">
                  <c:v>8.7</c:v>
                </c:pt>
                <c:pt idx="12">
                  <c:v>8.15</c:v>
                </c:pt>
                <c:pt idx="13">
                  <c:v>9.05</c:v>
                </c:pt>
                <c:pt idx="14">
                  <c:v>7.87</c:v>
                </c:pt>
                <c:pt idx="15">
                  <c:v>7.24</c:v>
                </c:pt>
                <c:pt idx="16">
                  <c:v>7.31</c:v>
                </c:pt>
                <c:pt idx="17">
                  <c:v>8.08</c:v>
                </c:pt>
                <c:pt idx="18">
                  <c:v>4.55</c:v>
                </c:pt>
                <c:pt idx="19">
                  <c:v>4.24</c:v>
                </c:pt>
                <c:pt idx="20">
                  <c:v>2.72</c:v>
                </c:pt>
                <c:pt idx="21">
                  <c:v>2.31</c:v>
                </c:pt>
                <c:pt idx="22">
                  <c:v>2.29</c:v>
                </c:pt>
                <c:pt idx="23">
                  <c:v>2.15</c:v>
                </c:pt>
                <c:pt idx="24">
                  <c:v>2.07</c:v>
                </c:pt>
                <c:pt idx="25">
                  <c:v>2.12</c:v>
                </c:pt>
                <c:pt idx="26">
                  <c:v>3.63</c:v>
                </c:pt>
                <c:pt idx="27">
                  <c:v>3.87</c:v>
                </c:pt>
                <c:pt idx="28">
                  <c:v>3.51</c:v>
                </c:pt>
                <c:pt idx="29">
                  <c:v>3.3</c:v>
                </c:pt>
                <c:pt idx="30">
                  <c:v>2.36</c:v>
                </c:pt>
                <c:pt idx="31">
                  <c:v>2.14</c:v>
                </c:pt>
                <c:pt idx="32">
                  <c:v>1.78</c:v>
                </c:pt>
                <c:pt idx="33">
                  <c:v>1.92</c:v>
                </c:pt>
                <c:pt idx="34">
                  <c:v>2.32</c:v>
                </c:pt>
                <c:pt idx="35">
                  <c:v>2.08</c:v>
                </c:pt>
                <c:pt idx="36">
                  <c:v>2.04</c:v>
                </c:pt>
                <c:pt idx="37">
                  <c:v>2.0</c:v>
                </c:pt>
                <c:pt idx="38">
                  <c:v>1.8</c:v>
                </c:pt>
                <c:pt idx="39">
                  <c:v>1.96</c:v>
                </c:pt>
                <c:pt idx="40">
                  <c:v>1.91</c:v>
                </c:pt>
                <c:pt idx="41">
                  <c:v>1.32</c:v>
                </c:pt>
                <c:pt idx="42">
                  <c:v>1.4</c:v>
                </c:pt>
                <c:pt idx="43">
                  <c:v>1.36</c:v>
                </c:pt>
                <c:pt idx="44">
                  <c:v>1.14</c:v>
                </c:pt>
                <c:pt idx="45">
                  <c:v>1.18</c:v>
                </c:pt>
                <c:pt idx="46">
                  <c:v>1.1</c:v>
                </c:pt>
                <c:pt idx="47">
                  <c:v>1.18</c:v>
                </c:pt>
                <c:pt idx="48">
                  <c:v>1.05</c:v>
                </c:pt>
                <c:pt idx="49">
                  <c:v>1.15</c:v>
                </c:pt>
                <c:pt idx="50">
                  <c:v>1.1</c:v>
                </c:pt>
                <c:pt idx="51">
                  <c:v>1.07</c:v>
                </c:pt>
                <c:pt idx="52">
                  <c:v>1.11</c:v>
                </c:pt>
                <c:pt idx="53">
                  <c:v>0.84</c:v>
                </c:pt>
                <c:pt idx="54">
                  <c:v>0.76</c:v>
                </c:pt>
                <c:pt idx="55">
                  <c:v>0.57</c:v>
                </c:pt>
                <c:pt idx="56">
                  <c:v>0.52</c:v>
                </c:pt>
                <c:pt idx="57">
                  <c:v>0.37</c:v>
                </c:pt>
                <c:pt idx="58">
                  <c:v>0.42</c:v>
                </c:pt>
                <c:pt idx="59">
                  <c:v>0.48</c:v>
                </c:pt>
                <c:pt idx="60">
                  <c:v>0.43</c:v>
                </c:pt>
                <c:pt idx="61">
                  <c:v>0.43</c:v>
                </c:pt>
                <c:pt idx="62">
                  <c:v>0.46</c:v>
                </c:pt>
                <c:pt idx="63">
                  <c:v>0.36</c:v>
                </c:pt>
                <c:pt idx="64">
                  <c:v>0.32</c:v>
                </c:pt>
                <c:pt idx="65">
                  <c:v>0.24</c:v>
                </c:pt>
                <c:pt idx="66">
                  <c:v>0.21</c:v>
                </c:pt>
                <c:pt idx="67">
                  <c:v>0.19</c:v>
                </c:pt>
                <c:pt idx="68">
                  <c:v>0.2</c:v>
                </c:pt>
                <c:pt idx="69">
                  <c:v>0.29</c:v>
                </c:pt>
                <c:pt idx="70">
                  <c:v>0.29</c:v>
                </c:pt>
                <c:pt idx="71">
                  <c:v>0.28</c:v>
                </c:pt>
                <c:pt idx="72">
                  <c:v>0.29</c:v>
                </c:pt>
                <c:pt idx="73">
                  <c:v>0.3</c:v>
                </c:pt>
                <c:pt idx="74">
                  <c:v>0.3</c:v>
                </c:pt>
                <c:pt idx="75">
                  <c:v>0.3</c:v>
                </c:pt>
                <c:pt idx="76">
                  <c:v>0.3</c:v>
                </c:pt>
                <c:pt idx="77">
                  <c:v>0.3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Sheet1!$A$2:$A$79</c:f>
              <c:strCache>
                <c:ptCount val="78"/>
                <c:pt idx="0">
                  <c:v>Feb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>Mar '22</c:v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>May '22</c:v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>Jul '22</c:v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>Aug '22</c:v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>Oct '22</c:v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>Nov '22</c:v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Jan '23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>Mar '23</c:v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Apr '23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Jun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>Jul '23</c:v>
                </c:pt>
              </c:strCache>
            </c:strRef>
          </c:cat>
          <c:val>
            <c:numRef>
              <c:f>Sheet1!$C$2:$C$79</c:f>
              <c:numCache>
                <c:formatCode>General</c:formatCode>
                <c:ptCount val="78"/>
                <c:pt idx="25">
                  <c:v>2.12</c:v>
                </c:pt>
                <c:pt idx="40">
                  <c:v>1.91</c:v>
                </c:pt>
                <c:pt idx="64">
                  <c:v>0.32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Sheet1!$A$2:$A$79</c:f>
              <c:strCache>
                <c:ptCount val="78"/>
                <c:pt idx="0">
                  <c:v>Feb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>Mar '22</c:v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>May '22</c:v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>Jul '22</c:v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>Aug '22</c:v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>Oct '22</c:v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>Nov '22</c:v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Jan '23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>Mar '23</c:v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Apr '23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Jun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>Jul '23</c:v>
                </c:pt>
              </c:strCache>
            </c:strRef>
          </c:cat>
          <c:val>
            <c:numRef>
              <c:f>Sheet1!$D$2:$D$79</c:f>
              <c:numCache>
                <c:formatCode>General</c:formatCode>
                <c:ptCount val="78"/>
                <c:pt idx="1">
                  <c:v>9.08</c:v>
                </c:pt>
                <c:pt idx="3">
                  <c:v>6.66</c:v>
                </c:pt>
                <c:pt idx="4">
                  <c:v>4.92</c:v>
                </c:pt>
                <c:pt idx="6">
                  <c:v>12.37</c:v>
                </c:pt>
                <c:pt idx="17">
                  <c:v>8.08</c:v>
                </c:pt>
                <c:pt idx="19">
                  <c:v>4.24</c:v>
                </c:pt>
                <c:pt idx="29">
                  <c:v>3.3</c:v>
                </c:pt>
                <c:pt idx="54">
                  <c:v>0.76</c:v>
                </c:pt>
                <c:pt idx="56">
                  <c:v>0.52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Sheet1!$A$2:$A$79</c:f>
              <c:strCache>
                <c:ptCount val="78"/>
                <c:pt idx="0">
                  <c:v>Feb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>Mar '22</c:v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>May '22</c:v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>Jul '22</c:v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>Aug '22</c:v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>Oct '22</c:v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>Nov '22</c:v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Jan '23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>Mar '23</c:v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Apr '23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Jun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>Jul '23</c:v>
                </c:pt>
              </c:strCache>
            </c:strRef>
          </c:cat>
          <c:val>
            <c:numRef>
              <c:f>Sheet1!$E$2:$E$79</c:f>
              <c:numCache>
                <c:formatCode>General</c:formatCode>
                <c:ptCount val="78"/>
                <c:pt idx="69">
                  <c:v>0.29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GreenLight Biosciences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GRNA  ·  acquired by SW ParentCo,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$0.3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-6%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-38%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600%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May 30, 2023   ·   Closed Jul 24, 2023   ·   Status: completed   ·   Pre-ann. volume 1.0×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GreenLight Biosciences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GreenLight Biosciences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558030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643630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2202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3532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0738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8388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1625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8543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22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6636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9873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3110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0316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08853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10626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Feb 2023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Jul 2023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23, 2023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Eric O’Brien of Fall Line approaches CEO Andrey Zarur…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08, 2023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GreenLight Board forms a Special Committee of independent…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29, 2023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Fall Line submits an initial non-binding proposal to…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30, 2023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GreenLight publicly confirms receipt of the Fall Line…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07, 2023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Goodwin Procter sends initial draft Merger Agreement to…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13, 2023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is informed of potential interest from…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02, 2023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Fall Line reduces offer price to $0.40 per share citing…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15, 2023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formally declines to move forward with an…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17, 2023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Fall Line further reduces offer price to $0.30 per share.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23, 2023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 notifies GreenLight it is no longer interested in a…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29, 2023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and Board unanimously approve the Merger…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30, 2023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is executed and publicly announced.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21, 2023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19, 2023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18,736,159 shares validly…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24, 2023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 pursuant to Section 251(h) of the DGCL.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15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GreenLight Biosciences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16 unexplained pre-announcement move weeks (of 17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2022-03-11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+103%  ($4.92→$9.98)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445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2022-08-05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+71%  ($2.12→$3.63)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298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2022-06-10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-44%  ($8.08→$4.55)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354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2022-06-24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-36%  ($4.24→$2.72)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340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2022-11-18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-31%  ($1.91→$1.32)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193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2023-03-10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-29%  ($0.52→$0.37)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81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2022-09-02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-28%  ($3.3→$2.36)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270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2022-02-18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-28%  ($9.08→$6.57)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466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GreenLight Biosciences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2022-08-15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GreenLight Biosciences Announces Second Quarter 2022 Financial Results and Highlights Recent Company…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2E7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Partnership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2022-10-05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GreenLight Biosciences and Queensland University of Technology partner to tackle destructive fall armyworm…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2022-11-09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GreenLight Biosciences Announces Third Quarter 2022 Financial Results and Highlights Recent Company Progress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2023-03-28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GreenLight Biosciences Announces Fourth Quarter and Full Year 2022 Financial Results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2023-05-11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GreenLight Biosciences Announces First Quarter 2023 Financial Results and Highlights Recent Company Progress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2023-05-30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GreenLight Biosciences Enters into Definitive Merger Agreement with Consortium Led by Fall Line Endurance…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2023-05-31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ALERT: The M&amp;amp;A Class Action Firm Continues Investigating the Merger – FRG, GRNA, EMBK, AAIC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2023-06-07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ALERT: The M&amp;amp;A Class Action Firm Continues Investigating the Merger – VKIN, GRNA, FRG, AAIC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2023-07-24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GreenLight Announces Completion of Merger with Fall Line Endurance Fund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