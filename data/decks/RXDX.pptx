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Sheet1!$A$2:$A$113</c:f>
              <c:strCache>
                <c:ptCount val="112"/>
                <c:pt idx="0">
                  <c:v>Dec '15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'16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'16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'16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'16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'16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'17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'17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'17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'17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'17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Feb '18</c:v>
                </c:pt>
                <c:pt idx="111">
                  <c:v/>
                </c:pt>
              </c:strCache>
            </c:strRef>
          </c:cat>
          <c:val>
            <c:numRef>
              <c:f>Sheet1!$B$2:$B$113</c:f>
              <c:numCache>
                <c:formatCode>General</c:formatCode>
                <c:ptCount val="112"/>
                <c:pt idx="0">
                  <c:v>13.66</c:v>
                </c:pt>
                <c:pt idx="1">
                  <c:v>13.4</c:v>
                </c:pt>
                <c:pt idx="2">
                  <c:v>11.79</c:v>
                </c:pt>
                <c:pt idx="3">
                  <c:v>10.28</c:v>
                </c:pt>
                <c:pt idx="4">
                  <c:v>10.27</c:v>
                </c:pt>
                <c:pt idx="5">
                  <c:v>9.98</c:v>
                </c:pt>
                <c:pt idx="6">
                  <c:v>9.01</c:v>
                </c:pt>
                <c:pt idx="7">
                  <c:v>7.21</c:v>
                </c:pt>
                <c:pt idx="8">
                  <c:v>7.2</c:v>
                </c:pt>
                <c:pt idx="9">
                  <c:v>6.72</c:v>
                </c:pt>
                <c:pt idx="10">
                  <c:v>7.16</c:v>
                </c:pt>
                <c:pt idx="11">
                  <c:v>7.14</c:v>
                </c:pt>
                <c:pt idx="12">
                  <c:v>5.5</c:v>
                </c:pt>
                <c:pt idx="13">
                  <c:v>6.23</c:v>
                </c:pt>
                <c:pt idx="14">
                  <c:v>7.0</c:v>
                </c:pt>
                <c:pt idx="15">
                  <c:v>8.17</c:v>
                </c:pt>
                <c:pt idx="16">
                  <c:v>8.11</c:v>
                </c:pt>
                <c:pt idx="17">
                  <c:v>8.1</c:v>
                </c:pt>
                <c:pt idx="18">
                  <c:v>6.92</c:v>
                </c:pt>
                <c:pt idx="19">
                  <c:v>6.15</c:v>
                </c:pt>
                <c:pt idx="20">
                  <c:v>6.31</c:v>
                </c:pt>
                <c:pt idx="21">
                  <c:v>6.33</c:v>
                </c:pt>
                <c:pt idx="22">
                  <c:v>6.8</c:v>
                </c:pt>
                <c:pt idx="23">
                  <c:v>7.33</c:v>
                </c:pt>
                <c:pt idx="24">
                  <c:v>5.79</c:v>
                </c:pt>
                <c:pt idx="25">
                  <c:v>5.16</c:v>
                </c:pt>
                <c:pt idx="26">
                  <c:v>5.01</c:v>
                </c:pt>
                <c:pt idx="27">
                  <c:v>5.74</c:v>
                </c:pt>
                <c:pt idx="28">
                  <c:v>6.03</c:v>
                </c:pt>
                <c:pt idx="29">
                  <c:v>5.72</c:v>
                </c:pt>
                <c:pt idx="30">
                  <c:v>5.41</c:v>
                </c:pt>
                <c:pt idx="31">
                  <c:v>5.51</c:v>
                </c:pt>
                <c:pt idx="32">
                  <c:v>5.96</c:v>
                </c:pt>
                <c:pt idx="33">
                  <c:v>5.53</c:v>
                </c:pt>
                <c:pt idx="34">
                  <c:v>5.95</c:v>
                </c:pt>
                <c:pt idx="35">
                  <c:v>5.79</c:v>
                </c:pt>
                <c:pt idx="36">
                  <c:v>5.9</c:v>
                </c:pt>
                <c:pt idx="37">
                  <c:v>5.54</c:v>
                </c:pt>
                <c:pt idx="38">
                  <c:v>6.01</c:v>
                </c:pt>
                <c:pt idx="39">
                  <c:v>6.47</c:v>
                </c:pt>
                <c:pt idx="40">
                  <c:v>6.29</c:v>
                </c:pt>
                <c:pt idx="41">
                  <c:v>5.99</c:v>
                </c:pt>
                <c:pt idx="42">
                  <c:v>5.56</c:v>
                </c:pt>
                <c:pt idx="43">
                  <c:v>5.35</c:v>
                </c:pt>
                <c:pt idx="44">
                  <c:v>4.94</c:v>
                </c:pt>
                <c:pt idx="45">
                  <c:v>4.25</c:v>
                </c:pt>
                <c:pt idx="46">
                  <c:v>6.65</c:v>
                </c:pt>
                <c:pt idx="47">
                  <c:v>6.8</c:v>
                </c:pt>
                <c:pt idx="48">
                  <c:v>6.75</c:v>
                </c:pt>
                <c:pt idx="49">
                  <c:v>5.95</c:v>
                </c:pt>
                <c:pt idx="50">
                  <c:v>6.1</c:v>
                </c:pt>
                <c:pt idx="51">
                  <c:v>5.95</c:v>
                </c:pt>
                <c:pt idx="52">
                  <c:v>5.7</c:v>
                </c:pt>
                <c:pt idx="53">
                  <c:v>5.3</c:v>
                </c:pt>
                <c:pt idx="54">
                  <c:v>5.7</c:v>
                </c:pt>
                <c:pt idx="55">
                  <c:v>5.2</c:v>
                </c:pt>
                <c:pt idx="56">
                  <c:v>4.95</c:v>
                </c:pt>
                <c:pt idx="57">
                  <c:v>4.9</c:v>
                </c:pt>
                <c:pt idx="58">
                  <c:v>6.2</c:v>
                </c:pt>
                <c:pt idx="59">
                  <c:v>7.75</c:v>
                </c:pt>
                <c:pt idx="60">
                  <c:v>9.6</c:v>
                </c:pt>
                <c:pt idx="61">
                  <c:v>8.7</c:v>
                </c:pt>
                <c:pt idx="62">
                  <c:v>9.25</c:v>
                </c:pt>
                <c:pt idx="63">
                  <c:v>8.55</c:v>
                </c:pt>
                <c:pt idx="64">
                  <c:v>8.8</c:v>
                </c:pt>
                <c:pt idx="65">
                  <c:v>9.25</c:v>
                </c:pt>
                <c:pt idx="66">
                  <c:v>8.6</c:v>
                </c:pt>
                <c:pt idx="67">
                  <c:v>8.0</c:v>
                </c:pt>
                <c:pt idx="68">
                  <c:v>7.6</c:v>
                </c:pt>
                <c:pt idx="69">
                  <c:v>8.45</c:v>
                </c:pt>
                <c:pt idx="70">
                  <c:v>8.85</c:v>
                </c:pt>
                <c:pt idx="71">
                  <c:v>7.15</c:v>
                </c:pt>
                <c:pt idx="72">
                  <c:v>6.65</c:v>
                </c:pt>
                <c:pt idx="73">
                  <c:v>6.9</c:v>
                </c:pt>
                <c:pt idx="74">
                  <c:v>6.9</c:v>
                </c:pt>
                <c:pt idx="75">
                  <c:v>7.35</c:v>
                </c:pt>
                <c:pt idx="76">
                  <c:v>7.8</c:v>
                </c:pt>
                <c:pt idx="77">
                  <c:v>9.85</c:v>
                </c:pt>
                <c:pt idx="78">
                  <c:v>11.0</c:v>
                </c:pt>
                <c:pt idx="79">
                  <c:v>10.35</c:v>
                </c:pt>
                <c:pt idx="80">
                  <c:v>10.45</c:v>
                </c:pt>
                <c:pt idx="81">
                  <c:v>10.0</c:v>
                </c:pt>
                <c:pt idx="82">
                  <c:v>9.3</c:v>
                </c:pt>
                <c:pt idx="83">
                  <c:v>9.55</c:v>
                </c:pt>
                <c:pt idx="84">
                  <c:v>9.5</c:v>
                </c:pt>
                <c:pt idx="85">
                  <c:v>9.4</c:v>
                </c:pt>
                <c:pt idx="86">
                  <c:v>9.0</c:v>
                </c:pt>
                <c:pt idx="87">
                  <c:v>9.3</c:v>
                </c:pt>
                <c:pt idx="88">
                  <c:v>11.75</c:v>
                </c:pt>
                <c:pt idx="89">
                  <c:v>10.5</c:v>
                </c:pt>
                <c:pt idx="90">
                  <c:v>11.65</c:v>
                </c:pt>
                <c:pt idx="91">
                  <c:v>12.1</c:v>
                </c:pt>
                <c:pt idx="92">
                  <c:v>12.35</c:v>
                </c:pt>
                <c:pt idx="93">
                  <c:v>13.2</c:v>
                </c:pt>
                <c:pt idx="94">
                  <c:v>13.65</c:v>
                </c:pt>
                <c:pt idx="95">
                  <c:v>15.8</c:v>
                </c:pt>
                <c:pt idx="96">
                  <c:v>15.5</c:v>
                </c:pt>
                <c:pt idx="97">
                  <c:v>15.65</c:v>
                </c:pt>
                <c:pt idx="98">
                  <c:v>16.15</c:v>
                </c:pt>
                <c:pt idx="99">
                  <c:v>14.9</c:v>
                </c:pt>
                <c:pt idx="100">
                  <c:v>16.68</c:v>
                </c:pt>
                <c:pt idx="101">
                  <c:v>16.75</c:v>
                </c:pt>
                <c:pt idx="102">
                  <c:v>15.95</c:v>
                </c:pt>
                <c:pt idx="103">
                  <c:v>15.25</c:v>
                </c:pt>
                <c:pt idx="104">
                  <c:v>26.85</c:v>
                </c:pt>
                <c:pt idx="105">
                  <c:v>26.7</c:v>
                </c:pt>
                <c:pt idx="106">
                  <c:v>27.0</c:v>
                </c:pt>
                <c:pt idx="107">
                  <c:v>26.95</c:v>
                </c:pt>
                <c:pt idx="108">
                  <c:v>26.95</c:v>
                </c:pt>
                <c:pt idx="109">
                  <c:v>26.95</c:v>
                </c:pt>
                <c:pt idx="110">
                  <c:v>26.95</c:v>
                </c:pt>
                <c:pt idx="111">
                  <c:v>26.95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Dec '15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'16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'16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'16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'16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'16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'17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'17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'17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'17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'17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Feb '18</c:v>
                </c:pt>
                <c:pt idx="111">
                  <c:v/>
                </c:pt>
              </c:strCache>
            </c:strRef>
          </c:cat>
          <c:val>
            <c:numRef>
              <c:f>Sheet1!$C$2:$C$113</c:f>
              <c:numCache>
                <c:formatCode>General</c:formatCode>
                <c:ptCount val="112"/>
                <c:pt idx="11">
                  <c:v>7.14</c:v>
                </c:pt>
                <c:pt idx="23">
                  <c:v>7.33</c:v>
                </c:pt>
                <c:pt idx="45">
                  <c:v>4.25</c:v>
                </c:pt>
                <c:pt idx="57">
                  <c:v>4.9</c:v>
                </c:pt>
                <c:pt idx="58">
                  <c:v>6.2</c:v>
                </c:pt>
                <c:pt idx="59">
                  <c:v>7.75</c:v>
                </c:pt>
                <c:pt idx="76">
                  <c:v>7.8</c:v>
                </c:pt>
                <c:pt idx="87">
                  <c:v>9.3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Dec '15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'16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'16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'16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'16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'16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'17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'17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'17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'17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'17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Feb '18</c:v>
                </c:pt>
                <c:pt idx="111">
                  <c:v/>
                </c:pt>
              </c:strCache>
            </c:strRef>
          </c:cat>
          <c:val>
            <c:numRef>
              <c:f>Sheet1!$D$2:$D$113</c:f>
              <c:numCache>
                <c:formatCode>General</c:formatCode>
                <c:ptCount val="112"/>
                <c:pt idx="104">
                  <c:v>26.85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Ignyta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RXDX  ·  acquired by Roche Holdings,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62%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Dec 22, 2017   ·   Closed Feb 08, 2018   ·   Status: completed   ·   Pre-ann. volume 0.53×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Ignyta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Ignyta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42239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927839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2376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03781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2355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457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609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6458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600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166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7732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8737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05622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5242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Jan 2016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Feb 2018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01, 2016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Ignyta initiates broad licensing process for entrectinib…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17, 2016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Ignyta and Roche enter into a confidentiality agreement for…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01, 2016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Roche informs Ignyta it will no longer seek to license…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13, 2017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Ignyta Board meets to discuss strategic options and decides…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20, 2017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Roche contacts Ignyta on an unsolicited basis expressing…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06, 2017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an initial non-binding proposal to acquire…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12, 2017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increases its proposal to $23.75 per share.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13, 2017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a 'final' proposal of $25.00 per share with…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17, 2017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Roche submits a verbal indication of interest at $27.00 per…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21, 2017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Ignyta Board unanimously approves the Merger Agreement with…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22, 2017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Merger Agreement.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10, 2018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Commencement of the tender offer.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07, 2018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midnight.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08, 2018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Ignyta becomes a wholly owned subsidiary…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14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Ignyta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8 unexplained pre-announcement move weeks (of 9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2016-11-11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+56%  ($4.25→$6.65)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406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2017-02-03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+26%  ($4.9→$6.2)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322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2017-06-16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+26%  ($7.8→$9.85)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189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2017-09-01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+26%  ($9.3→$11.75)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112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2017-02-10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+25%  ($6.2→$7.75)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315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2017-02-17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($7.75→$9.6)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308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2016-03-18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-23%  ($7.14→$5.5)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644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2016-06-10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-21%  ($7.33→$5.79)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560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Ignyta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2022-07-18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Prometheus Biosciences Completes Enrollment of the ARTEMIS-UC Cohort 1 Phase 2 Study in Ulcerative Colitis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2022-08-11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Prometheus Biosciences Reports Second Quarter 2022 Financial Results and Highlights Recent Corporate…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2022-10-03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Prometheus Biosciences Receives FDA Clearance of IND Application for its Second Precision Program, PRA052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2022-11-09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Prometheus Biosciences Reports Third Quarter 2022 Financial Results and Highlights Recent Corporate Progress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2022-12-07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Prometheus Biosciences Announces Positive Results for PRA023 in Both ARTEMIS-UC Phase 2 and APOLLO-CD Phase…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2022-12-07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Prometheus shares rally 177% as it prepares to move drug into Phase 3 studies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2023-02-28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Prometheus Biosciences Reports Fourth Quarter and Full-Year 2022 Financial Results and Highlights Recent…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2023-04-26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ALERT: The M&amp;amp;A Class Action Firm Continues the Investigation of the Merger – MYBF, RXDX, SPPI, TRTN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Prometheus Biosciences Reports First Quarter 2023 Financial Results and Highlights Recent Corporate Progress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