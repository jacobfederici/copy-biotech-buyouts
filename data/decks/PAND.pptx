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Sheet1!$A$2:$A$39</c:f>
              <c:strCache>
                <c:ptCount val="38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>Aug '20</c:v>
                </c:pt>
                <c:pt idx="4">
                  <c:v/>
                </c:pt>
                <c:pt idx="5">
                  <c:v/>
                </c:pt>
                <c:pt idx="6">
                  <c:v>Aug '20</c:v>
                </c:pt>
                <c:pt idx="7">
                  <c:v/>
                </c:pt>
                <c:pt idx="8">
                  <c:v/>
                </c:pt>
                <c:pt idx="9">
                  <c:v>Sep '20</c:v>
                </c:pt>
                <c:pt idx="10">
                  <c:v/>
                </c:pt>
                <c:pt idx="11">
                  <c:v/>
                </c:pt>
                <c:pt idx="12">
                  <c:v>Oct '20</c:v>
                </c:pt>
                <c:pt idx="13">
                  <c:v/>
                </c:pt>
                <c:pt idx="14">
                  <c:v/>
                </c:pt>
                <c:pt idx="15">
                  <c:v>Oct '20</c:v>
                </c:pt>
                <c:pt idx="16">
                  <c:v/>
                </c:pt>
                <c:pt idx="17">
                  <c:v/>
                </c:pt>
                <c:pt idx="18">
                  <c:v>Nov '20</c:v>
                </c:pt>
                <c:pt idx="19">
                  <c:v/>
                </c:pt>
                <c:pt idx="20">
                  <c:v/>
                </c:pt>
                <c:pt idx="21">
                  <c:v>Dec '20</c:v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>Jan '21</c:v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>Mar '21</c:v>
                </c:pt>
                <c:pt idx="34">
                  <c:v/>
                </c:pt>
                <c:pt idx="35">
                  <c:v/>
                </c:pt>
                <c:pt idx="36">
                  <c:v>Mar '21</c:v>
                </c:pt>
                <c:pt idx="37">
                  <c:v/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18.1</c:v>
                </c:pt>
                <c:pt idx="1">
                  <c:v>17.85</c:v>
                </c:pt>
                <c:pt idx="2">
                  <c:v>17.02</c:v>
                </c:pt>
                <c:pt idx="3">
                  <c:v>19.11</c:v>
                </c:pt>
                <c:pt idx="4">
                  <c:v>18.93</c:v>
                </c:pt>
                <c:pt idx="5">
                  <c:v>18.16</c:v>
                </c:pt>
                <c:pt idx="6">
                  <c:v>18.28</c:v>
                </c:pt>
                <c:pt idx="7">
                  <c:v>18.95</c:v>
                </c:pt>
                <c:pt idx="8">
                  <c:v>15.76</c:v>
                </c:pt>
                <c:pt idx="9">
                  <c:v>14.33</c:v>
                </c:pt>
                <c:pt idx="10">
                  <c:v>12.35</c:v>
                </c:pt>
                <c:pt idx="11">
                  <c:v>11.12</c:v>
                </c:pt>
                <c:pt idx="12">
                  <c:v>11.51</c:v>
                </c:pt>
                <c:pt idx="13">
                  <c:v>11.03</c:v>
                </c:pt>
                <c:pt idx="14">
                  <c:v>11.31</c:v>
                </c:pt>
                <c:pt idx="15">
                  <c:v>11.81</c:v>
                </c:pt>
                <c:pt idx="16">
                  <c:v>13.19</c:v>
                </c:pt>
                <c:pt idx="17">
                  <c:v>13.69</c:v>
                </c:pt>
                <c:pt idx="18">
                  <c:v>17.11</c:v>
                </c:pt>
                <c:pt idx="19">
                  <c:v>17.28</c:v>
                </c:pt>
                <c:pt idx="20">
                  <c:v>16.65</c:v>
                </c:pt>
                <c:pt idx="21">
                  <c:v>14.24</c:v>
                </c:pt>
                <c:pt idx="22">
                  <c:v>15.61</c:v>
                </c:pt>
                <c:pt idx="23">
                  <c:v>15.42</c:v>
                </c:pt>
                <c:pt idx="24">
                  <c:v>14.85</c:v>
                </c:pt>
                <c:pt idx="25">
                  <c:v>17.54</c:v>
                </c:pt>
                <c:pt idx="26">
                  <c:v>19.09</c:v>
                </c:pt>
                <c:pt idx="27">
                  <c:v>18.12</c:v>
                </c:pt>
                <c:pt idx="28">
                  <c:v>18.0</c:v>
                </c:pt>
                <c:pt idx="29">
                  <c:v>17.96</c:v>
                </c:pt>
                <c:pt idx="30">
                  <c:v>19.98</c:v>
                </c:pt>
                <c:pt idx="31">
                  <c:v>23.4</c:v>
                </c:pt>
                <c:pt idx="32">
                  <c:v>60.2</c:v>
                </c:pt>
                <c:pt idx="33">
                  <c:v>59.89</c:v>
                </c:pt>
                <c:pt idx="34">
                  <c:v>60.03</c:v>
                </c:pt>
                <c:pt idx="35">
                  <c:v>60.03</c:v>
                </c:pt>
                <c:pt idx="36">
                  <c:v>60.0</c:v>
                </c:pt>
                <c:pt idx="37">
                  <c:v>60.05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Sheet1!$A$2:$A$39</c:f>
              <c:strCache>
                <c:ptCount val="38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>Aug '20</c:v>
                </c:pt>
                <c:pt idx="4">
                  <c:v/>
                </c:pt>
                <c:pt idx="5">
                  <c:v/>
                </c:pt>
                <c:pt idx="6">
                  <c:v>Aug '20</c:v>
                </c:pt>
                <c:pt idx="7">
                  <c:v/>
                </c:pt>
                <c:pt idx="8">
                  <c:v/>
                </c:pt>
                <c:pt idx="9">
                  <c:v>Sep '20</c:v>
                </c:pt>
                <c:pt idx="10">
                  <c:v/>
                </c:pt>
                <c:pt idx="11">
                  <c:v/>
                </c:pt>
                <c:pt idx="12">
                  <c:v>Oct '20</c:v>
                </c:pt>
                <c:pt idx="13">
                  <c:v/>
                </c:pt>
                <c:pt idx="14">
                  <c:v/>
                </c:pt>
                <c:pt idx="15">
                  <c:v>Oct '20</c:v>
                </c:pt>
                <c:pt idx="16">
                  <c:v/>
                </c:pt>
                <c:pt idx="17">
                  <c:v/>
                </c:pt>
                <c:pt idx="18">
                  <c:v>Nov '20</c:v>
                </c:pt>
                <c:pt idx="19">
                  <c:v/>
                </c:pt>
                <c:pt idx="20">
                  <c:v/>
                </c:pt>
                <c:pt idx="21">
                  <c:v>Dec '20</c:v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>Jan '21</c:v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>Mar '21</c:v>
                </c:pt>
                <c:pt idx="34">
                  <c:v/>
                </c:pt>
                <c:pt idx="35">
                  <c:v/>
                </c:pt>
                <c:pt idx="36">
                  <c:v>Mar '21</c:v>
                </c:pt>
                <c:pt idx="37">
                  <c:v/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17">
                  <c:v>13.69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Sheet1!$A$2:$A$39</c:f>
              <c:strCache>
                <c:ptCount val="38"/>
                <c:pt idx="0">
                  <c:v>Jul '20</c:v>
                </c:pt>
                <c:pt idx="1">
                  <c:v/>
                </c:pt>
                <c:pt idx="2">
                  <c:v/>
                </c:pt>
                <c:pt idx="3">
                  <c:v>Aug '20</c:v>
                </c:pt>
                <c:pt idx="4">
                  <c:v/>
                </c:pt>
                <c:pt idx="5">
                  <c:v/>
                </c:pt>
                <c:pt idx="6">
                  <c:v>Aug '20</c:v>
                </c:pt>
                <c:pt idx="7">
                  <c:v/>
                </c:pt>
                <c:pt idx="8">
                  <c:v/>
                </c:pt>
                <c:pt idx="9">
                  <c:v>Sep '20</c:v>
                </c:pt>
                <c:pt idx="10">
                  <c:v/>
                </c:pt>
                <c:pt idx="11">
                  <c:v/>
                </c:pt>
                <c:pt idx="12">
                  <c:v>Oct '20</c:v>
                </c:pt>
                <c:pt idx="13">
                  <c:v/>
                </c:pt>
                <c:pt idx="14">
                  <c:v/>
                </c:pt>
                <c:pt idx="15">
                  <c:v>Oct '20</c:v>
                </c:pt>
                <c:pt idx="16">
                  <c:v/>
                </c:pt>
                <c:pt idx="17">
                  <c:v/>
                </c:pt>
                <c:pt idx="18">
                  <c:v>Nov '20</c:v>
                </c:pt>
                <c:pt idx="19">
                  <c:v/>
                </c:pt>
                <c:pt idx="20">
                  <c:v/>
                </c:pt>
                <c:pt idx="21">
                  <c:v>Dec '20</c:v>
                </c:pt>
                <c:pt idx="22">
                  <c:v/>
                </c:pt>
                <c:pt idx="23">
                  <c:v/>
                </c:pt>
                <c:pt idx="24">
                  <c:v>Jan '21</c:v>
                </c:pt>
                <c:pt idx="25">
                  <c:v/>
                </c:pt>
                <c:pt idx="26">
                  <c:v/>
                </c:pt>
                <c:pt idx="27">
                  <c:v>Jan '21</c:v>
                </c:pt>
                <c:pt idx="28">
                  <c:v/>
                </c:pt>
                <c:pt idx="29">
                  <c:v/>
                </c:pt>
                <c:pt idx="30">
                  <c:v>Feb '21</c:v>
                </c:pt>
                <c:pt idx="31">
                  <c:v/>
                </c:pt>
                <c:pt idx="32">
                  <c:v/>
                </c:pt>
                <c:pt idx="33">
                  <c:v>Mar '21</c:v>
                </c:pt>
                <c:pt idx="34">
                  <c:v/>
                </c:pt>
                <c:pt idx="35">
                  <c:v/>
                </c:pt>
                <c:pt idx="36">
                  <c:v>Mar '21</c:v>
                </c:pt>
                <c:pt idx="37">
                  <c:v/>
                </c:pt>
              </c:strCache>
            </c:strRef>
          </c:cat>
          <c:val>
            <c:numRef>
              <c:f>Sheet1!$D$2:$D$39</c:f>
              <c:numCache>
                <c:formatCode>General</c:formatCode>
                <c:ptCount val="38"/>
                <c:pt idx="32">
                  <c:v>60.2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Pandion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PAND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25, 2021   ·   Closed Apr 01, 2021   ·   Status: completed   ·   Pre-ann. volume 1.06×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Pandion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Pandion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7139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5699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60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62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563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964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365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56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065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165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8654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65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Pandion and Merck enter into a Confidentiality Agreement.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non-binding term sheet for the IL-2 program…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Pandion prices its initial public offering at $18.00 per…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proposes a 50-50 partnership and a 19.9% equity…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Pandion announces positive Phase 1a data for PT-101.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non-binding proposal to acquire Pandion for…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increases offer to $50.00 per share; Pandion…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Pandion Board unanimously approves the Merger Agreement at…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commences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88.6%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completes the acquisition via merger.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Pandion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2020-11-20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($13.69→$17.11)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Pandion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Pandion Therapeutics Reports Third Quarter 2020 Financial Results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2021-01-04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Pandion Therapeutics Announces Positive Top-Line Phase 1a Clinical Data Showing PT101 was Well-Tolerated…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Pandion Therapeutics Presents Preclinical Data Highlighting Potential of Tissue-Tethered PD-1 Agonist to…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Pharma Stock Roundup: SNY/GSK &amp;amp; PFE COVID-19 Vaccine Update, MRK's Pandion Buyout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Week Ahead In Biotech (Feb. 28-March 6): KemPharm, Gilead FDA Decisions and More Earnings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Roxadustat Delay For FibroGen, AstraZeneca, Decision Day For KemPharm…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Roxadustat Delay For FibroGen, AstraZeneca, Decision Day For KemPharm…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Rigrodsky Law, P.A. Announces Buyout Investigation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Monteverde &amp;amp; Associates Continues to Investigate the Following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