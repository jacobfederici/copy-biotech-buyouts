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Sheet1!$A$2:$A$56</c:f>
              <c:strCache>
                <c:ptCount val="55"/>
                <c:pt idx="0">
                  <c:v>May '07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Jun '07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'07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Sep '07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'07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>Nov '07</c:v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'07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Jan '08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'08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Apr '08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'08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</c:strCache>
            </c:strRef>
          </c:cat>
          <c:val>
            <c:numRef>
              <c:f>Sheet1!$B$2:$B$56</c:f>
              <c:numCache>
                <c:formatCode>General</c:formatCode>
                <c:ptCount val="55"/>
                <c:pt idx="0">
                  <c:v>12.59</c:v>
                </c:pt>
                <c:pt idx="1">
                  <c:v>12.5</c:v>
                </c:pt>
                <c:pt idx="2">
                  <c:v>11.0</c:v>
                </c:pt>
                <c:pt idx="3">
                  <c:v>11.68</c:v>
                </c:pt>
                <c:pt idx="4">
                  <c:v>10.24</c:v>
                </c:pt>
                <c:pt idx="5">
                  <c:v>9.87</c:v>
                </c:pt>
                <c:pt idx="6">
                  <c:v>11.07</c:v>
                </c:pt>
                <c:pt idx="7">
                  <c:v>14.13</c:v>
                </c:pt>
                <c:pt idx="8">
                  <c:v>14.29</c:v>
                </c:pt>
                <c:pt idx="9">
                  <c:v>13.1</c:v>
                </c:pt>
                <c:pt idx="10">
                  <c:v>11.7</c:v>
                </c:pt>
                <c:pt idx="11">
                  <c:v>12.11</c:v>
                </c:pt>
                <c:pt idx="12">
                  <c:v>14.0</c:v>
                </c:pt>
                <c:pt idx="13">
                  <c:v>14.03</c:v>
                </c:pt>
                <c:pt idx="14">
                  <c:v>12.95</c:v>
                </c:pt>
                <c:pt idx="15">
                  <c:v>13.39</c:v>
                </c:pt>
                <c:pt idx="16">
                  <c:v>14.39</c:v>
                </c:pt>
                <c:pt idx="17">
                  <c:v>16.53</c:v>
                </c:pt>
                <c:pt idx="18">
                  <c:v>17.08</c:v>
                </c:pt>
                <c:pt idx="19">
                  <c:v>16.39</c:v>
                </c:pt>
                <c:pt idx="20">
                  <c:v>17.76</c:v>
                </c:pt>
                <c:pt idx="21">
                  <c:v>16.78</c:v>
                </c:pt>
                <c:pt idx="22">
                  <c:v>16.28</c:v>
                </c:pt>
                <c:pt idx="23">
                  <c:v>16.63</c:v>
                </c:pt>
                <c:pt idx="24">
                  <c:v>15.04</c:v>
                </c:pt>
                <c:pt idx="25">
                  <c:v>17.06</c:v>
                </c:pt>
                <c:pt idx="26">
                  <c:v>16.9</c:v>
                </c:pt>
                <c:pt idx="27">
                  <c:v>16.09</c:v>
                </c:pt>
                <c:pt idx="28">
                  <c:v>14.15</c:v>
                </c:pt>
                <c:pt idx="29">
                  <c:v>14.02</c:v>
                </c:pt>
                <c:pt idx="30">
                  <c:v>14.04</c:v>
                </c:pt>
                <c:pt idx="31">
                  <c:v>14.0</c:v>
                </c:pt>
                <c:pt idx="32">
                  <c:v>13.12</c:v>
                </c:pt>
                <c:pt idx="33">
                  <c:v>14.51</c:v>
                </c:pt>
                <c:pt idx="34">
                  <c:v>13.41</c:v>
                </c:pt>
                <c:pt idx="35">
                  <c:v>12.36</c:v>
                </c:pt>
                <c:pt idx="36">
                  <c:v>12.06</c:v>
                </c:pt>
                <c:pt idx="37">
                  <c:v>11.62</c:v>
                </c:pt>
                <c:pt idx="38">
                  <c:v>11.64</c:v>
                </c:pt>
                <c:pt idx="39">
                  <c:v>11.02</c:v>
                </c:pt>
                <c:pt idx="40">
                  <c:v>11.94</c:v>
                </c:pt>
                <c:pt idx="41">
                  <c:v>10.07</c:v>
                </c:pt>
                <c:pt idx="42">
                  <c:v>10.16</c:v>
                </c:pt>
                <c:pt idx="43">
                  <c:v>10.78</c:v>
                </c:pt>
                <c:pt idx="44">
                  <c:v>12.99</c:v>
                </c:pt>
                <c:pt idx="45">
                  <c:v>12.99</c:v>
                </c:pt>
                <c:pt idx="46">
                  <c:v>12.98</c:v>
                </c:pt>
                <c:pt idx="47">
                  <c:v>12.68</c:v>
                </c:pt>
                <c:pt idx="48">
                  <c:v>22.3</c:v>
                </c:pt>
                <c:pt idx="49">
                  <c:v>22.34</c:v>
                </c:pt>
                <c:pt idx="50">
                  <c:v>22.39</c:v>
                </c:pt>
                <c:pt idx="51">
                  <c:v>22.43</c:v>
                </c:pt>
                <c:pt idx="52">
                  <c:v>22.47</c:v>
                </c:pt>
                <c:pt idx="53">
                  <c:v>22.48</c:v>
                </c:pt>
                <c:pt idx="54">
                  <c:v>22.5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Sheet1!$A$2:$A$56</c:f>
              <c:strCache>
                <c:ptCount val="55"/>
                <c:pt idx="0">
                  <c:v>May '07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Jun '07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'07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Sep '07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'07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>Nov '07</c:v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'07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Jan '08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'08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Apr '08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'08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</c:strCache>
            </c:strRef>
          </c:cat>
          <c:val>
            <c:numRef>
              <c:f>Sheet1!$C$2:$C$56</c:f>
              <c:numCache>
                <c:formatCode>General</c:formatCode>
                <c:ptCount val="55"/>
                <c:pt idx="6">
                  <c:v>11.07</c:v>
                </c:pt>
                <c:pt idx="43">
                  <c:v>10.78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Sheet1!$A$2:$A$56</c:f>
              <c:strCache>
                <c:ptCount val="55"/>
                <c:pt idx="0">
                  <c:v>May '07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Jun '07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'07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Sep '07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'07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>Nov '07</c:v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'07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Jan '08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'08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Apr '08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'08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</c:strCache>
            </c:strRef>
          </c:cat>
          <c:val>
            <c:numRef>
              <c:f>Sheet1!$D$2:$D$56</c:f>
              <c:numCache>
                <c:formatCode>General</c:formatCode>
                <c:ptCount val="55"/>
                <c:pt idx="48">
                  <c:v>22.3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Sirtris 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SIRT  ·  acquired by GlaxoSmithKline plc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$22.5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109%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Apr 22, 2008   ·   Closed Jun 05, 2008   ·   Status: completed   ·   Pre-ann. volume 1.43×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Sirtris 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Sirtris 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58169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43769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3259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2555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5116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3447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472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7624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7528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9050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0330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03132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38976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Feb 2006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Jun 2008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06, 2006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Sirtris and GSK execute a Confidentiality Agreement to…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12, 2007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Detailed scientific meeting held in Boston between Sirtris…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21, 2008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GSK indicates interest in a possible business combination…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23, 2008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Sirtris provides GSK with a draft term sheet for a…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01, 2008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GSK proposes a cash acquisition at $18.50 to $19.50 per…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02, 2008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Sirtris management indicates the proposed range is too low…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11, 2008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GSK delivers a formal written proposal to acquire Sirtris…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12, 2008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Sirtris Board authorizes entering into an exclusivity…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21, 2008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Sirtris Board unanimously approves the Merger Agreement and…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22, 2008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signed and publicly announced.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02, 2008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GSK formally commences the tender offer.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30, 2008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midnight.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05, 2008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Sirtris becomes a wholly-owned subsidiary…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05, 2008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Sirtris common stock is delisted from NASDAQ.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14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Sirtris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2 unexplained pre-announcement move weeks (of 3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2007-07-13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+28%  ($11.07→$14.13)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284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2008-03-28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+20%  ($10.78→$12.99)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25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Sirtris Pharmaceuticals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2008-04-22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Sirtris and GSK announce definitive merger agreement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2008-05-01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Sirtris issues results of operations for fiscal year ended March 31, 2008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2008-06-05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Merger completed; Sirtris delisted from NASDAQ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