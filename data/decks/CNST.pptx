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'21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9.32</c:v>
                </c:pt>
                <c:pt idx="1">
                  <c:v>9.01</c:v>
                </c:pt>
                <c:pt idx="2">
                  <c:v>10.2</c:v>
                </c:pt>
                <c:pt idx="3">
                  <c:v>12.28</c:v>
                </c:pt>
                <c:pt idx="4">
                  <c:v>10.05</c:v>
                </c:pt>
                <c:pt idx="5">
                  <c:v>9.83</c:v>
                </c:pt>
                <c:pt idx="6">
                  <c:v>9.69</c:v>
                </c:pt>
                <c:pt idx="7">
                  <c:v>9.92</c:v>
                </c:pt>
                <c:pt idx="8">
                  <c:v>8.68</c:v>
                </c:pt>
                <c:pt idx="9">
                  <c:v>8.52</c:v>
                </c:pt>
                <c:pt idx="10">
                  <c:v>7.94</c:v>
                </c:pt>
                <c:pt idx="11">
                  <c:v>6.68</c:v>
                </c:pt>
                <c:pt idx="12">
                  <c:v>7.25</c:v>
                </c:pt>
                <c:pt idx="13">
                  <c:v>7.42</c:v>
                </c:pt>
                <c:pt idx="14">
                  <c:v>7.94</c:v>
                </c:pt>
                <c:pt idx="15">
                  <c:v>7.28</c:v>
                </c:pt>
                <c:pt idx="16">
                  <c:v>6.43</c:v>
                </c:pt>
                <c:pt idx="17">
                  <c:v>8.29</c:v>
                </c:pt>
                <c:pt idx="18">
                  <c:v>8.71</c:v>
                </c:pt>
                <c:pt idx="19">
                  <c:v>12.73</c:v>
                </c:pt>
                <c:pt idx="20">
                  <c:v>13.92</c:v>
                </c:pt>
                <c:pt idx="21">
                  <c:v>14.13</c:v>
                </c:pt>
                <c:pt idx="22">
                  <c:v>30.91</c:v>
                </c:pt>
                <c:pt idx="23">
                  <c:v>38.48</c:v>
                </c:pt>
                <c:pt idx="24">
                  <c:v>39.73</c:v>
                </c:pt>
                <c:pt idx="25">
                  <c:v>46.56</c:v>
                </c:pt>
                <c:pt idx="26">
                  <c:v>43.7</c:v>
                </c:pt>
                <c:pt idx="27">
                  <c:v>39.38</c:v>
                </c:pt>
                <c:pt idx="28">
                  <c:v>43.78</c:v>
                </c:pt>
                <c:pt idx="29">
                  <c:v>46.8</c:v>
                </c:pt>
                <c:pt idx="30">
                  <c:v>45.38</c:v>
                </c:pt>
                <c:pt idx="31">
                  <c:v>37.67</c:v>
                </c:pt>
                <c:pt idx="32">
                  <c:v>41.0</c:v>
                </c:pt>
                <c:pt idx="33">
                  <c:v>36.61</c:v>
                </c:pt>
                <c:pt idx="34">
                  <c:v>33.04</c:v>
                </c:pt>
                <c:pt idx="35">
                  <c:v>34.93</c:v>
                </c:pt>
                <c:pt idx="36">
                  <c:v>36.06</c:v>
                </c:pt>
                <c:pt idx="37">
                  <c:v>37.6</c:v>
                </c:pt>
                <c:pt idx="38">
                  <c:v>35.34</c:v>
                </c:pt>
                <c:pt idx="39">
                  <c:v>35.0</c:v>
                </c:pt>
                <c:pt idx="40">
                  <c:v>29.63</c:v>
                </c:pt>
                <c:pt idx="41">
                  <c:v>25.9</c:v>
                </c:pt>
                <c:pt idx="42">
                  <c:v>32.69</c:v>
                </c:pt>
                <c:pt idx="43">
                  <c:v>30.29</c:v>
                </c:pt>
                <c:pt idx="44">
                  <c:v>34.16</c:v>
                </c:pt>
                <c:pt idx="45">
                  <c:v>34.88</c:v>
                </c:pt>
                <c:pt idx="46">
                  <c:v>37.3</c:v>
                </c:pt>
                <c:pt idx="47">
                  <c:v>35.75</c:v>
                </c:pt>
                <c:pt idx="48">
                  <c:v>49.22</c:v>
                </c:pt>
                <c:pt idx="49">
                  <c:v>43.6</c:v>
                </c:pt>
                <c:pt idx="50">
                  <c:v>37.15</c:v>
                </c:pt>
                <c:pt idx="51">
                  <c:v>35.53</c:v>
                </c:pt>
                <c:pt idx="52">
                  <c:v>37.39</c:v>
                </c:pt>
                <c:pt idx="53">
                  <c:v>34.5</c:v>
                </c:pt>
                <c:pt idx="54">
                  <c:v>29.83</c:v>
                </c:pt>
                <c:pt idx="55">
                  <c:v>29.1</c:v>
                </c:pt>
                <c:pt idx="56">
                  <c:v>28.98</c:v>
                </c:pt>
                <c:pt idx="57">
                  <c:v>29.53</c:v>
                </c:pt>
                <c:pt idx="58">
                  <c:v>29.1</c:v>
                </c:pt>
                <c:pt idx="59">
                  <c:v>27.97</c:v>
                </c:pt>
                <c:pt idx="60">
                  <c:v>26.89</c:v>
                </c:pt>
                <c:pt idx="61">
                  <c:v>25.68</c:v>
                </c:pt>
                <c:pt idx="62">
                  <c:v>23.0</c:v>
                </c:pt>
                <c:pt idx="63">
                  <c:v>23.58</c:v>
                </c:pt>
                <c:pt idx="64">
                  <c:v>21.9</c:v>
                </c:pt>
                <c:pt idx="65">
                  <c:v>21.27</c:v>
                </c:pt>
                <c:pt idx="66">
                  <c:v>21.86</c:v>
                </c:pt>
                <c:pt idx="67">
                  <c:v>22.04</c:v>
                </c:pt>
                <c:pt idx="68">
                  <c:v>19.45</c:v>
                </c:pt>
                <c:pt idx="69">
                  <c:v>21.75</c:v>
                </c:pt>
                <c:pt idx="70">
                  <c:v>22.87</c:v>
                </c:pt>
                <c:pt idx="71">
                  <c:v>23.12</c:v>
                </c:pt>
                <c:pt idx="72">
                  <c:v>24.2</c:v>
                </c:pt>
                <c:pt idx="73">
                  <c:v>19.62</c:v>
                </c:pt>
                <c:pt idx="74">
                  <c:v>21.49</c:v>
                </c:pt>
                <c:pt idx="75">
                  <c:v>21.0</c:v>
                </c:pt>
                <c:pt idx="76">
                  <c:v>23.7</c:v>
                </c:pt>
                <c:pt idx="77">
                  <c:v>25.79</c:v>
                </c:pt>
                <c:pt idx="78">
                  <c:v>22.64</c:v>
                </c:pt>
                <c:pt idx="79">
                  <c:v>29.49</c:v>
                </c:pt>
                <c:pt idx="80">
                  <c:v>34.05</c:v>
                </c:pt>
                <c:pt idx="81">
                  <c:v>33.47</c:v>
                </c:pt>
                <c:pt idx="82">
                  <c:v>28.8</c:v>
                </c:pt>
                <c:pt idx="83">
                  <c:v>27.68</c:v>
                </c:pt>
                <c:pt idx="84">
                  <c:v>32.18</c:v>
                </c:pt>
                <c:pt idx="85">
                  <c:v>34.07</c:v>
                </c:pt>
                <c:pt idx="86">
                  <c:v>32.97</c:v>
                </c:pt>
                <c:pt idx="87">
                  <c:v>33.47</c:v>
                </c:pt>
                <c:pt idx="88">
                  <c:v>34.53</c:v>
                </c:pt>
                <c:pt idx="89">
                  <c:v>36.84</c:v>
                </c:pt>
                <c:pt idx="90">
                  <c:v>25.2</c:v>
                </c:pt>
                <c:pt idx="91">
                  <c:v>26.31</c:v>
                </c:pt>
                <c:pt idx="92">
                  <c:v>30.03</c:v>
                </c:pt>
                <c:pt idx="93">
                  <c:v>28.02</c:v>
                </c:pt>
                <c:pt idx="94">
                  <c:v>24.2</c:v>
                </c:pt>
                <c:pt idx="95">
                  <c:v>23.21</c:v>
                </c:pt>
                <c:pt idx="96">
                  <c:v>22.5</c:v>
                </c:pt>
                <c:pt idx="97">
                  <c:v>22.29</c:v>
                </c:pt>
                <c:pt idx="98">
                  <c:v>22.1</c:v>
                </c:pt>
                <c:pt idx="99">
                  <c:v>21.62</c:v>
                </c:pt>
                <c:pt idx="100">
                  <c:v>20.8</c:v>
                </c:pt>
                <c:pt idx="101">
                  <c:v>20.31</c:v>
                </c:pt>
                <c:pt idx="102">
                  <c:v>20.07</c:v>
                </c:pt>
                <c:pt idx="103">
                  <c:v>19.81</c:v>
                </c:pt>
                <c:pt idx="104">
                  <c:v>33.84</c:v>
                </c:pt>
                <c:pt idx="105">
                  <c:v>33.73</c:v>
                </c:pt>
                <c:pt idx="106">
                  <c:v>33.76</c:v>
                </c:pt>
                <c:pt idx="107">
                  <c:v>33.81</c:v>
                </c:pt>
                <c:pt idx="108">
                  <c:v>33.9</c:v>
                </c:pt>
                <c:pt idx="109">
                  <c:v>33.96</c:v>
                </c:pt>
                <c:pt idx="110">
                  <c:v>33.99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'21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6">
                  <c:v>6.43</c:v>
                </c:pt>
                <c:pt idx="18">
                  <c:v>8.71</c:v>
                </c:pt>
                <c:pt idx="21">
                  <c:v>14.13</c:v>
                </c:pt>
                <c:pt idx="22">
                  <c:v>30.91</c:v>
                </c:pt>
                <c:pt idx="47">
                  <c:v>35.75</c:v>
                </c:pt>
                <c:pt idx="89">
                  <c:v>36.84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'21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">
                  <c:v>10.2</c:v>
                </c:pt>
                <c:pt idx="41">
                  <c:v>25.9</c:v>
                </c:pt>
                <c:pt idx="78">
                  <c:v>22.64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'19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'21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33.84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CONSTELLATION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CNST  ·  acquired by MorphoSys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02, 2021   ·   Closed Jul 15, 2021   ·   Status: completed   ·   Pre-ann. volume 0.89×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CONSTELLATION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CONSTELLATION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26364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924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2873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77903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150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0282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2933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802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435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7751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992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210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7953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0878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182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732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Constellation Board establishes a Strategy Committee to…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30,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conversation between Brad Prosek (Constellation…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21,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and Constellation enter into a non-disclosure…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23,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submits a non-binding proposal to acquire…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26,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Constellation CEO Jigar Raythatha informs MorphoSys CEO…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13,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and other parties (A, B, C) notify Constellation…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21, 2021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submits a revised proposal of $29.00 cash and…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submits a non-binding proposal for $36.00 per share…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E submits a non-binding proposal for $34.00 per share…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Parties A, E, and F withdraw from the process.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MorphoSys submits a final proposal of $34.00 per share in…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Constellation Board unanimously approves the Merger…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transaction is announced.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14, 2021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89% of shares…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15, 2021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Constellation becomes a wholly 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CONSTELLATION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9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+119%  ($14.13→$30.91)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572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2019-10-18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+46%  ($8.71→$12.73)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2020-05-08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+38%  ($35.75→$49.22)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390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2021-02-26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-32%  ($36.84→$25.2)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96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2020-12-11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($22.64→$29.49)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2019-10-04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($6.43→$8.29)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607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($25.9→$32.69)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432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2019-11-15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($30.91→$38.48)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565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CONSTELLATION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2021-04-27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Constellation Pharmaceuticals to Host Conference Call to Discuss First Quarter 2021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2021-05-10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Constellation Pharmaceuticals Announces First-Quarter 2021 Financial Results and Provides Business Update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Constellation Merger Investigation: Halper Sadeh LLP Announces Investigation Into Whether the Sale of…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Rigrodsky Law, P.A. Announces Investigation of Constellation Pharmaceuticals, Inc. Buyout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Rigrodsky Law, P.A. Announces Investigation of Constellation Pharmaceuticals, Inc. Buyout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Constellation Pharmaceuticals Presents Phase 1 Data for CPI-0209 at ASCO Annual Meeting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Constellation Pharmaceuticals Presents Phase 1 Data for CPI-0209 at ASCO Annual Meeting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INVESTOR ALERT: Monteverde &amp;amp; Associates Continues to Investigate the Following Merger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2021-06-19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INVESTOR ALERT: Monteverde &amp;amp; Associates Continues to Investigate the Following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