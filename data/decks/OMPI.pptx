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Mar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'11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'12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12.49</c:v>
                </c:pt>
                <c:pt idx="1">
                  <c:v>12.74</c:v>
                </c:pt>
                <c:pt idx="2">
                  <c:v>12.42</c:v>
                </c:pt>
                <c:pt idx="3">
                  <c:v>12.67</c:v>
                </c:pt>
                <c:pt idx="4">
                  <c:v>12.55</c:v>
                </c:pt>
                <c:pt idx="5">
                  <c:v>12.83</c:v>
                </c:pt>
                <c:pt idx="6">
                  <c:v>9.8</c:v>
                </c:pt>
                <c:pt idx="7">
                  <c:v>10.0</c:v>
                </c:pt>
                <c:pt idx="8">
                  <c:v>9.6</c:v>
                </c:pt>
                <c:pt idx="9">
                  <c:v>9.79</c:v>
                </c:pt>
                <c:pt idx="10">
                  <c:v>9.29</c:v>
                </c:pt>
                <c:pt idx="11">
                  <c:v>9.2</c:v>
                </c:pt>
                <c:pt idx="12">
                  <c:v>9.5</c:v>
                </c:pt>
                <c:pt idx="13">
                  <c:v>9.14</c:v>
                </c:pt>
                <c:pt idx="14">
                  <c:v>9.61</c:v>
                </c:pt>
                <c:pt idx="15">
                  <c:v>10.46</c:v>
                </c:pt>
                <c:pt idx="16">
                  <c:v>10.54</c:v>
                </c:pt>
                <c:pt idx="17">
                  <c:v>10.61</c:v>
                </c:pt>
                <c:pt idx="18">
                  <c:v>10.37</c:v>
                </c:pt>
                <c:pt idx="19">
                  <c:v>9.79</c:v>
                </c:pt>
                <c:pt idx="20">
                  <c:v>9.67</c:v>
                </c:pt>
                <c:pt idx="21">
                  <c:v>9.77</c:v>
                </c:pt>
                <c:pt idx="22">
                  <c:v>10.09</c:v>
                </c:pt>
                <c:pt idx="23">
                  <c:v>9.63</c:v>
                </c:pt>
                <c:pt idx="24">
                  <c:v>9.53</c:v>
                </c:pt>
                <c:pt idx="25">
                  <c:v>10.25</c:v>
                </c:pt>
                <c:pt idx="26">
                  <c:v>9.71</c:v>
                </c:pt>
                <c:pt idx="27">
                  <c:v>9.07</c:v>
                </c:pt>
                <c:pt idx="28">
                  <c:v>9.25</c:v>
                </c:pt>
                <c:pt idx="29">
                  <c:v>10.0</c:v>
                </c:pt>
                <c:pt idx="30">
                  <c:v>9.54</c:v>
                </c:pt>
                <c:pt idx="31">
                  <c:v>9.8</c:v>
                </c:pt>
                <c:pt idx="32">
                  <c:v>9.38</c:v>
                </c:pt>
                <c:pt idx="33">
                  <c:v>9.97</c:v>
                </c:pt>
                <c:pt idx="34">
                  <c:v>9.89</c:v>
                </c:pt>
                <c:pt idx="35">
                  <c:v>9.16</c:v>
                </c:pt>
                <c:pt idx="36">
                  <c:v>9.92</c:v>
                </c:pt>
                <c:pt idx="37">
                  <c:v>9.96</c:v>
                </c:pt>
                <c:pt idx="38">
                  <c:v>10.15</c:v>
                </c:pt>
                <c:pt idx="39">
                  <c:v>10.1</c:v>
                </c:pt>
                <c:pt idx="40">
                  <c:v>10.16</c:v>
                </c:pt>
                <c:pt idx="41">
                  <c:v>10.21</c:v>
                </c:pt>
                <c:pt idx="42">
                  <c:v>10.19</c:v>
                </c:pt>
                <c:pt idx="43">
                  <c:v>10.62</c:v>
                </c:pt>
                <c:pt idx="44">
                  <c:v>10.24</c:v>
                </c:pt>
                <c:pt idx="45">
                  <c:v>10.79</c:v>
                </c:pt>
                <c:pt idx="46">
                  <c:v>11.13</c:v>
                </c:pt>
                <c:pt idx="47">
                  <c:v>11.96</c:v>
                </c:pt>
                <c:pt idx="48">
                  <c:v>11.84</c:v>
                </c:pt>
                <c:pt idx="49">
                  <c:v>11.23</c:v>
                </c:pt>
                <c:pt idx="50">
                  <c:v>13.0</c:v>
                </c:pt>
                <c:pt idx="51">
                  <c:v>12.41</c:v>
                </c:pt>
                <c:pt idx="52">
                  <c:v>12.96</c:v>
                </c:pt>
                <c:pt idx="53">
                  <c:v>13.4</c:v>
                </c:pt>
                <c:pt idx="54">
                  <c:v>13.12</c:v>
                </c:pt>
                <c:pt idx="55">
                  <c:v>12.73</c:v>
                </c:pt>
                <c:pt idx="56">
                  <c:v>12.48</c:v>
                </c:pt>
                <c:pt idx="57">
                  <c:v>12.84</c:v>
                </c:pt>
                <c:pt idx="58">
                  <c:v>12.26</c:v>
                </c:pt>
                <c:pt idx="59">
                  <c:v>12.37</c:v>
                </c:pt>
                <c:pt idx="60">
                  <c:v>12.76</c:v>
                </c:pt>
                <c:pt idx="61">
                  <c:v>12.71</c:v>
                </c:pt>
                <c:pt idx="62">
                  <c:v>12.47</c:v>
                </c:pt>
                <c:pt idx="63">
                  <c:v>14.0</c:v>
                </c:pt>
                <c:pt idx="64">
                  <c:v>14.49</c:v>
                </c:pt>
                <c:pt idx="65">
                  <c:v>14.17</c:v>
                </c:pt>
                <c:pt idx="66">
                  <c:v>15.27</c:v>
                </c:pt>
                <c:pt idx="67">
                  <c:v>15.75</c:v>
                </c:pt>
                <c:pt idx="68">
                  <c:v>17.15</c:v>
                </c:pt>
                <c:pt idx="69">
                  <c:v>16.09</c:v>
                </c:pt>
                <c:pt idx="70">
                  <c:v>15.35</c:v>
                </c:pt>
                <c:pt idx="71">
                  <c:v>12.21</c:v>
                </c:pt>
                <c:pt idx="72">
                  <c:v>13.11</c:v>
                </c:pt>
                <c:pt idx="73">
                  <c:v>13.33</c:v>
                </c:pt>
                <c:pt idx="74">
                  <c:v>13.14</c:v>
                </c:pt>
                <c:pt idx="75">
                  <c:v>13.36</c:v>
                </c:pt>
                <c:pt idx="76">
                  <c:v>13.3</c:v>
                </c:pt>
                <c:pt idx="77">
                  <c:v>12.79</c:v>
                </c:pt>
                <c:pt idx="78">
                  <c:v>12.61</c:v>
                </c:pt>
                <c:pt idx="79">
                  <c:v>12.41</c:v>
                </c:pt>
                <c:pt idx="80">
                  <c:v>12.53</c:v>
                </c:pt>
                <c:pt idx="81">
                  <c:v>12.31</c:v>
                </c:pt>
                <c:pt idx="82">
                  <c:v>12.4</c:v>
                </c:pt>
                <c:pt idx="83">
                  <c:v>12.39</c:v>
                </c:pt>
                <c:pt idx="84">
                  <c:v>12.55</c:v>
                </c:pt>
                <c:pt idx="85">
                  <c:v>12.36</c:v>
                </c:pt>
                <c:pt idx="86">
                  <c:v>12.84</c:v>
                </c:pt>
                <c:pt idx="87">
                  <c:v>12.87</c:v>
                </c:pt>
                <c:pt idx="88">
                  <c:v>13.66</c:v>
                </c:pt>
                <c:pt idx="89">
                  <c:v>13.37</c:v>
                </c:pt>
                <c:pt idx="90">
                  <c:v>13.29</c:v>
                </c:pt>
                <c:pt idx="91">
                  <c:v>13.51</c:v>
                </c:pt>
                <c:pt idx="92">
                  <c:v>13.25</c:v>
                </c:pt>
                <c:pt idx="93">
                  <c:v>13.99</c:v>
                </c:pt>
                <c:pt idx="94">
                  <c:v>13.79</c:v>
                </c:pt>
                <c:pt idx="95">
                  <c:v>13.91</c:v>
                </c:pt>
                <c:pt idx="96">
                  <c:v>13.81</c:v>
                </c:pt>
                <c:pt idx="97">
                  <c:v>14.31</c:v>
                </c:pt>
                <c:pt idx="98">
                  <c:v>13.99</c:v>
                </c:pt>
                <c:pt idx="99">
                  <c:v>14.29</c:v>
                </c:pt>
                <c:pt idx="100">
                  <c:v>14.13</c:v>
                </c:pt>
                <c:pt idx="101">
                  <c:v>13.89</c:v>
                </c:pt>
                <c:pt idx="102">
                  <c:v>13.99</c:v>
                </c:pt>
                <c:pt idx="103">
                  <c:v>14.91</c:v>
                </c:pt>
                <c:pt idx="104">
                  <c:v>19.8</c:v>
                </c:pt>
                <c:pt idx="105">
                  <c:v>19.75</c:v>
                </c:pt>
                <c:pt idx="106">
                  <c:v>25.42</c:v>
                </c:pt>
                <c:pt idx="107">
                  <c:v>23.95</c:v>
                </c:pt>
                <c:pt idx="108">
                  <c:v>23.97</c:v>
                </c:pt>
                <c:pt idx="109">
                  <c:v>23.98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Mar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'11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'12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105">
                  <c:v>19.75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Mar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'11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'12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5">
                  <c:v>12.83</c:v>
                </c:pt>
                <c:pt idx="70">
                  <c:v>15.35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Mar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'11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'12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19.8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Obagi Medical Products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OMPI  ·  acquired by Valeant Pharmaceuticals International,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20, 2013   ·   Closed Apr 25, 2013   ·   Status: completed   ·   Pre-ann. volume 1.18×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Obagi Medical Products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Obagi Medical Products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7575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6135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13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53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462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752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525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89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299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5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557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2089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1184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31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09, 2012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Obagi receives a non-binding indication of interest from…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Obagi Financial Advisor Selection Committee selects Morgan…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Morgan Stanley informs Bidder C that $16.50 is an…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Bidder C increases offer to $18.50; Bidder B submits an…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Morgan Stanley contacts Valeant regarding a potential…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teams from Obagi and Valeant meet; Valeant…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Valeant increases its offer to $18.75 per share.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14, 2013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Valeant increases offer to $19.25 per share.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Obagi board indicates $19.75 would be a fair price; Valeant…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19, 2013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Obagi Board unanimously approves the Merger Agreement at…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20, 2013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Valeant commences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amended to increase the offer price to…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25, 2013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Valeant announces completion of the…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Obagi Medical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2011-05-06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($12.83→$9.8)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2012-08-03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($15.35→$12.21)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Obagi Medical Products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2013-03-14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Obagi Medical Products Reports Fourth Quarter and Full Year 2012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2013-03-20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Obagi Medical Products, Inc. and Valeant Pharmaceuticals International, Inc. Announce Definitive Merger…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2013-04-03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Obagi Medical Products, Inc. Announces Amendment to Merger Agreement with Valeant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