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May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'13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8.48</c:v>
                </c:pt>
                <c:pt idx="1">
                  <c:v>9.21</c:v>
                </c:pt>
                <c:pt idx="2">
                  <c:v>9.41</c:v>
                </c:pt>
                <c:pt idx="3">
                  <c:v>10.07</c:v>
                </c:pt>
                <c:pt idx="4">
                  <c:v>10.09</c:v>
                </c:pt>
                <c:pt idx="5">
                  <c:v>10.6</c:v>
                </c:pt>
                <c:pt idx="6">
                  <c:v>11.64</c:v>
                </c:pt>
                <c:pt idx="7">
                  <c:v>11.77</c:v>
                </c:pt>
                <c:pt idx="8">
                  <c:v>11.84</c:v>
                </c:pt>
                <c:pt idx="9">
                  <c:v>12.11</c:v>
                </c:pt>
                <c:pt idx="10">
                  <c:v>10.85</c:v>
                </c:pt>
                <c:pt idx="11">
                  <c:v>9.26</c:v>
                </c:pt>
                <c:pt idx="12">
                  <c:v>10.28</c:v>
                </c:pt>
                <c:pt idx="13">
                  <c:v>9.52</c:v>
                </c:pt>
                <c:pt idx="14">
                  <c:v>9.5</c:v>
                </c:pt>
                <c:pt idx="15">
                  <c:v>9.91</c:v>
                </c:pt>
                <c:pt idx="16">
                  <c:v>9.41</c:v>
                </c:pt>
                <c:pt idx="17">
                  <c:v>9.54</c:v>
                </c:pt>
                <c:pt idx="18">
                  <c:v>9.44</c:v>
                </c:pt>
                <c:pt idx="19">
                  <c:v>10.33</c:v>
                </c:pt>
                <c:pt idx="20">
                  <c:v>10.41</c:v>
                </c:pt>
                <c:pt idx="21">
                  <c:v>10.68</c:v>
                </c:pt>
                <c:pt idx="22">
                  <c:v>10.87</c:v>
                </c:pt>
                <c:pt idx="23">
                  <c:v>11.91</c:v>
                </c:pt>
                <c:pt idx="24">
                  <c:v>11.69</c:v>
                </c:pt>
                <c:pt idx="25">
                  <c:v>11.0</c:v>
                </c:pt>
                <c:pt idx="26">
                  <c:v>10.68</c:v>
                </c:pt>
                <c:pt idx="27">
                  <c:v>9.74</c:v>
                </c:pt>
                <c:pt idx="28">
                  <c:v>10.55</c:v>
                </c:pt>
                <c:pt idx="29">
                  <c:v>11.11</c:v>
                </c:pt>
                <c:pt idx="30">
                  <c:v>11.6</c:v>
                </c:pt>
                <c:pt idx="31">
                  <c:v>12.75</c:v>
                </c:pt>
                <c:pt idx="32">
                  <c:v>13.48</c:v>
                </c:pt>
                <c:pt idx="33">
                  <c:v>12.77</c:v>
                </c:pt>
                <c:pt idx="34">
                  <c:v>13.64</c:v>
                </c:pt>
                <c:pt idx="35">
                  <c:v>12.92</c:v>
                </c:pt>
                <c:pt idx="36">
                  <c:v>13.54</c:v>
                </c:pt>
                <c:pt idx="37">
                  <c:v>13.72</c:v>
                </c:pt>
                <c:pt idx="38">
                  <c:v>12.61</c:v>
                </c:pt>
                <c:pt idx="39">
                  <c:v>12.27</c:v>
                </c:pt>
                <c:pt idx="40">
                  <c:v>12.3</c:v>
                </c:pt>
                <c:pt idx="41">
                  <c:v>12.55</c:v>
                </c:pt>
                <c:pt idx="42">
                  <c:v>12.65</c:v>
                </c:pt>
                <c:pt idx="43">
                  <c:v>14.27</c:v>
                </c:pt>
                <c:pt idx="44">
                  <c:v>14.49</c:v>
                </c:pt>
                <c:pt idx="45">
                  <c:v>14.73</c:v>
                </c:pt>
                <c:pt idx="46">
                  <c:v>14.24</c:v>
                </c:pt>
                <c:pt idx="47">
                  <c:v>13.4</c:v>
                </c:pt>
                <c:pt idx="48">
                  <c:v>13.5</c:v>
                </c:pt>
                <c:pt idx="49">
                  <c:v>13.64</c:v>
                </c:pt>
                <c:pt idx="50">
                  <c:v>12.58</c:v>
                </c:pt>
                <c:pt idx="51">
                  <c:v>13.14</c:v>
                </c:pt>
                <c:pt idx="52">
                  <c:v>12.79</c:v>
                </c:pt>
                <c:pt idx="53">
                  <c:v>14.03</c:v>
                </c:pt>
                <c:pt idx="54">
                  <c:v>13.14</c:v>
                </c:pt>
                <c:pt idx="55">
                  <c:v>13.22</c:v>
                </c:pt>
                <c:pt idx="56">
                  <c:v>13.49</c:v>
                </c:pt>
                <c:pt idx="57">
                  <c:v>14.01</c:v>
                </c:pt>
                <c:pt idx="58">
                  <c:v>14.32</c:v>
                </c:pt>
                <c:pt idx="59">
                  <c:v>14.08</c:v>
                </c:pt>
                <c:pt idx="60">
                  <c:v>13.36</c:v>
                </c:pt>
                <c:pt idx="61">
                  <c:v>13.46</c:v>
                </c:pt>
                <c:pt idx="62">
                  <c:v>11.77</c:v>
                </c:pt>
                <c:pt idx="63">
                  <c:v>11.14</c:v>
                </c:pt>
                <c:pt idx="64">
                  <c:v>10.89</c:v>
                </c:pt>
                <c:pt idx="65">
                  <c:v>11.5</c:v>
                </c:pt>
                <c:pt idx="66">
                  <c:v>11.49</c:v>
                </c:pt>
                <c:pt idx="67">
                  <c:v>11.15</c:v>
                </c:pt>
                <c:pt idx="68">
                  <c:v>11.08</c:v>
                </c:pt>
                <c:pt idx="69">
                  <c:v>10.74</c:v>
                </c:pt>
                <c:pt idx="70">
                  <c:v>10.8</c:v>
                </c:pt>
                <c:pt idx="71">
                  <c:v>10.52</c:v>
                </c:pt>
                <c:pt idx="72">
                  <c:v>11.0</c:v>
                </c:pt>
                <c:pt idx="73">
                  <c:v>10.91</c:v>
                </c:pt>
                <c:pt idx="74">
                  <c:v>10.71</c:v>
                </c:pt>
                <c:pt idx="75">
                  <c:v>10.6</c:v>
                </c:pt>
                <c:pt idx="76">
                  <c:v>10.81</c:v>
                </c:pt>
                <c:pt idx="77">
                  <c:v>10.3</c:v>
                </c:pt>
                <c:pt idx="78">
                  <c:v>10.15</c:v>
                </c:pt>
                <c:pt idx="79">
                  <c:v>10.25</c:v>
                </c:pt>
                <c:pt idx="80">
                  <c:v>9.79</c:v>
                </c:pt>
                <c:pt idx="81">
                  <c:v>9.58</c:v>
                </c:pt>
                <c:pt idx="82">
                  <c:v>9.87</c:v>
                </c:pt>
                <c:pt idx="83">
                  <c:v>10.31</c:v>
                </c:pt>
                <c:pt idx="84">
                  <c:v>10.04</c:v>
                </c:pt>
                <c:pt idx="85">
                  <c:v>10.93</c:v>
                </c:pt>
                <c:pt idx="86">
                  <c:v>10.34</c:v>
                </c:pt>
                <c:pt idx="87">
                  <c:v>10.0</c:v>
                </c:pt>
                <c:pt idx="88">
                  <c:v>10.33</c:v>
                </c:pt>
                <c:pt idx="89">
                  <c:v>10.59</c:v>
                </c:pt>
                <c:pt idx="90">
                  <c:v>9.82</c:v>
                </c:pt>
                <c:pt idx="91">
                  <c:v>10.35</c:v>
                </c:pt>
                <c:pt idx="92">
                  <c:v>10.6</c:v>
                </c:pt>
                <c:pt idx="93">
                  <c:v>11.46</c:v>
                </c:pt>
                <c:pt idx="94">
                  <c:v>11.46</c:v>
                </c:pt>
                <c:pt idx="95">
                  <c:v>11.78</c:v>
                </c:pt>
                <c:pt idx="96">
                  <c:v>11.75</c:v>
                </c:pt>
                <c:pt idx="97">
                  <c:v>11.8</c:v>
                </c:pt>
                <c:pt idx="98">
                  <c:v>11.51</c:v>
                </c:pt>
                <c:pt idx="99">
                  <c:v>12.01</c:v>
                </c:pt>
                <c:pt idx="100">
                  <c:v>11.95</c:v>
                </c:pt>
                <c:pt idx="101">
                  <c:v>11.86</c:v>
                </c:pt>
                <c:pt idx="102">
                  <c:v>11.58</c:v>
                </c:pt>
                <c:pt idx="103">
                  <c:v>11.78</c:v>
                </c:pt>
                <c:pt idx="104">
                  <c:v>11.67</c:v>
                </c:pt>
                <c:pt idx="105">
                  <c:v>12.47</c:v>
                </c:pt>
                <c:pt idx="106">
                  <c:v>12.66</c:v>
                </c:pt>
                <c:pt idx="107">
                  <c:v>13.44</c:v>
                </c:pt>
                <c:pt idx="108">
                  <c:v>13.66</c:v>
                </c:pt>
                <c:pt idx="109">
                  <c:v>13.98</c:v>
                </c:pt>
                <c:pt idx="110">
                  <c:v>14.14</c:v>
                </c:pt>
                <c:pt idx="111">
                  <c:v>14.11</c:v>
                </c:pt>
                <c:pt idx="112">
                  <c:v>14.16</c:v>
                </c:pt>
                <c:pt idx="113">
                  <c:v>14.2</c:v>
                </c:pt>
                <c:pt idx="114">
                  <c:v>14.93</c:v>
                </c:pt>
                <c:pt idx="115">
                  <c:v>15.72</c:v>
                </c:pt>
                <c:pt idx="116">
                  <c:v>15.74</c:v>
                </c:pt>
                <c:pt idx="117">
                  <c:v>15.69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ELAN CORPORATION, PLC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ELN  ·  acquired by Royalty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15, 2013   ·   Closed n/a   ·   Status: pending   ·   Pre-ann. volume 1.28×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ELAN CORPORATION, PLC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ELAN CORPORATION, PLC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743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Elan Corporation, plc files Schedule 14D-9 and issues 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ELAN CORPORATION, PLC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ELAN CORPORATION, PLC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