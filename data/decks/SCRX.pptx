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Sep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17.66</c:v>
                </c:pt>
                <c:pt idx="1">
                  <c:v>18.81</c:v>
                </c:pt>
                <c:pt idx="2">
                  <c:v>18.95</c:v>
                </c:pt>
                <c:pt idx="3">
                  <c:v>18.84</c:v>
                </c:pt>
                <c:pt idx="4">
                  <c:v>19.97</c:v>
                </c:pt>
                <c:pt idx="5">
                  <c:v>20.6</c:v>
                </c:pt>
                <c:pt idx="6">
                  <c:v>20.5</c:v>
                </c:pt>
                <c:pt idx="7">
                  <c:v>21.67</c:v>
                </c:pt>
                <c:pt idx="8">
                  <c:v>20.97</c:v>
                </c:pt>
                <c:pt idx="9">
                  <c:v>22.05</c:v>
                </c:pt>
                <c:pt idx="10">
                  <c:v>23.73</c:v>
                </c:pt>
                <c:pt idx="11">
                  <c:v>23.35</c:v>
                </c:pt>
                <c:pt idx="12">
                  <c:v>22.65</c:v>
                </c:pt>
                <c:pt idx="13">
                  <c:v>23.82</c:v>
                </c:pt>
                <c:pt idx="14">
                  <c:v>23.35</c:v>
                </c:pt>
                <c:pt idx="15">
                  <c:v>23.92</c:v>
                </c:pt>
                <c:pt idx="16">
                  <c:v>24.0</c:v>
                </c:pt>
                <c:pt idx="17">
                  <c:v>24.44</c:v>
                </c:pt>
                <c:pt idx="18">
                  <c:v>22.35</c:v>
                </c:pt>
                <c:pt idx="19">
                  <c:v>23.84</c:v>
                </c:pt>
                <c:pt idx="20">
                  <c:v>23.15</c:v>
                </c:pt>
                <c:pt idx="21">
                  <c:v>24.21</c:v>
                </c:pt>
                <c:pt idx="22">
                  <c:v>24.17</c:v>
                </c:pt>
                <c:pt idx="23">
                  <c:v>23.9</c:v>
                </c:pt>
                <c:pt idx="24">
                  <c:v>23.38</c:v>
                </c:pt>
                <c:pt idx="25">
                  <c:v>22.16</c:v>
                </c:pt>
                <c:pt idx="26">
                  <c:v>22.34</c:v>
                </c:pt>
                <c:pt idx="27">
                  <c:v>22.48</c:v>
                </c:pt>
                <c:pt idx="28">
                  <c:v>23.35</c:v>
                </c:pt>
                <c:pt idx="29">
                  <c:v>23.68</c:v>
                </c:pt>
                <c:pt idx="30">
                  <c:v>23.57</c:v>
                </c:pt>
                <c:pt idx="31">
                  <c:v>24.49</c:v>
                </c:pt>
                <c:pt idx="32">
                  <c:v>24.74</c:v>
                </c:pt>
                <c:pt idx="33">
                  <c:v>25.16</c:v>
                </c:pt>
                <c:pt idx="34">
                  <c:v>25.68</c:v>
                </c:pt>
                <c:pt idx="35">
                  <c:v>24.0</c:v>
                </c:pt>
                <c:pt idx="36">
                  <c:v>24.0</c:v>
                </c:pt>
                <c:pt idx="37">
                  <c:v>23.63</c:v>
                </c:pt>
                <c:pt idx="38">
                  <c:v>25.44</c:v>
                </c:pt>
                <c:pt idx="39">
                  <c:v>25.27</c:v>
                </c:pt>
                <c:pt idx="40">
                  <c:v>24.91</c:v>
                </c:pt>
                <c:pt idx="41">
                  <c:v>23.45</c:v>
                </c:pt>
                <c:pt idx="42">
                  <c:v>23.56</c:v>
                </c:pt>
                <c:pt idx="43">
                  <c:v>24.37</c:v>
                </c:pt>
                <c:pt idx="44">
                  <c:v>24.18</c:v>
                </c:pt>
                <c:pt idx="45">
                  <c:v>23.47</c:v>
                </c:pt>
                <c:pt idx="46">
                  <c:v>23.61</c:v>
                </c:pt>
                <c:pt idx="47">
                  <c:v>23.32</c:v>
                </c:pt>
                <c:pt idx="48">
                  <c:v>22.84</c:v>
                </c:pt>
                <c:pt idx="49">
                  <c:v>22.74</c:v>
                </c:pt>
                <c:pt idx="50">
                  <c:v>22.84</c:v>
                </c:pt>
                <c:pt idx="51">
                  <c:v>23.08</c:v>
                </c:pt>
                <c:pt idx="52">
                  <c:v>25.45</c:v>
                </c:pt>
                <c:pt idx="53">
                  <c:v>25.5</c:v>
                </c:pt>
                <c:pt idx="54">
                  <c:v>25.5</c:v>
                </c:pt>
                <c:pt idx="55">
                  <c:v>26.02</c:v>
                </c:pt>
                <c:pt idx="56">
                  <c:v>27.7</c:v>
                </c:pt>
                <c:pt idx="57">
                  <c:v>28.17</c:v>
                </c:pt>
                <c:pt idx="58">
                  <c:v>27.1</c:v>
                </c:pt>
                <c:pt idx="59">
                  <c:v>26.97</c:v>
                </c:pt>
                <c:pt idx="60">
                  <c:v>23.38</c:v>
                </c:pt>
                <c:pt idx="61">
                  <c:v>20.94</c:v>
                </c:pt>
                <c:pt idx="62">
                  <c:v>20.05</c:v>
                </c:pt>
                <c:pt idx="63">
                  <c:v>21.13</c:v>
                </c:pt>
                <c:pt idx="64">
                  <c:v>22.32</c:v>
                </c:pt>
                <c:pt idx="65">
                  <c:v>23.23</c:v>
                </c:pt>
                <c:pt idx="66">
                  <c:v>22.17</c:v>
                </c:pt>
                <c:pt idx="67">
                  <c:v>21.86</c:v>
                </c:pt>
                <c:pt idx="68">
                  <c:v>20.6</c:v>
                </c:pt>
                <c:pt idx="69">
                  <c:v>21.92</c:v>
                </c:pt>
                <c:pt idx="70">
                  <c:v>24.12</c:v>
                </c:pt>
                <c:pt idx="71">
                  <c:v>22.74</c:v>
                </c:pt>
                <c:pt idx="72">
                  <c:v>23.2</c:v>
                </c:pt>
                <c:pt idx="73">
                  <c:v>24.38</c:v>
                </c:pt>
                <c:pt idx="74">
                  <c:v>22.69</c:v>
                </c:pt>
                <c:pt idx="75">
                  <c:v>22.52</c:v>
                </c:pt>
                <c:pt idx="76">
                  <c:v>21.53</c:v>
                </c:pt>
                <c:pt idx="77">
                  <c:v>20.7</c:v>
                </c:pt>
                <c:pt idx="78">
                  <c:v>18.5</c:v>
                </c:pt>
                <c:pt idx="79">
                  <c:v>18.33</c:v>
                </c:pt>
                <c:pt idx="80">
                  <c:v>19.11</c:v>
                </c:pt>
                <c:pt idx="81">
                  <c:v>19.33</c:v>
                </c:pt>
                <c:pt idx="82">
                  <c:v>20.3</c:v>
                </c:pt>
                <c:pt idx="83">
                  <c:v>19.12</c:v>
                </c:pt>
                <c:pt idx="84">
                  <c:v>19.73</c:v>
                </c:pt>
                <c:pt idx="85">
                  <c:v>19.27</c:v>
                </c:pt>
                <c:pt idx="86">
                  <c:v>21.28</c:v>
                </c:pt>
                <c:pt idx="87">
                  <c:v>20.03</c:v>
                </c:pt>
                <c:pt idx="88">
                  <c:v>21.79</c:v>
                </c:pt>
                <c:pt idx="89">
                  <c:v>21.63</c:v>
                </c:pt>
                <c:pt idx="90">
                  <c:v>21.91</c:v>
                </c:pt>
                <c:pt idx="91">
                  <c:v>20.19</c:v>
                </c:pt>
                <c:pt idx="92">
                  <c:v>18.98</c:v>
                </c:pt>
                <c:pt idx="93">
                  <c:v>18.73</c:v>
                </c:pt>
                <c:pt idx="94">
                  <c:v>19.26</c:v>
                </c:pt>
                <c:pt idx="95">
                  <c:v>20.08</c:v>
                </c:pt>
                <c:pt idx="96">
                  <c:v>19.66</c:v>
                </c:pt>
                <c:pt idx="97">
                  <c:v>19.93</c:v>
                </c:pt>
                <c:pt idx="98">
                  <c:v>20.6</c:v>
                </c:pt>
                <c:pt idx="99">
                  <c:v>18.98</c:v>
                </c:pt>
                <c:pt idx="100">
                  <c:v>20.29</c:v>
                </c:pt>
                <c:pt idx="101">
                  <c:v>21.38</c:v>
                </c:pt>
                <c:pt idx="102">
                  <c:v>19.02</c:v>
                </c:pt>
                <c:pt idx="103">
                  <c:v>19.27</c:v>
                </c:pt>
                <c:pt idx="104">
                  <c:v>30.73</c:v>
                </c:pt>
                <c:pt idx="105">
                  <c:v>30.84</c:v>
                </c:pt>
                <c:pt idx="106">
                  <c:v>30.84</c:v>
                </c:pt>
                <c:pt idx="107">
                  <c:v>30.85</c:v>
                </c:pt>
                <c:pt idx="108">
                  <c:v>30.8</c:v>
                </c:pt>
                <c:pt idx="109">
                  <c:v>31.01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Sep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May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104">
                  <c:v>30.73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SCIELE PHARMA,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SCRX  ·  acquired by Shionogi &amp; Co.,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01, 2008   ·   Closed Oct 09, 2008   ·   Status: completed   ·   Pre-ann. volume 1.03×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SCIELE PHARMA,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SCIELE PHARMA,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98468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7028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879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884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241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908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933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935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608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627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295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2981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9711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6603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9981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Jon Saxe (Sciele Director) receives initial call from…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Sciele and Shionogi execute a Confidentiality and…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Preliminary management meetings held in Atlanta between…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Shionogi submits initial expression of interest at $28.50…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Sciele CEO Patrick Fourteau rejects $28.50 offer and…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Shionogi increases proposal to $30.50 per share.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31, 2008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Sciele Board creates a Transaction Committee (Lapalme…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submits indication of interest in the range of…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Shionogi submits 'best and final' offer of $31.00 per share…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Sciele Board unanimously approves the Merger Agreement and…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transaction publicly…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offering period expires.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 with 92% of shares…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Sciele becomes a wholly-owned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SCIELE PHARMA,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SCIELE PHARMA,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2008-09-01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Sciele Pharma, Inc. enters into Merger Agreement with Shionogi &amp; Co., Ltd.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2008-10-09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Parent and Sciele announce completion of the Offer and consummation of the Merger.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