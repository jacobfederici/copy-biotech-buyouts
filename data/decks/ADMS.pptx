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Sheet1!$A$2:$A$108</c:f>
              <c:strCache>
                <c:ptCount val="107"/>
                <c:pt idx="0">
                  <c:v>Oct '19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Dec '19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Feb '20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>Apr '20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Jun '20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Aug '20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Oct '20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Jan '21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Mar '21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>May '21</c:v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'21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Sep '21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</c:strCache>
            </c:strRef>
          </c:cat>
          <c:val>
            <c:numRef>
              <c:f>Sheet1!$B$2:$B$108</c:f>
              <c:numCache>
                <c:formatCode>General</c:formatCode>
                <c:ptCount val="107"/>
                <c:pt idx="0">
                  <c:v>3.98</c:v>
                </c:pt>
                <c:pt idx="1">
                  <c:v>3.93</c:v>
                </c:pt>
                <c:pt idx="2">
                  <c:v>4.34</c:v>
                </c:pt>
                <c:pt idx="3">
                  <c:v>5.63</c:v>
                </c:pt>
                <c:pt idx="4">
                  <c:v>5.54</c:v>
                </c:pt>
                <c:pt idx="5">
                  <c:v>5.54</c:v>
                </c:pt>
                <c:pt idx="6">
                  <c:v>5.95</c:v>
                </c:pt>
                <c:pt idx="7">
                  <c:v>6.47</c:v>
                </c:pt>
                <c:pt idx="8">
                  <c:v>6.66</c:v>
                </c:pt>
                <c:pt idx="9">
                  <c:v>3.71</c:v>
                </c:pt>
                <c:pt idx="10">
                  <c:v>3.85</c:v>
                </c:pt>
                <c:pt idx="11">
                  <c:v>4.1</c:v>
                </c:pt>
                <c:pt idx="12">
                  <c:v>5.19</c:v>
                </c:pt>
                <c:pt idx="13">
                  <c:v>5.88</c:v>
                </c:pt>
                <c:pt idx="14">
                  <c:v>5.45</c:v>
                </c:pt>
                <c:pt idx="15">
                  <c:v>5.14</c:v>
                </c:pt>
                <c:pt idx="16">
                  <c:v>5.47</c:v>
                </c:pt>
                <c:pt idx="17">
                  <c:v>5.61</c:v>
                </c:pt>
                <c:pt idx="18">
                  <c:v>5.79</c:v>
                </c:pt>
                <c:pt idx="19">
                  <c:v>4.56</c:v>
                </c:pt>
                <c:pt idx="20">
                  <c:v>3.89</c:v>
                </c:pt>
                <c:pt idx="21">
                  <c:v>2.7</c:v>
                </c:pt>
                <c:pt idx="22">
                  <c:v>2.41</c:v>
                </c:pt>
                <c:pt idx="23">
                  <c:v>2.67</c:v>
                </c:pt>
                <c:pt idx="24">
                  <c:v>2.59</c:v>
                </c:pt>
                <c:pt idx="25">
                  <c:v>2.99</c:v>
                </c:pt>
                <c:pt idx="26">
                  <c:v>3.44</c:v>
                </c:pt>
                <c:pt idx="27">
                  <c:v>3.31</c:v>
                </c:pt>
                <c:pt idx="28">
                  <c:v>3.18</c:v>
                </c:pt>
                <c:pt idx="29">
                  <c:v>3.0</c:v>
                </c:pt>
                <c:pt idx="30">
                  <c:v>2.56</c:v>
                </c:pt>
                <c:pt idx="31">
                  <c:v>2.87</c:v>
                </c:pt>
                <c:pt idx="32">
                  <c:v>2.76</c:v>
                </c:pt>
                <c:pt idx="33">
                  <c:v>2.98</c:v>
                </c:pt>
                <c:pt idx="34">
                  <c:v>2.82</c:v>
                </c:pt>
                <c:pt idx="35">
                  <c:v>2.81</c:v>
                </c:pt>
                <c:pt idx="36">
                  <c:v>2.6</c:v>
                </c:pt>
                <c:pt idx="37">
                  <c:v>2.56</c:v>
                </c:pt>
                <c:pt idx="38">
                  <c:v>2.69</c:v>
                </c:pt>
                <c:pt idx="39">
                  <c:v>2.67</c:v>
                </c:pt>
                <c:pt idx="40">
                  <c:v>2.6</c:v>
                </c:pt>
                <c:pt idx="41">
                  <c:v>2.48</c:v>
                </c:pt>
                <c:pt idx="42">
                  <c:v>3.78</c:v>
                </c:pt>
                <c:pt idx="43">
                  <c:v>4.8</c:v>
                </c:pt>
                <c:pt idx="44">
                  <c:v>4.51</c:v>
                </c:pt>
                <c:pt idx="45">
                  <c:v>5.12</c:v>
                </c:pt>
                <c:pt idx="46">
                  <c:v>5.37</c:v>
                </c:pt>
                <c:pt idx="47">
                  <c:v>4.3</c:v>
                </c:pt>
                <c:pt idx="48">
                  <c:v>4.76</c:v>
                </c:pt>
                <c:pt idx="49">
                  <c:v>4.23</c:v>
                </c:pt>
                <c:pt idx="50">
                  <c:v>4.19</c:v>
                </c:pt>
                <c:pt idx="51">
                  <c:v>4.82</c:v>
                </c:pt>
                <c:pt idx="52">
                  <c:v>4.44</c:v>
                </c:pt>
                <c:pt idx="53">
                  <c:v>3.55</c:v>
                </c:pt>
                <c:pt idx="54">
                  <c:v>3.04</c:v>
                </c:pt>
                <c:pt idx="55">
                  <c:v>3.45</c:v>
                </c:pt>
                <c:pt idx="56">
                  <c:v>3.98</c:v>
                </c:pt>
                <c:pt idx="57">
                  <c:v>4.35</c:v>
                </c:pt>
                <c:pt idx="58">
                  <c:v>4.45</c:v>
                </c:pt>
                <c:pt idx="59">
                  <c:v>4.89</c:v>
                </c:pt>
                <c:pt idx="60">
                  <c:v>4.86</c:v>
                </c:pt>
                <c:pt idx="61">
                  <c:v>5.03</c:v>
                </c:pt>
                <c:pt idx="62">
                  <c:v>4.58</c:v>
                </c:pt>
                <c:pt idx="63">
                  <c:v>4.33</c:v>
                </c:pt>
                <c:pt idx="64">
                  <c:v>4.66</c:v>
                </c:pt>
                <c:pt idx="65">
                  <c:v>4.46</c:v>
                </c:pt>
                <c:pt idx="66">
                  <c:v>4.72</c:v>
                </c:pt>
                <c:pt idx="67">
                  <c:v>5.91</c:v>
                </c:pt>
                <c:pt idx="68">
                  <c:v>6.0</c:v>
                </c:pt>
                <c:pt idx="69">
                  <c:v>5.92</c:v>
                </c:pt>
                <c:pt idx="70">
                  <c:v>5.87</c:v>
                </c:pt>
                <c:pt idx="71">
                  <c:v>4.75</c:v>
                </c:pt>
                <c:pt idx="72">
                  <c:v>4.74</c:v>
                </c:pt>
                <c:pt idx="73">
                  <c:v>5.01</c:v>
                </c:pt>
                <c:pt idx="74">
                  <c:v>5.63</c:v>
                </c:pt>
                <c:pt idx="75">
                  <c:v>5.12</c:v>
                </c:pt>
                <c:pt idx="76">
                  <c:v>5.15</c:v>
                </c:pt>
                <c:pt idx="77">
                  <c:v>4.52</c:v>
                </c:pt>
                <c:pt idx="78">
                  <c:v>5.09</c:v>
                </c:pt>
                <c:pt idx="79">
                  <c:v>5.45</c:v>
                </c:pt>
                <c:pt idx="80">
                  <c:v>5.64</c:v>
                </c:pt>
                <c:pt idx="81">
                  <c:v>5.15</c:v>
                </c:pt>
                <c:pt idx="82">
                  <c:v>5.09</c:v>
                </c:pt>
                <c:pt idx="83">
                  <c:v>5.22</c:v>
                </c:pt>
                <c:pt idx="84">
                  <c:v>5.53</c:v>
                </c:pt>
                <c:pt idx="85">
                  <c:v>5.14</c:v>
                </c:pt>
                <c:pt idx="86">
                  <c:v>5.09</c:v>
                </c:pt>
                <c:pt idx="87">
                  <c:v>5.38</c:v>
                </c:pt>
                <c:pt idx="88">
                  <c:v>5.23</c:v>
                </c:pt>
                <c:pt idx="89">
                  <c:v>5.37</c:v>
                </c:pt>
                <c:pt idx="90">
                  <c:v>5.36</c:v>
                </c:pt>
                <c:pt idx="91">
                  <c:v>5.08</c:v>
                </c:pt>
                <c:pt idx="92">
                  <c:v>4.94</c:v>
                </c:pt>
                <c:pt idx="93">
                  <c:v>4.78</c:v>
                </c:pt>
                <c:pt idx="94">
                  <c:v>5.27</c:v>
                </c:pt>
                <c:pt idx="95">
                  <c:v>4.5</c:v>
                </c:pt>
                <c:pt idx="96">
                  <c:v>4.34</c:v>
                </c:pt>
                <c:pt idx="97">
                  <c:v>4.48</c:v>
                </c:pt>
                <c:pt idx="98">
                  <c:v>4.75</c:v>
                </c:pt>
                <c:pt idx="99">
                  <c:v>4.55</c:v>
                </c:pt>
                <c:pt idx="100">
                  <c:v>5.05</c:v>
                </c:pt>
                <c:pt idx="101">
                  <c:v>4.88</c:v>
                </c:pt>
                <c:pt idx="102">
                  <c:v>4.76</c:v>
                </c:pt>
                <c:pt idx="103">
                  <c:v>4.61</c:v>
                </c:pt>
                <c:pt idx="104">
                  <c:v>8.07</c:v>
                </c:pt>
                <c:pt idx="105">
                  <c:v>8.01</c:v>
                </c:pt>
                <c:pt idx="106">
                  <c:v>8.11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Sheet1!$A$2:$A$108</c:f>
              <c:strCache>
                <c:ptCount val="107"/>
                <c:pt idx="0">
                  <c:v>Oct '19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Dec '19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Feb '20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>Apr '20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Jun '20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Aug '20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Oct '20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Jan '21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Mar '21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>May '21</c:v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'21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Sep '21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</c:strCache>
            </c:strRef>
          </c:cat>
          <c:val>
            <c:numRef>
              <c:f>Sheet1!$C$2:$C$108</c:f>
              <c:numCache>
                <c:formatCode>General</c:formatCode>
                <c:ptCount val="107"/>
                <c:pt idx="18">
                  <c:v>5.79</c:v>
                </c:pt>
                <c:pt idx="20">
                  <c:v>3.89</c:v>
                </c:pt>
                <c:pt idx="41">
                  <c:v>2.48</c:v>
                </c:pt>
                <c:pt idx="42">
                  <c:v>3.78</c:v>
                </c:pt>
                <c:pt idx="66">
                  <c:v>4.72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Sheet1!$A$2:$A$108</c:f>
              <c:strCache>
                <c:ptCount val="107"/>
                <c:pt idx="0">
                  <c:v>Oct '19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Dec '19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Feb '20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>Apr '20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Jun '20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Aug '20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Oct '20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Jan '21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Mar '21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>May '21</c:v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'21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Sep '21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</c:strCache>
            </c:strRef>
          </c:cat>
          <c:val>
            <c:numRef>
              <c:f>Sheet1!$D$2:$D$108</c:f>
              <c:numCache>
                <c:formatCode>General</c:formatCode>
                <c:ptCount val="107"/>
                <c:pt idx="2">
                  <c:v>4.34</c:v>
                </c:pt>
                <c:pt idx="8">
                  <c:v>6.66</c:v>
                </c:pt>
                <c:pt idx="11">
                  <c:v>4.1</c:v>
                </c:pt>
                <c:pt idx="52">
                  <c:v>4.44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Sheet1!$A$2:$A$108</c:f>
              <c:strCache>
                <c:ptCount val="107"/>
                <c:pt idx="0">
                  <c:v>Oct '19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Dec '19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Feb '20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>Apr '20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Jun '20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Aug '20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Oct '20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Jan '21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Mar '21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>May '21</c:v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'21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Sep '21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</c:strCache>
            </c:strRef>
          </c:cat>
          <c:val>
            <c:numRef>
              <c:f>Sheet1!$E$2:$E$108</c:f>
              <c:numCache>
                <c:formatCode>General</c:formatCode>
                <c:ptCount val="107"/>
                <c:pt idx="104">
                  <c:v>8.07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Adamas Pharmaceuticals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ADMS  ·  acquired by Supernus Pharmaceuticals,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$8.1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78%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Oct 10, 2021   ·   Closed n/a   ·   Status: completed   ·   Pre-ann. volume 0.69×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Adamas Pharmaceuticals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Adamas Pharmaceuticals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27432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sp>
        <p:nvSpPr>
          <p:cNvPr id="8" name="Oval 7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3606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3606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Oct 2021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Oct 2021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10, 2021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Adamas Board of Directors enters into Agreement and Plan of…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12, 2021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Initial Schedule 14D-9 filed by Adamas, dated October 10…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12, 2021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Second Schedule 14D-9 filed by Adamas (accession…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25, 2021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Final Schedule 14D-9 filed by Adamas with detailed…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4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Adamas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4 unexplained pre-announcement move weeks (of 4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2019-12-20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-44%  ($6.66→$3.71)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660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2019-11-08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+30%  ($4.34→$5.63)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702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2020-01-10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+27%  ($4.1→$5.19)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639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2020-10-23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-20%  ($4.44→$3.55)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352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Adamas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C8F"/>
                </a:solidFill>
                <a:latin typeface="Calibri"/>
              </a:rPr>
              <a:t>No catalyst-tagged news in the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