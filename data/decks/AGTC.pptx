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Oct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5.16</c:v>
                </c:pt>
                <c:pt idx="1">
                  <c:v>5.27</c:v>
                </c:pt>
                <c:pt idx="2">
                  <c:v>4.96</c:v>
                </c:pt>
                <c:pt idx="3">
                  <c:v>3.99</c:v>
                </c:pt>
                <c:pt idx="4">
                  <c:v>4.34</c:v>
                </c:pt>
                <c:pt idx="5">
                  <c:v>4.69</c:v>
                </c:pt>
                <c:pt idx="6">
                  <c:v>4.67</c:v>
                </c:pt>
                <c:pt idx="7">
                  <c:v>4.64</c:v>
                </c:pt>
                <c:pt idx="8">
                  <c:v>4.59</c:v>
                </c:pt>
                <c:pt idx="9">
                  <c:v>4.09</c:v>
                </c:pt>
                <c:pt idx="10">
                  <c:v>4.54</c:v>
                </c:pt>
                <c:pt idx="11">
                  <c:v>4.53</c:v>
                </c:pt>
                <c:pt idx="12">
                  <c:v>4.74</c:v>
                </c:pt>
                <c:pt idx="13">
                  <c:v>3.94</c:v>
                </c:pt>
                <c:pt idx="14">
                  <c:v>5.27</c:v>
                </c:pt>
                <c:pt idx="15">
                  <c:v>6.18</c:v>
                </c:pt>
                <c:pt idx="16">
                  <c:v>7.03</c:v>
                </c:pt>
                <c:pt idx="17">
                  <c:v>5.08</c:v>
                </c:pt>
                <c:pt idx="18">
                  <c:v>4.88</c:v>
                </c:pt>
                <c:pt idx="19">
                  <c:v>5.24</c:v>
                </c:pt>
                <c:pt idx="20">
                  <c:v>6.04</c:v>
                </c:pt>
                <c:pt idx="21">
                  <c:v>5.09</c:v>
                </c:pt>
                <c:pt idx="22">
                  <c:v>5.23</c:v>
                </c:pt>
                <c:pt idx="23">
                  <c:v>4.41</c:v>
                </c:pt>
                <c:pt idx="24">
                  <c:v>3.99</c:v>
                </c:pt>
                <c:pt idx="25">
                  <c:v>4.24</c:v>
                </c:pt>
                <c:pt idx="26">
                  <c:v>4.23</c:v>
                </c:pt>
                <c:pt idx="27">
                  <c:v>3.89</c:v>
                </c:pt>
                <c:pt idx="28">
                  <c:v>3.88</c:v>
                </c:pt>
                <c:pt idx="29">
                  <c:v>4.26</c:v>
                </c:pt>
                <c:pt idx="30">
                  <c:v>4.01</c:v>
                </c:pt>
                <c:pt idx="31">
                  <c:v>4.04</c:v>
                </c:pt>
                <c:pt idx="32">
                  <c:v>4.26</c:v>
                </c:pt>
                <c:pt idx="33">
                  <c:v>4.44</c:v>
                </c:pt>
                <c:pt idx="34">
                  <c:v>4.12</c:v>
                </c:pt>
                <c:pt idx="35">
                  <c:v>4.12</c:v>
                </c:pt>
                <c:pt idx="36">
                  <c:v>3.99</c:v>
                </c:pt>
                <c:pt idx="37">
                  <c:v>3.6</c:v>
                </c:pt>
                <c:pt idx="38">
                  <c:v>3.74</c:v>
                </c:pt>
                <c:pt idx="39">
                  <c:v>3.6</c:v>
                </c:pt>
                <c:pt idx="40">
                  <c:v>3.74</c:v>
                </c:pt>
                <c:pt idx="41">
                  <c:v>3.58</c:v>
                </c:pt>
                <c:pt idx="42">
                  <c:v>3.28</c:v>
                </c:pt>
                <c:pt idx="43">
                  <c:v>3.62</c:v>
                </c:pt>
                <c:pt idx="44">
                  <c:v>3.5</c:v>
                </c:pt>
                <c:pt idx="45">
                  <c:v>3.34</c:v>
                </c:pt>
                <c:pt idx="46">
                  <c:v>3.43</c:v>
                </c:pt>
                <c:pt idx="47">
                  <c:v>3.23</c:v>
                </c:pt>
                <c:pt idx="48">
                  <c:v>2.84</c:v>
                </c:pt>
                <c:pt idx="49">
                  <c:v>2.61</c:v>
                </c:pt>
                <c:pt idx="50">
                  <c:v>2.66</c:v>
                </c:pt>
                <c:pt idx="51">
                  <c:v>2.58</c:v>
                </c:pt>
                <c:pt idx="52">
                  <c:v>2.59</c:v>
                </c:pt>
                <c:pt idx="53">
                  <c:v>2.71</c:v>
                </c:pt>
                <c:pt idx="54">
                  <c:v>2.6</c:v>
                </c:pt>
                <c:pt idx="55">
                  <c:v>2.6</c:v>
                </c:pt>
                <c:pt idx="56">
                  <c:v>2.38</c:v>
                </c:pt>
                <c:pt idx="57">
                  <c:v>1.94</c:v>
                </c:pt>
                <c:pt idx="58">
                  <c:v>2.05</c:v>
                </c:pt>
                <c:pt idx="59">
                  <c:v>1.94</c:v>
                </c:pt>
                <c:pt idx="60">
                  <c:v>1.99</c:v>
                </c:pt>
                <c:pt idx="61">
                  <c:v>1.9</c:v>
                </c:pt>
                <c:pt idx="62">
                  <c:v>1.78</c:v>
                </c:pt>
                <c:pt idx="63">
                  <c:v>1.74</c:v>
                </c:pt>
                <c:pt idx="64">
                  <c:v>1.57</c:v>
                </c:pt>
                <c:pt idx="65">
                  <c:v>1.9</c:v>
                </c:pt>
                <c:pt idx="66">
                  <c:v>2.11</c:v>
                </c:pt>
                <c:pt idx="67">
                  <c:v>2.47</c:v>
                </c:pt>
                <c:pt idx="68">
                  <c:v>2.16</c:v>
                </c:pt>
                <c:pt idx="69">
                  <c:v>1.95</c:v>
                </c:pt>
                <c:pt idx="70">
                  <c:v>1.72</c:v>
                </c:pt>
                <c:pt idx="71">
                  <c:v>1.73</c:v>
                </c:pt>
                <c:pt idx="72">
                  <c:v>1.88</c:v>
                </c:pt>
                <c:pt idx="73">
                  <c:v>1.23</c:v>
                </c:pt>
                <c:pt idx="74">
                  <c:v>1.07</c:v>
                </c:pt>
                <c:pt idx="75">
                  <c:v>1.05</c:v>
                </c:pt>
                <c:pt idx="76">
                  <c:v>1.1</c:v>
                </c:pt>
                <c:pt idx="77">
                  <c:v>1.02</c:v>
                </c:pt>
                <c:pt idx="78">
                  <c:v>0.9</c:v>
                </c:pt>
                <c:pt idx="79">
                  <c:v>0.82</c:v>
                </c:pt>
                <c:pt idx="80">
                  <c:v>0.73</c:v>
                </c:pt>
                <c:pt idx="81">
                  <c:v>0.88</c:v>
                </c:pt>
                <c:pt idx="82">
                  <c:v>0.84</c:v>
                </c:pt>
                <c:pt idx="83">
                  <c:v>0.9</c:v>
                </c:pt>
                <c:pt idx="84">
                  <c:v>0.93</c:v>
                </c:pt>
                <c:pt idx="85">
                  <c:v>0.79</c:v>
                </c:pt>
                <c:pt idx="86">
                  <c:v>0.62</c:v>
                </c:pt>
                <c:pt idx="87">
                  <c:v>0.78</c:v>
                </c:pt>
                <c:pt idx="88">
                  <c:v>0.89</c:v>
                </c:pt>
                <c:pt idx="89">
                  <c:v>0.35</c:v>
                </c:pt>
                <c:pt idx="90">
                  <c:v>0.39</c:v>
                </c:pt>
                <c:pt idx="91">
                  <c:v>0.37</c:v>
                </c:pt>
                <c:pt idx="92">
                  <c:v>0.38</c:v>
                </c:pt>
                <c:pt idx="93">
                  <c:v>0.44</c:v>
                </c:pt>
                <c:pt idx="94">
                  <c:v>0.4</c:v>
                </c:pt>
                <c:pt idx="95">
                  <c:v>0.43</c:v>
                </c:pt>
                <c:pt idx="96">
                  <c:v>0.4</c:v>
                </c:pt>
                <c:pt idx="97">
                  <c:v>0.43</c:v>
                </c:pt>
                <c:pt idx="98">
                  <c:v>0.39</c:v>
                </c:pt>
                <c:pt idx="99">
                  <c:v>0.29</c:v>
                </c:pt>
                <c:pt idx="100">
                  <c:v>0.27</c:v>
                </c:pt>
                <c:pt idx="101">
                  <c:v>0.27</c:v>
                </c:pt>
                <c:pt idx="102">
                  <c:v>0.24</c:v>
                </c:pt>
                <c:pt idx="103">
                  <c:v>0.24</c:v>
                </c:pt>
                <c:pt idx="104">
                  <c:v>0.41</c:v>
                </c:pt>
                <c:pt idx="105">
                  <c:v>0.42</c:v>
                </c:pt>
                <c:pt idx="106">
                  <c:v>0.4</c:v>
                </c:pt>
                <c:pt idx="107">
                  <c:v>0.38</c:v>
                </c:pt>
                <c:pt idx="108">
                  <c:v>0.37</c:v>
                </c:pt>
                <c:pt idx="109">
                  <c:v>0.39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Oct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13">
                  <c:v>3.94</c:v>
                </c:pt>
                <c:pt idx="16">
                  <c:v>7.03</c:v>
                </c:pt>
                <c:pt idx="64">
                  <c:v>1.57</c:v>
                </c:pt>
                <c:pt idx="72">
                  <c:v>1.88</c:v>
                </c:pt>
                <c:pt idx="80">
                  <c:v>0.73</c:v>
                </c:pt>
                <c:pt idx="88">
                  <c:v>0.89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Oct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85">
                  <c:v>0.79</c:v>
                </c:pt>
                <c:pt idx="86">
                  <c:v>0.62</c:v>
                </c:pt>
                <c:pt idx="98">
                  <c:v>0.39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Oct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Sheet1!$E$2:$E$111</c:f>
              <c:numCache>
                <c:formatCode>General</c:formatCode>
                <c:ptCount val="110"/>
                <c:pt idx="104">
                  <c:v>0.41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Applied Genetic Technologies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AGTC  ·  acquired by Syncona Limited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$0.34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24, 2022   ·   Closed Nov 30, 2022   ·   Status: completed   ·   Pre-ann. volume 0.65×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Applied Genetic Technologies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Applied Genetic Technologies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01754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0314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502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980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471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210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696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467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506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638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498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18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490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6268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8992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Sep 2020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22, 2020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AGTC Board begins reviewing strategic direction and…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22, 2021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outreach to Company A regarding a potential merger.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21, 2021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submits revised non-binding LOI at $6.50 per…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14, 2021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terminates discussions due to discomfort with…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22, 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AGTC prices a $10 million public offering, reduced from $20…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07, 2022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AGTC receives Nasdaq delisting notice for falling below…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20, 2022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AGTC and Syncona enter into a Confidentiality Agreement.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27, 2022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Syncona submits initial asset-only purchase proposal for…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19, 2022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Syncona submits updated proposal for whole-company…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09, 2022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Syncona delivers revised proposal for up to $82.5 million…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21, 2022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Syncona demands a closing condition related to…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23, 2022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AGTC Board unanimously approves the Merger Agreement.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24, 2022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is publicly announced.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26, 2022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30, 2022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expires; 53% of shares tendered; Merger…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Applied Genetic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9 unexplained pre-announcement move weeks (of 10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2022-07-15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-60%  ($0.89→$0.35)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2022-03-25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-35%  ($1.88→$1.23)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213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2021-02-05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+34%  ($3.94→$5.27)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626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2021-02-26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-28%  ($7.03→$5.08)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605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2022-07-01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($0.62→$0.78)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115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2022-09-23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-25%  ($0.39→$0.29)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31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2022-06-24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($0.79→$0.62)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122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2022-05-20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($0.73→$0.88)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157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Applied Genetic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2022-04-04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AGTC to Showcase Interim Findings from Ongoing XLRP and Achromatopsia Phase 1/2 Trials at the Association…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Positive 18-Month Data from Ongoing Phase 1/2 Clinical Study of AGTC-501 Presented at the Association for…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Positive 18-Month Data from Ongoing Phase 1/2 Clinical Study of AGTC-501 Presented at the Association for…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AGTC Announces Positive Three-Month Interim Results from Skyline Trial of AGTC-501 for the Treatment of…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AGTC Announces Positive Three-Month Interim Results from Skyline Trial of AGTC-501 for the Treatment of…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2022-06-06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AGTC to Present Three-Month Interim Results from the SKYLINE Clinical Trial of AGTC-501 for the Treatment…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2022-06-06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AGTC to Present Three-Month Interim Results from the SKYLINE Clinical Trial of AGTC-501 for the Treatment…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2022-07-26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AGTC Receives Positive Type C Meeting Feedback from the FDA for the Company’s Design and Operating…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2022-07-26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AGTC Receives Positive Type C Meeting Feedback from the FDA for the Company’s Design and Operating…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