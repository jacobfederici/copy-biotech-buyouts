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Feb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'11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8.35</c:v>
                </c:pt>
                <c:pt idx="1">
                  <c:v>7.79</c:v>
                </c:pt>
                <c:pt idx="2">
                  <c:v>10.09</c:v>
                </c:pt>
                <c:pt idx="3">
                  <c:v>10.74</c:v>
                </c:pt>
                <c:pt idx="4">
                  <c:v>11.0</c:v>
                </c:pt>
                <c:pt idx="5">
                  <c:v>11.39</c:v>
                </c:pt>
                <c:pt idx="6">
                  <c:v>11.5</c:v>
                </c:pt>
                <c:pt idx="7">
                  <c:v>12.49</c:v>
                </c:pt>
                <c:pt idx="8">
                  <c:v>12.62</c:v>
                </c:pt>
                <c:pt idx="9">
                  <c:v>12.31</c:v>
                </c:pt>
                <c:pt idx="10">
                  <c:v>12.31</c:v>
                </c:pt>
                <c:pt idx="11">
                  <c:v>11.56</c:v>
                </c:pt>
                <c:pt idx="12">
                  <c:v>11.72</c:v>
                </c:pt>
                <c:pt idx="13">
                  <c:v>12.24</c:v>
                </c:pt>
                <c:pt idx="14">
                  <c:v>11.92</c:v>
                </c:pt>
                <c:pt idx="15">
                  <c:v>12.47</c:v>
                </c:pt>
                <c:pt idx="16">
                  <c:v>12.3</c:v>
                </c:pt>
                <c:pt idx="17">
                  <c:v>11.91</c:v>
                </c:pt>
                <c:pt idx="18">
                  <c:v>10.56</c:v>
                </c:pt>
                <c:pt idx="19">
                  <c:v>9.79</c:v>
                </c:pt>
                <c:pt idx="20">
                  <c:v>9.4</c:v>
                </c:pt>
                <c:pt idx="21">
                  <c:v>13.19</c:v>
                </c:pt>
                <c:pt idx="22">
                  <c:v>14.81</c:v>
                </c:pt>
                <c:pt idx="23">
                  <c:v>14.45</c:v>
                </c:pt>
                <c:pt idx="24">
                  <c:v>14.88</c:v>
                </c:pt>
                <c:pt idx="25">
                  <c:v>15.23</c:v>
                </c:pt>
                <c:pt idx="26">
                  <c:v>15.17</c:v>
                </c:pt>
                <c:pt idx="27">
                  <c:v>15.5</c:v>
                </c:pt>
                <c:pt idx="28">
                  <c:v>15.55</c:v>
                </c:pt>
                <c:pt idx="29">
                  <c:v>15.38</c:v>
                </c:pt>
                <c:pt idx="30">
                  <c:v>16.54</c:v>
                </c:pt>
                <c:pt idx="31">
                  <c:v>16.5</c:v>
                </c:pt>
                <c:pt idx="32">
                  <c:v>18.74</c:v>
                </c:pt>
                <c:pt idx="33">
                  <c:v>21.69</c:v>
                </c:pt>
                <c:pt idx="34">
                  <c:v>19.31</c:v>
                </c:pt>
                <c:pt idx="35">
                  <c:v>15.78</c:v>
                </c:pt>
                <c:pt idx="36">
                  <c:v>15.24</c:v>
                </c:pt>
                <c:pt idx="37">
                  <c:v>15.32</c:v>
                </c:pt>
                <c:pt idx="38">
                  <c:v>15.55</c:v>
                </c:pt>
                <c:pt idx="39">
                  <c:v>15.63</c:v>
                </c:pt>
                <c:pt idx="40">
                  <c:v>17.19</c:v>
                </c:pt>
                <c:pt idx="41">
                  <c:v>17.25</c:v>
                </c:pt>
                <c:pt idx="42">
                  <c:v>17.45</c:v>
                </c:pt>
                <c:pt idx="43">
                  <c:v>18.3</c:v>
                </c:pt>
                <c:pt idx="44">
                  <c:v>18.26</c:v>
                </c:pt>
                <c:pt idx="45">
                  <c:v>18.45</c:v>
                </c:pt>
                <c:pt idx="46">
                  <c:v>18.05</c:v>
                </c:pt>
                <c:pt idx="47">
                  <c:v>15.94</c:v>
                </c:pt>
                <c:pt idx="48">
                  <c:v>15.37</c:v>
                </c:pt>
                <c:pt idx="49">
                  <c:v>14.89</c:v>
                </c:pt>
                <c:pt idx="50">
                  <c:v>16.89</c:v>
                </c:pt>
                <c:pt idx="51">
                  <c:v>17.6</c:v>
                </c:pt>
                <c:pt idx="52">
                  <c:v>18.18</c:v>
                </c:pt>
                <c:pt idx="53">
                  <c:v>20.57</c:v>
                </c:pt>
                <c:pt idx="54">
                  <c:v>21.59</c:v>
                </c:pt>
                <c:pt idx="55">
                  <c:v>21.18</c:v>
                </c:pt>
                <c:pt idx="56">
                  <c:v>19.88</c:v>
                </c:pt>
                <c:pt idx="57">
                  <c:v>19.15</c:v>
                </c:pt>
                <c:pt idx="58">
                  <c:v>19.17</c:v>
                </c:pt>
                <c:pt idx="59">
                  <c:v>19.44</c:v>
                </c:pt>
                <c:pt idx="60">
                  <c:v>18.86</c:v>
                </c:pt>
                <c:pt idx="61">
                  <c:v>18.68</c:v>
                </c:pt>
                <c:pt idx="62">
                  <c:v>16.1</c:v>
                </c:pt>
                <c:pt idx="63">
                  <c:v>17.67</c:v>
                </c:pt>
                <c:pt idx="64">
                  <c:v>14.92</c:v>
                </c:pt>
                <c:pt idx="65">
                  <c:v>16.47</c:v>
                </c:pt>
                <c:pt idx="66">
                  <c:v>15.8</c:v>
                </c:pt>
                <c:pt idx="67">
                  <c:v>15.57</c:v>
                </c:pt>
                <c:pt idx="68">
                  <c:v>14.5</c:v>
                </c:pt>
                <c:pt idx="69">
                  <c:v>14.36</c:v>
                </c:pt>
                <c:pt idx="70">
                  <c:v>11.92</c:v>
                </c:pt>
                <c:pt idx="71">
                  <c:v>12.19</c:v>
                </c:pt>
                <c:pt idx="72">
                  <c:v>11.25</c:v>
                </c:pt>
                <c:pt idx="73">
                  <c:v>13.75</c:v>
                </c:pt>
                <c:pt idx="74">
                  <c:v>13.94</c:v>
                </c:pt>
                <c:pt idx="75">
                  <c:v>14.17</c:v>
                </c:pt>
                <c:pt idx="76">
                  <c:v>13.5</c:v>
                </c:pt>
                <c:pt idx="77">
                  <c:v>14.53</c:v>
                </c:pt>
                <c:pt idx="78">
                  <c:v>14.51</c:v>
                </c:pt>
                <c:pt idx="79">
                  <c:v>16.51</c:v>
                </c:pt>
                <c:pt idx="80">
                  <c:v>15.98</c:v>
                </c:pt>
                <c:pt idx="81">
                  <c:v>16.25</c:v>
                </c:pt>
                <c:pt idx="82">
                  <c:v>16.76</c:v>
                </c:pt>
                <c:pt idx="83">
                  <c:v>17.0</c:v>
                </c:pt>
                <c:pt idx="84">
                  <c:v>18.16</c:v>
                </c:pt>
                <c:pt idx="85">
                  <c:v>18.1</c:v>
                </c:pt>
                <c:pt idx="86">
                  <c:v>18.8</c:v>
                </c:pt>
                <c:pt idx="87">
                  <c:v>18.99</c:v>
                </c:pt>
                <c:pt idx="88">
                  <c:v>19.29</c:v>
                </c:pt>
                <c:pt idx="89">
                  <c:v>18.81</c:v>
                </c:pt>
                <c:pt idx="90">
                  <c:v>17.98</c:v>
                </c:pt>
                <c:pt idx="91">
                  <c:v>18.85</c:v>
                </c:pt>
                <c:pt idx="92">
                  <c:v>17.86</c:v>
                </c:pt>
                <c:pt idx="93">
                  <c:v>17.57</c:v>
                </c:pt>
                <c:pt idx="94">
                  <c:v>16.75</c:v>
                </c:pt>
                <c:pt idx="95">
                  <c:v>16.56</c:v>
                </c:pt>
                <c:pt idx="96">
                  <c:v>15.91</c:v>
                </c:pt>
                <c:pt idx="97">
                  <c:v>15.02</c:v>
                </c:pt>
                <c:pt idx="98">
                  <c:v>15.51</c:v>
                </c:pt>
                <c:pt idx="99">
                  <c:v>15.03</c:v>
                </c:pt>
                <c:pt idx="100">
                  <c:v>27.36</c:v>
                </c:pt>
                <c:pt idx="101">
                  <c:v>30.58</c:v>
                </c:pt>
                <c:pt idx="102">
                  <c:v>28.44</c:v>
                </c:pt>
                <c:pt idx="103">
                  <c:v>33.9</c:v>
                </c:pt>
                <c:pt idx="104">
                  <c:v>30.3</c:v>
                </c:pt>
                <c:pt idx="105">
                  <c:v>30.31</c:v>
                </c:pt>
                <c:pt idx="106">
                  <c:v>30.43</c:v>
                </c:pt>
                <c:pt idx="107">
                  <c:v>30.53</c:v>
                </c:pt>
                <c:pt idx="108">
                  <c:v>30.35</c:v>
                </c:pt>
                <c:pt idx="109">
                  <c:v>30.33</c:v>
                </c:pt>
                <c:pt idx="110">
                  <c:v>30.42</c:v>
                </c:pt>
                <c:pt idx="111">
                  <c:v>30.85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Feb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'11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1">
                  <c:v>7.79</c:v>
                </c:pt>
                <c:pt idx="20">
                  <c:v>9.4</c:v>
                </c:pt>
                <c:pt idx="72">
                  <c:v>11.25</c:v>
                </c:pt>
                <c:pt idx="99">
                  <c:v>15.03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CLINICAL DATA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CLDA  ·  acquired by Forest Laboratories,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126%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22, 2011   ·   Closed Apr 12, 2011   ·   Status: completed   ·   Pre-ann. volume 7.56×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CLINICAL DATA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CLINICAL DATA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8702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262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163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525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574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572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871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171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3215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4199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4667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158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16, 2009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Clinical Data retains J.P. Morgan to explore strategic…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11, 2010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Clinical Data enters amended engagement letter with J.P.…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21, 2011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approves Viibryd for the treatment of major depressive…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28, 2011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establishes a transaction committee (Horner, Kirk…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17, 2011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Forest submits written bid of $30.00 per share cash.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Forest proposes CVR structure with maximum payment of $6.00…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21, 2011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unanimously determines the merger is fair and…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22, 2011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and Support Agreement are signed and…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04, 2011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enter Amendment No. 1 to extend tender offer to…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11, 2011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12, 2011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Successful completion of the offer announced; change of…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CLINICAL DATA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2011-01-28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+82%  ($15.03→$27.36)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2009-07-24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+40%  ($9.4→$13.19)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2009-03-13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($7.79→$10.09)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711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2010-07-23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($11.25→$13.75)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214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CLINICAL DATA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2011-02-22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Forest Laboratories to Acquire Clinical Data, Inc.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2011-03-08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Commencement of Tender Offer for Clinical Data, Inc.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2011-04-04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Clinical Data and Forest Laboratories Amend Merger Agreement to Extend Tender Offer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2011-04-12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Forest Laboratories Completes Tender Offer for Clinical Data, Inc.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