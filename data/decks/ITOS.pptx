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Jul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13.94</c:v>
                </c:pt>
                <c:pt idx="1">
                  <c:v>13.62</c:v>
                </c:pt>
                <c:pt idx="2">
                  <c:v>12.05</c:v>
                </c:pt>
                <c:pt idx="3">
                  <c:v>11.84</c:v>
                </c:pt>
                <c:pt idx="4">
                  <c:v>12.9</c:v>
                </c:pt>
                <c:pt idx="5">
                  <c:v>12.27</c:v>
                </c:pt>
                <c:pt idx="6">
                  <c:v>12.61</c:v>
                </c:pt>
                <c:pt idx="7">
                  <c:v>12.32</c:v>
                </c:pt>
                <c:pt idx="8">
                  <c:v>11.42</c:v>
                </c:pt>
                <c:pt idx="9">
                  <c:v>10.95</c:v>
                </c:pt>
                <c:pt idx="10">
                  <c:v>10.2</c:v>
                </c:pt>
                <c:pt idx="11">
                  <c:v>9.04</c:v>
                </c:pt>
                <c:pt idx="12">
                  <c:v>8.9</c:v>
                </c:pt>
                <c:pt idx="13">
                  <c:v>8.9</c:v>
                </c:pt>
                <c:pt idx="14">
                  <c:v>10.34</c:v>
                </c:pt>
                <c:pt idx="15">
                  <c:v>9.56</c:v>
                </c:pt>
                <c:pt idx="16">
                  <c:v>10.16</c:v>
                </c:pt>
                <c:pt idx="17">
                  <c:v>9.75</c:v>
                </c:pt>
                <c:pt idx="18">
                  <c:v>9.9</c:v>
                </c:pt>
                <c:pt idx="19">
                  <c:v>9.84</c:v>
                </c:pt>
                <c:pt idx="20">
                  <c:v>10.85</c:v>
                </c:pt>
                <c:pt idx="21">
                  <c:v>10.9</c:v>
                </c:pt>
                <c:pt idx="22">
                  <c:v>10.95</c:v>
                </c:pt>
                <c:pt idx="23">
                  <c:v>10.7</c:v>
                </c:pt>
                <c:pt idx="24">
                  <c:v>11.33</c:v>
                </c:pt>
                <c:pt idx="25">
                  <c:v>10.55</c:v>
                </c:pt>
                <c:pt idx="26">
                  <c:v>10.35</c:v>
                </c:pt>
                <c:pt idx="27">
                  <c:v>9.96</c:v>
                </c:pt>
                <c:pt idx="28">
                  <c:v>10.72</c:v>
                </c:pt>
                <c:pt idx="29">
                  <c:v>9.89</c:v>
                </c:pt>
                <c:pt idx="30">
                  <c:v>10.64</c:v>
                </c:pt>
                <c:pt idx="31">
                  <c:v>11.27</c:v>
                </c:pt>
                <c:pt idx="32">
                  <c:v>12.39</c:v>
                </c:pt>
                <c:pt idx="33">
                  <c:v>10.81</c:v>
                </c:pt>
                <c:pt idx="34">
                  <c:v>11.19</c:v>
                </c:pt>
                <c:pt idx="35">
                  <c:v>13.64</c:v>
                </c:pt>
                <c:pt idx="36">
                  <c:v>12.36</c:v>
                </c:pt>
                <c:pt idx="37">
                  <c:v>11.72</c:v>
                </c:pt>
                <c:pt idx="38">
                  <c:v>10.56</c:v>
                </c:pt>
                <c:pt idx="39">
                  <c:v>10.8</c:v>
                </c:pt>
                <c:pt idx="40">
                  <c:v>11.66</c:v>
                </c:pt>
                <c:pt idx="41">
                  <c:v>17.44</c:v>
                </c:pt>
                <c:pt idx="42">
                  <c:v>18.05</c:v>
                </c:pt>
                <c:pt idx="43">
                  <c:v>17.68</c:v>
                </c:pt>
                <c:pt idx="44">
                  <c:v>16.74</c:v>
                </c:pt>
                <c:pt idx="45">
                  <c:v>16.7</c:v>
                </c:pt>
                <c:pt idx="46">
                  <c:v>16.23</c:v>
                </c:pt>
                <c:pt idx="47">
                  <c:v>14.8</c:v>
                </c:pt>
                <c:pt idx="48">
                  <c:v>14.84</c:v>
                </c:pt>
                <c:pt idx="49">
                  <c:v>14.02</c:v>
                </c:pt>
                <c:pt idx="50">
                  <c:v>16.16</c:v>
                </c:pt>
                <c:pt idx="51">
                  <c:v>15.73</c:v>
                </c:pt>
                <c:pt idx="52">
                  <c:v>17.21</c:v>
                </c:pt>
                <c:pt idx="53">
                  <c:v>16.57</c:v>
                </c:pt>
                <c:pt idx="54">
                  <c:v>14.71</c:v>
                </c:pt>
                <c:pt idx="55">
                  <c:v>14.94</c:v>
                </c:pt>
                <c:pt idx="56">
                  <c:v>17.48</c:v>
                </c:pt>
                <c:pt idx="57">
                  <c:v>16.85</c:v>
                </c:pt>
                <c:pt idx="58">
                  <c:v>14.8</c:v>
                </c:pt>
                <c:pt idx="59">
                  <c:v>16.7</c:v>
                </c:pt>
                <c:pt idx="60">
                  <c:v>11.26</c:v>
                </c:pt>
                <c:pt idx="61">
                  <c:v>10.5</c:v>
                </c:pt>
                <c:pt idx="62">
                  <c:v>10.02</c:v>
                </c:pt>
                <c:pt idx="63">
                  <c:v>9.95</c:v>
                </c:pt>
                <c:pt idx="64">
                  <c:v>9.43</c:v>
                </c:pt>
                <c:pt idx="65">
                  <c:v>8.72</c:v>
                </c:pt>
                <c:pt idx="66">
                  <c:v>8.81</c:v>
                </c:pt>
                <c:pt idx="67">
                  <c:v>9.27</c:v>
                </c:pt>
                <c:pt idx="68">
                  <c:v>8.23</c:v>
                </c:pt>
                <c:pt idx="69">
                  <c:v>8.32</c:v>
                </c:pt>
                <c:pt idx="70">
                  <c:v>8.55</c:v>
                </c:pt>
                <c:pt idx="71">
                  <c:v>8.32</c:v>
                </c:pt>
                <c:pt idx="72">
                  <c:v>7.68</c:v>
                </c:pt>
                <c:pt idx="73">
                  <c:v>7.42</c:v>
                </c:pt>
                <c:pt idx="74">
                  <c:v>7.32</c:v>
                </c:pt>
                <c:pt idx="75">
                  <c:v>8.15</c:v>
                </c:pt>
                <c:pt idx="76">
                  <c:v>7.76</c:v>
                </c:pt>
                <c:pt idx="77">
                  <c:v>8.0</c:v>
                </c:pt>
                <c:pt idx="78">
                  <c:v>7.64</c:v>
                </c:pt>
                <c:pt idx="79">
                  <c:v>7.54</c:v>
                </c:pt>
                <c:pt idx="80">
                  <c:v>7.59</c:v>
                </c:pt>
                <c:pt idx="81">
                  <c:v>7.4</c:v>
                </c:pt>
                <c:pt idx="82">
                  <c:v>7.41</c:v>
                </c:pt>
                <c:pt idx="83">
                  <c:v>7.26</c:v>
                </c:pt>
                <c:pt idx="84">
                  <c:v>7.05</c:v>
                </c:pt>
                <c:pt idx="85">
                  <c:v>7.32</c:v>
                </c:pt>
                <c:pt idx="86">
                  <c:v>6.88</c:v>
                </c:pt>
                <c:pt idx="87">
                  <c:v>6.32</c:v>
                </c:pt>
                <c:pt idx="88">
                  <c:v>5.39</c:v>
                </c:pt>
                <c:pt idx="89">
                  <c:v>5.65</c:v>
                </c:pt>
                <c:pt idx="90">
                  <c:v>6.51</c:v>
                </c:pt>
                <c:pt idx="91">
                  <c:v>7.35</c:v>
                </c:pt>
                <c:pt idx="92">
                  <c:v>7.77</c:v>
                </c:pt>
                <c:pt idx="93">
                  <c:v>6.67</c:v>
                </c:pt>
                <c:pt idx="94">
                  <c:v>7.81</c:v>
                </c:pt>
                <c:pt idx="95">
                  <c:v>8.56</c:v>
                </c:pt>
                <c:pt idx="96">
                  <c:v>10.02</c:v>
                </c:pt>
                <c:pt idx="97">
                  <c:v>10.17</c:v>
                </c:pt>
                <c:pt idx="98">
                  <c:v>10.17</c:v>
                </c:pt>
                <c:pt idx="99">
                  <c:v>9.96</c:v>
                </c:pt>
                <c:pt idx="100">
                  <c:v>9.95</c:v>
                </c:pt>
                <c:pt idx="101">
                  <c:v>10.18</c:v>
                </c:pt>
                <c:pt idx="102">
                  <c:v>10.29</c:v>
                </c:pt>
                <c:pt idx="103">
                  <c:v>10.26</c:v>
                </c:pt>
                <c:pt idx="104">
                  <c:v>10.17</c:v>
                </c:pt>
                <c:pt idx="105">
                  <c:v>10.09</c:v>
                </c:pt>
                <c:pt idx="106">
                  <c:v>10.11</c:v>
                </c:pt>
                <c:pt idx="107">
                  <c:v>10.11</c:v>
                </c:pt>
                <c:pt idx="108">
                  <c:v>10.19</c:v>
                </c:pt>
                <c:pt idx="109">
                  <c:v>10.15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Jul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34">
                  <c:v>11.19</c:v>
                </c:pt>
                <c:pt idx="40">
                  <c:v>11.66</c:v>
                </c:pt>
                <c:pt idx="59">
                  <c:v>16.7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iTeos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ITOS  ·  acquired by Tang Capital Partners, 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$10.047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Jul 21, 2025   ·   Closed Aug 29, 2025   ·   Status: completed   ·   Pre-ann. volume 0.43×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iTeos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iTeos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5548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04108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587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89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06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00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323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543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46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968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01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0062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4230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2642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iTeos Board and management begin reviewing strategic…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28,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iTeos engages TD Cowen as financial advisor.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non-binding proposal at $8.50 per share.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12,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increases proposal to $9.66 per share upfront.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13,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notifies iTeos of termination of the belrestotug…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28,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iTeos announces intention to wind down clinical and…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iTeos enters into a confidentiality agreement with Tang…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12,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Concentra (Parent) submits initial proposal of $10.25 per…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26,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Concentra submits revised proposal of $10.355 per share…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18,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iTeos Board unanimously approves the Merger Agreement at…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21, 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Concentra commences the tender offer.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28, 2025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72.17% of shares tendered.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29, 2025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iTeos delisted from Nasdaq.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iTeos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3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2024-05-10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+50%  ($11.66→$17.44)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2024-09-20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-33%  ($16.7→$11.26)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304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($11.19→$13.64)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479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iTeos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iTeos Reports Second Quarter 2023 Financial Results and Provides Business Updates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iTeos Reports Second Quarter 2023 Financial Results and Provides Business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iTeos Reports Third Quarter 2023 Financial Results and Provides Business Updates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iTeos Reports Third Quarter 2023 Financial Results and Provides Business Updates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iTeos to Present Preclinical Data on Potential Best-In-Class Anti-TREM2 Antibody, EOS-215, and Novel…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2025-04-28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iTeos Reports First Quarter 2025 Financial Results and Provides Business Updates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iTeos Reports Topline Interim Results from GALAXIES Lung-201 Study of Belrestotug + Dostarlimab in…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iTeos verkündet Topline-Zwischenergebnisse der GALAXIES Lung-201-Studie für die First-Line-Behandlung mit…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Replimune drug rejected by FDA; Omega raises $647M biotech fund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