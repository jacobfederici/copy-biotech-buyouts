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Sep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'09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27.94</c:v>
                </c:pt>
                <c:pt idx="1">
                  <c:v>27.93</c:v>
                </c:pt>
                <c:pt idx="2">
                  <c:v>28.47</c:v>
                </c:pt>
                <c:pt idx="3">
                  <c:v>27.5</c:v>
                </c:pt>
                <c:pt idx="4">
                  <c:v>28.24</c:v>
                </c:pt>
                <c:pt idx="5">
                  <c:v>26.05</c:v>
                </c:pt>
                <c:pt idx="6">
                  <c:v>23.71</c:v>
                </c:pt>
                <c:pt idx="7">
                  <c:v>23.09</c:v>
                </c:pt>
                <c:pt idx="8">
                  <c:v>25.91</c:v>
                </c:pt>
                <c:pt idx="9">
                  <c:v>26.44</c:v>
                </c:pt>
                <c:pt idx="10">
                  <c:v>26.91</c:v>
                </c:pt>
                <c:pt idx="11">
                  <c:v>25.57</c:v>
                </c:pt>
                <c:pt idx="12">
                  <c:v>26.53</c:v>
                </c:pt>
                <c:pt idx="13">
                  <c:v>26.14</c:v>
                </c:pt>
                <c:pt idx="14">
                  <c:v>24.95</c:v>
                </c:pt>
                <c:pt idx="15">
                  <c:v>27.1</c:v>
                </c:pt>
                <c:pt idx="16">
                  <c:v>26.77</c:v>
                </c:pt>
                <c:pt idx="17">
                  <c:v>26.9</c:v>
                </c:pt>
                <c:pt idx="18">
                  <c:v>30.43</c:v>
                </c:pt>
                <c:pt idx="19">
                  <c:v>29.87</c:v>
                </c:pt>
                <c:pt idx="20">
                  <c:v>27.99</c:v>
                </c:pt>
                <c:pt idx="21">
                  <c:v>29.04</c:v>
                </c:pt>
                <c:pt idx="22">
                  <c:v>25.5</c:v>
                </c:pt>
                <c:pt idx="23">
                  <c:v>23.79</c:v>
                </c:pt>
                <c:pt idx="24">
                  <c:v>22.84</c:v>
                </c:pt>
                <c:pt idx="25">
                  <c:v>21.47</c:v>
                </c:pt>
                <c:pt idx="26">
                  <c:v>18.74</c:v>
                </c:pt>
                <c:pt idx="27">
                  <c:v>18.02</c:v>
                </c:pt>
                <c:pt idx="28">
                  <c:v>18.35</c:v>
                </c:pt>
                <c:pt idx="29">
                  <c:v>18.61</c:v>
                </c:pt>
                <c:pt idx="30">
                  <c:v>20.11</c:v>
                </c:pt>
                <c:pt idx="31">
                  <c:v>20.59</c:v>
                </c:pt>
                <c:pt idx="32">
                  <c:v>21.1</c:v>
                </c:pt>
                <c:pt idx="33">
                  <c:v>21.38</c:v>
                </c:pt>
                <c:pt idx="34">
                  <c:v>19.52</c:v>
                </c:pt>
                <c:pt idx="35">
                  <c:v>19.71</c:v>
                </c:pt>
                <c:pt idx="36">
                  <c:v>20.26</c:v>
                </c:pt>
                <c:pt idx="37">
                  <c:v>20.49</c:v>
                </c:pt>
                <c:pt idx="38">
                  <c:v>21.61</c:v>
                </c:pt>
                <c:pt idx="39">
                  <c:v>20.31</c:v>
                </c:pt>
                <c:pt idx="40">
                  <c:v>19.98</c:v>
                </c:pt>
                <c:pt idx="41">
                  <c:v>19.85</c:v>
                </c:pt>
                <c:pt idx="42">
                  <c:v>19.83</c:v>
                </c:pt>
                <c:pt idx="43">
                  <c:v>20.0</c:v>
                </c:pt>
                <c:pt idx="44">
                  <c:v>20.13</c:v>
                </c:pt>
                <c:pt idx="45">
                  <c:v>20.78</c:v>
                </c:pt>
                <c:pt idx="46">
                  <c:v>20.98</c:v>
                </c:pt>
                <c:pt idx="47">
                  <c:v>17.58</c:v>
                </c:pt>
                <c:pt idx="48">
                  <c:v>17.98</c:v>
                </c:pt>
                <c:pt idx="49">
                  <c:v>18.96</c:v>
                </c:pt>
                <c:pt idx="50">
                  <c:v>18.76</c:v>
                </c:pt>
                <c:pt idx="51">
                  <c:v>18.4</c:v>
                </c:pt>
                <c:pt idx="52">
                  <c:v>19.1</c:v>
                </c:pt>
                <c:pt idx="53">
                  <c:v>18.25</c:v>
                </c:pt>
                <c:pt idx="54">
                  <c:v>18.31</c:v>
                </c:pt>
                <c:pt idx="55">
                  <c:v>17.34</c:v>
                </c:pt>
                <c:pt idx="56">
                  <c:v>16.65</c:v>
                </c:pt>
                <c:pt idx="57">
                  <c:v>12.48</c:v>
                </c:pt>
                <c:pt idx="58">
                  <c:v>13.02</c:v>
                </c:pt>
                <c:pt idx="59">
                  <c:v>12.44</c:v>
                </c:pt>
                <c:pt idx="60">
                  <c:v>13.32</c:v>
                </c:pt>
                <c:pt idx="61">
                  <c:v>12.75</c:v>
                </c:pt>
                <c:pt idx="62">
                  <c:v>13.88</c:v>
                </c:pt>
                <c:pt idx="63">
                  <c:v>11.66</c:v>
                </c:pt>
                <c:pt idx="64">
                  <c:v>11.76</c:v>
                </c:pt>
                <c:pt idx="65">
                  <c:v>11.44</c:v>
                </c:pt>
                <c:pt idx="66">
                  <c:v>11.61</c:v>
                </c:pt>
                <c:pt idx="67">
                  <c:v>10.73</c:v>
                </c:pt>
                <c:pt idx="68">
                  <c:v>10.53</c:v>
                </c:pt>
                <c:pt idx="69">
                  <c:v>11.32</c:v>
                </c:pt>
                <c:pt idx="70">
                  <c:v>12.26</c:v>
                </c:pt>
                <c:pt idx="71">
                  <c:v>13.65</c:v>
                </c:pt>
                <c:pt idx="72">
                  <c:v>13.02</c:v>
                </c:pt>
                <c:pt idx="73">
                  <c:v>15.2</c:v>
                </c:pt>
                <c:pt idx="74">
                  <c:v>16.81</c:v>
                </c:pt>
                <c:pt idx="75">
                  <c:v>16.86</c:v>
                </c:pt>
                <c:pt idx="76">
                  <c:v>15.49</c:v>
                </c:pt>
                <c:pt idx="77">
                  <c:v>14.98</c:v>
                </c:pt>
                <c:pt idx="78">
                  <c:v>13.81</c:v>
                </c:pt>
                <c:pt idx="79">
                  <c:v>14.45</c:v>
                </c:pt>
                <c:pt idx="80">
                  <c:v>14.05</c:v>
                </c:pt>
                <c:pt idx="81">
                  <c:v>14.41</c:v>
                </c:pt>
                <c:pt idx="82">
                  <c:v>14.56</c:v>
                </c:pt>
                <c:pt idx="83">
                  <c:v>14.99</c:v>
                </c:pt>
                <c:pt idx="84">
                  <c:v>14.59</c:v>
                </c:pt>
                <c:pt idx="85">
                  <c:v>13.35</c:v>
                </c:pt>
                <c:pt idx="86">
                  <c:v>13.26</c:v>
                </c:pt>
                <c:pt idx="87">
                  <c:v>14.49</c:v>
                </c:pt>
                <c:pt idx="88">
                  <c:v>14.15</c:v>
                </c:pt>
                <c:pt idx="89">
                  <c:v>14.16</c:v>
                </c:pt>
                <c:pt idx="90">
                  <c:v>15.65</c:v>
                </c:pt>
                <c:pt idx="91">
                  <c:v>16.39</c:v>
                </c:pt>
                <c:pt idx="92">
                  <c:v>16.23</c:v>
                </c:pt>
                <c:pt idx="93">
                  <c:v>16.49</c:v>
                </c:pt>
                <c:pt idx="94">
                  <c:v>17.13</c:v>
                </c:pt>
                <c:pt idx="95">
                  <c:v>14.67</c:v>
                </c:pt>
                <c:pt idx="96">
                  <c:v>14.98</c:v>
                </c:pt>
                <c:pt idx="97">
                  <c:v>16.39</c:v>
                </c:pt>
                <c:pt idx="98">
                  <c:v>15.98</c:v>
                </c:pt>
                <c:pt idx="99">
                  <c:v>17.5</c:v>
                </c:pt>
                <c:pt idx="100">
                  <c:v>17.41</c:v>
                </c:pt>
                <c:pt idx="101">
                  <c:v>18.12</c:v>
                </c:pt>
                <c:pt idx="102">
                  <c:v>18.35</c:v>
                </c:pt>
                <c:pt idx="103">
                  <c:v>18.59</c:v>
                </c:pt>
                <c:pt idx="104">
                  <c:v>22.82</c:v>
                </c:pt>
                <c:pt idx="105">
                  <c:v>22.82</c:v>
                </c:pt>
                <c:pt idx="106">
                  <c:v>22.83</c:v>
                </c:pt>
                <c:pt idx="107">
                  <c:v>22.91</c:v>
                </c:pt>
                <c:pt idx="108">
                  <c:v>22.92</c:v>
                </c:pt>
                <c:pt idx="109">
                  <c:v>22.97</c:v>
                </c:pt>
                <c:pt idx="110">
                  <c:v>22.98</c:v>
                </c:pt>
                <c:pt idx="111">
                  <c:v>22.98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'09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56">
                  <c:v>16.65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'08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'08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'08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'09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'09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'09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'09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'09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4">
                  <c:v>22.82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Sepracor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SEPR  ·  acquired by Dainippon Sumitomo Pharma Co.,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03, 2009   ·   Closed Oct 20, 2009   ·   Status: completed   ·   Pre-ann. volume 0.89×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Sepracor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Sepracor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9480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08040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819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198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19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917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42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15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84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030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54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603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03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877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074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399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2971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392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3409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Sepracor management meets with Company A to discuss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Sepracor management meets with Company B to discuss…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forms a special strategy committee; Chairman…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Barberich presents non-binding indications of interest from…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forms a Special Committee of independent directors to…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Thomas Weisel Partners (TWP), advisor to DSP, contacts…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DSP President Masayo Tada delivers a non-binding indication…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 firms inform Sepracor that any bid would not represent a…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DSP presents a draft Merger Agreement to Sepracor…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DSP reiterates $21.50 offer; Special Committee determines…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10, 2009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DSP increases offer to $22.25 per share and requests…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DSP increases offer to $23.00 per share.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Sepracor and DSP enter into an exclusivity agreement…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02, 2009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Board unanimously approve the Merger…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 with ~78% of shares…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expires; total of ~86.9% shares…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20, 2009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short-form merger under Delaware law.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Sepracor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($16.65→$12.48)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Sepracor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2009-09-03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Sepracor and Dainippon Sumitomo Pharma Announce Definitive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