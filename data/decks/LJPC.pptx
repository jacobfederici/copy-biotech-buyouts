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Sheet1!$A$2:$A$112</c:f>
              <c:strCache>
                <c:ptCount val="111"/>
                <c:pt idx="0">
                  <c:v>Jul '20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Sep '20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Dec '20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Feb '21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Apr '21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Jul '21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Sep '21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Nov '21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Jan '22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Apr '22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Jun '22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Aug '22</c:v>
                </c:pt>
              </c:strCache>
            </c:strRef>
          </c:cat>
          <c:val>
            <c:numRef>
              <c:f>Sheet1!$B$2:$B$112</c:f>
              <c:numCache>
                <c:formatCode>General</c:formatCode>
                <c:ptCount val="111"/>
                <c:pt idx="0">
                  <c:v>4.7</c:v>
                </c:pt>
                <c:pt idx="1">
                  <c:v>4.03</c:v>
                </c:pt>
                <c:pt idx="2">
                  <c:v>3.98</c:v>
                </c:pt>
                <c:pt idx="3">
                  <c:v>3.58</c:v>
                </c:pt>
                <c:pt idx="4">
                  <c:v>3.93</c:v>
                </c:pt>
                <c:pt idx="5">
                  <c:v>3.84</c:v>
                </c:pt>
                <c:pt idx="6">
                  <c:v>4.09</c:v>
                </c:pt>
                <c:pt idx="7">
                  <c:v>3.96</c:v>
                </c:pt>
                <c:pt idx="8">
                  <c:v>3.97</c:v>
                </c:pt>
                <c:pt idx="9">
                  <c:v>4.7</c:v>
                </c:pt>
                <c:pt idx="10">
                  <c:v>3.9</c:v>
                </c:pt>
                <c:pt idx="11">
                  <c:v>4.14</c:v>
                </c:pt>
                <c:pt idx="12">
                  <c:v>4.09</c:v>
                </c:pt>
                <c:pt idx="13">
                  <c:v>4.09</c:v>
                </c:pt>
                <c:pt idx="14">
                  <c:v>4.08</c:v>
                </c:pt>
                <c:pt idx="15">
                  <c:v>3.4</c:v>
                </c:pt>
                <c:pt idx="16">
                  <c:v>3.57</c:v>
                </c:pt>
                <c:pt idx="17">
                  <c:v>4.68</c:v>
                </c:pt>
                <c:pt idx="18">
                  <c:v>4.53</c:v>
                </c:pt>
                <c:pt idx="19">
                  <c:v>4.73</c:v>
                </c:pt>
                <c:pt idx="20">
                  <c:v>4.98</c:v>
                </c:pt>
                <c:pt idx="21">
                  <c:v>4.64</c:v>
                </c:pt>
                <c:pt idx="22">
                  <c:v>4.31</c:v>
                </c:pt>
                <c:pt idx="23">
                  <c:v>4.31</c:v>
                </c:pt>
                <c:pt idx="24">
                  <c:v>3.88</c:v>
                </c:pt>
                <c:pt idx="25">
                  <c:v>4.12</c:v>
                </c:pt>
                <c:pt idx="26">
                  <c:v>5.35</c:v>
                </c:pt>
                <c:pt idx="27">
                  <c:v>5.51</c:v>
                </c:pt>
                <c:pt idx="28">
                  <c:v>6.12</c:v>
                </c:pt>
                <c:pt idx="29">
                  <c:v>7.07</c:v>
                </c:pt>
                <c:pt idx="30">
                  <c:v>6.71</c:v>
                </c:pt>
                <c:pt idx="31">
                  <c:v>6.18</c:v>
                </c:pt>
                <c:pt idx="32">
                  <c:v>5.24</c:v>
                </c:pt>
                <c:pt idx="33">
                  <c:v>4.68</c:v>
                </c:pt>
                <c:pt idx="34">
                  <c:v>5.69</c:v>
                </c:pt>
                <c:pt idx="35">
                  <c:v>5.27</c:v>
                </c:pt>
                <c:pt idx="36">
                  <c:v>4.47</c:v>
                </c:pt>
                <c:pt idx="37">
                  <c:v>4.35</c:v>
                </c:pt>
                <c:pt idx="38">
                  <c:v>4.08</c:v>
                </c:pt>
                <c:pt idx="39">
                  <c:v>4.07</c:v>
                </c:pt>
                <c:pt idx="40">
                  <c:v>4.13</c:v>
                </c:pt>
                <c:pt idx="41">
                  <c:v>4.44</c:v>
                </c:pt>
                <c:pt idx="42">
                  <c:v>3.88</c:v>
                </c:pt>
                <c:pt idx="43">
                  <c:v>3.76</c:v>
                </c:pt>
                <c:pt idx="44">
                  <c:v>3.5</c:v>
                </c:pt>
                <c:pt idx="45">
                  <c:v>4.3</c:v>
                </c:pt>
                <c:pt idx="46">
                  <c:v>5.11</c:v>
                </c:pt>
                <c:pt idx="47">
                  <c:v>5.12</c:v>
                </c:pt>
                <c:pt idx="48">
                  <c:v>4.48</c:v>
                </c:pt>
                <c:pt idx="49">
                  <c:v>4.76</c:v>
                </c:pt>
                <c:pt idx="50">
                  <c:v>4.31</c:v>
                </c:pt>
                <c:pt idx="51">
                  <c:v>4.03</c:v>
                </c:pt>
                <c:pt idx="52">
                  <c:v>3.77</c:v>
                </c:pt>
                <c:pt idx="53">
                  <c:v>3.79</c:v>
                </c:pt>
                <c:pt idx="54">
                  <c:v>3.61</c:v>
                </c:pt>
                <c:pt idx="55">
                  <c:v>3.99</c:v>
                </c:pt>
                <c:pt idx="56">
                  <c:v>3.98</c:v>
                </c:pt>
                <c:pt idx="57">
                  <c:v>3.7</c:v>
                </c:pt>
                <c:pt idx="58">
                  <c:v>4.37</c:v>
                </c:pt>
                <c:pt idx="59">
                  <c:v>4.03</c:v>
                </c:pt>
                <c:pt idx="60">
                  <c:v>4.08</c:v>
                </c:pt>
                <c:pt idx="61">
                  <c:v>4.02</c:v>
                </c:pt>
                <c:pt idx="62">
                  <c:v>4.06</c:v>
                </c:pt>
                <c:pt idx="63">
                  <c:v>4.08</c:v>
                </c:pt>
                <c:pt idx="64">
                  <c:v>4.01</c:v>
                </c:pt>
                <c:pt idx="65">
                  <c:v>3.96</c:v>
                </c:pt>
                <c:pt idx="66">
                  <c:v>3.84</c:v>
                </c:pt>
                <c:pt idx="67">
                  <c:v>4.02</c:v>
                </c:pt>
                <c:pt idx="68">
                  <c:v>4.23</c:v>
                </c:pt>
                <c:pt idx="69">
                  <c:v>4.05</c:v>
                </c:pt>
                <c:pt idx="70">
                  <c:v>4.6</c:v>
                </c:pt>
                <c:pt idx="71">
                  <c:v>4.7</c:v>
                </c:pt>
                <c:pt idx="72">
                  <c:v>3.76</c:v>
                </c:pt>
                <c:pt idx="73">
                  <c:v>4.55</c:v>
                </c:pt>
                <c:pt idx="74">
                  <c:v>4.27</c:v>
                </c:pt>
                <c:pt idx="75">
                  <c:v>4.72</c:v>
                </c:pt>
                <c:pt idx="76">
                  <c:v>4.65</c:v>
                </c:pt>
                <c:pt idx="77">
                  <c:v>4.52</c:v>
                </c:pt>
                <c:pt idx="78">
                  <c:v>4.92</c:v>
                </c:pt>
                <c:pt idx="79">
                  <c:v>4.55</c:v>
                </c:pt>
                <c:pt idx="80">
                  <c:v>4.36</c:v>
                </c:pt>
                <c:pt idx="81">
                  <c:v>4.46</c:v>
                </c:pt>
                <c:pt idx="82">
                  <c:v>4.3</c:v>
                </c:pt>
                <c:pt idx="83">
                  <c:v>4.19</c:v>
                </c:pt>
                <c:pt idx="84">
                  <c:v>3.96</c:v>
                </c:pt>
                <c:pt idx="85">
                  <c:v>4.25</c:v>
                </c:pt>
                <c:pt idx="86">
                  <c:v>4.11</c:v>
                </c:pt>
                <c:pt idx="87">
                  <c:v>4.38</c:v>
                </c:pt>
                <c:pt idx="88">
                  <c:v>4.13</c:v>
                </c:pt>
                <c:pt idx="89">
                  <c:v>4.4</c:v>
                </c:pt>
                <c:pt idx="90">
                  <c:v>4.33</c:v>
                </c:pt>
                <c:pt idx="91">
                  <c:v>4.37</c:v>
                </c:pt>
                <c:pt idx="92">
                  <c:v>4.12</c:v>
                </c:pt>
                <c:pt idx="93">
                  <c:v>4.08</c:v>
                </c:pt>
                <c:pt idx="94">
                  <c:v>3.92</c:v>
                </c:pt>
                <c:pt idx="95">
                  <c:v>4.01</c:v>
                </c:pt>
                <c:pt idx="96">
                  <c:v>3.94</c:v>
                </c:pt>
                <c:pt idx="97">
                  <c:v>3.77</c:v>
                </c:pt>
                <c:pt idx="98">
                  <c:v>3.81</c:v>
                </c:pt>
                <c:pt idx="99">
                  <c:v>3.46</c:v>
                </c:pt>
                <c:pt idx="100">
                  <c:v>3.44</c:v>
                </c:pt>
                <c:pt idx="101">
                  <c:v>3.46</c:v>
                </c:pt>
                <c:pt idx="102">
                  <c:v>3.12</c:v>
                </c:pt>
                <c:pt idx="103">
                  <c:v>3.39</c:v>
                </c:pt>
                <c:pt idx="104">
                  <c:v>6.18</c:v>
                </c:pt>
                <c:pt idx="105">
                  <c:v>6.19</c:v>
                </c:pt>
                <c:pt idx="106">
                  <c:v>6.21</c:v>
                </c:pt>
                <c:pt idx="107">
                  <c:v>6.2</c:v>
                </c:pt>
                <c:pt idx="108">
                  <c:v>6.21</c:v>
                </c:pt>
                <c:pt idx="109">
                  <c:v>6.22</c:v>
                </c:pt>
                <c:pt idx="110">
                  <c:v>6.22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Jul '20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Sep '20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Dec '20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Feb '21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Apr '21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Jul '21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Sep '21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Nov '21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Jan '22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Apr '22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Jun '22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Aug '22</c:v>
                </c:pt>
              </c:strCache>
            </c:strRef>
          </c:cat>
          <c:val>
            <c:numRef>
              <c:f>Sheet1!$C$2:$C$112</c:f>
              <c:numCache>
                <c:formatCode>General</c:formatCode>
                <c:ptCount val="111"/>
                <c:pt idx="16">
                  <c:v>3.57</c:v>
                </c:pt>
                <c:pt idx="33">
                  <c:v>4.68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Jul '20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Sep '20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Dec '20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Feb '21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Apr '21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Jul '21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Sep '21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Nov '21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Jan '22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Apr '22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Jun '22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Aug '22</c:v>
                </c:pt>
              </c:strCache>
            </c:strRef>
          </c:cat>
          <c:val>
            <c:numRef>
              <c:f>Sheet1!$D$2:$D$112</c:f>
              <c:numCache>
                <c:formatCode>General</c:formatCode>
                <c:ptCount val="111"/>
                <c:pt idx="25">
                  <c:v>4.12</c:v>
                </c:pt>
                <c:pt idx="44">
                  <c:v>3.5</c:v>
                </c:pt>
                <c:pt idx="71">
                  <c:v>4.7</c:v>
                </c:pt>
                <c:pt idx="72">
                  <c:v>3.76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Jul '20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Sep '20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Dec '20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Feb '21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Apr '21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Jul '21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Sep '21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Nov '21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Jan '22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Apr '22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Jun '22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Aug '22</c:v>
                </c:pt>
              </c:strCache>
            </c:strRef>
          </c:cat>
          <c:val>
            <c:numRef>
              <c:f>Sheet1!$E$2:$E$112</c:f>
              <c:numCache>
                <c:formatCode>General</c:formatCode>
                <c:ptCount val="111"/>
                <c:pt idx="104">
                  <c:v>6.18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LA JOLLA PHARMACEUTICAL CO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LJPC  ·  acquired by Innoviva,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$6.23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80%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Jul 11, 2022   ·   Closed Aug 22, 2022   ·   Status: completed   ·   Pre-ann. volume 0.92×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LA JOLLA PHARMACEUTICAL CO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LA JOLLA PHARMACEUTICAL CO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224871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10471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25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0050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9262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4730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92070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19410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345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88919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85768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2320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5128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11532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70007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935530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30253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Feb 2022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Aug 2022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04, 2022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La Jolla engages Cowen and Company, LLC as exclusive…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07, 2022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La Jolla Board approves Cowen engagement and reviews list…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22, 2022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La Jolla and Innoviva enter into a confidentiality…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31, 2022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A submits non-binding proposal for $6.00 per share…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01, 2022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C submits non-binding proposal for $5.00-$5.50 per…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06, 2022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B verbally proposes acquisition for $168 million…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11, 2022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La Jolla management provides presentation to Innoviva.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11, 2022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B submits revised proposal of $6.00 per share plus…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12, 2022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20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C submits proposal of $6.00 per share plus $0.75…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17, 2022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Innoviva submits initial written non-binding proposal of…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01, 2022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Innoviva increases proposal to $5.95 per share; Company H…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07, 2022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Innoviva confirms addition of $0.28 per share based on…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10, 2022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La Jolla Board unanimously approves Merger Agreement; Cowen…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11, 2022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Public announcement of the Merger Agreement.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25, 2022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Innoviva commences tender offer.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19, 2022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with ~87% of shares tendered.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63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22, 2022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35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La Jolla becomes a wholly owned…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17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LA JOLLA PHARMACEUTICAL 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6 unexplained pre-announcement move weeks (of 7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2020-11-13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+31%  ($3.57→$4.68)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605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2021-01-15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+30%  ($4.12→$5.35)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542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2021-05-28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+23%  ($3.5→$4.3)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409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2021-03-12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+22%  ($4.68→$5.69)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486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2021-12-10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+21%  ($3.76→$4.55)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213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2021-12-03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61772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-20%  ($4.7→$3.76)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61772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220 days before announcement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LA JOLLA PHARMACEUTICAL CO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2021-03-08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La Jolla Pharmaceutical Company Announces Financial Results for the Three and Twelve Months Ended December…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2021-05-07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La Jolla Pharmaceutical Company Announces Financial Results for the Three Months Ended March 31, 2021 and…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2021-05-07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La Jolla Pharmaceutical Company Announces Financial Results for the Three Months Ended March 31, 2021 and…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2021-08-05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La Jolla Pharmaceutical Company Announces Financial Results for the Three and Six Months Ended June 30…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2021-11-04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La Jolla Pharmaceutical Company Announces Financial Results for the Three and Nine Months Ended September…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2022-03-09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La Jolla Pharmaceutical Company Announces Financial Results for the Three and Twelve Months Ended December…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2022-05-16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La Jolla Pharmaceutical Company Announces Financial Results for the Three Months Ended March 31, 2022 and…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2022-07-14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LA JOLLA PHARMACEUTICAL COMPANY ALERT: Bragar Eagel &amp;amp; Squire, P.C. Investigates Merger of LJPC and…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2022-07-27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Innoviva Reports Second Quarter 2022 Financial Results and Highlights Recent Company Progress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