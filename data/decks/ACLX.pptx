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Sheet1!$A$2:$A$115</c:f>
              <c:strCache>
                <c:ptCount val="114"/>
                <c:pt idx="0">
                  <c:v>Mar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'26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'26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</c:strCache>
            </c:strRef>
          </c:cat>
          <c:val>
            <c:numRef>
              <c:f>Sheet1!$B$2:$B$115</c:f>
              <c:numCache>
                <c:formatCode>General</c:formatCode>
                <c:ptCount val="114"/>
                <c:pt idx="0">
                  <c:v>66.82</c:v>
                </c:pt>
                <c:pt idx="1">
                  <c:v>72.35</c:v>
                </c:pt>
                <c:pt idx="2">
                  <c:v>70.62</c:v>
                </c:pt>
                <c:pt idx="3">
                  <c:v>70.23</c:v>
                </c:pt>
                <c:pt idx="4">
                  <c:v>69.55</c:v>
                </c:pt>
                <c:pt idx="5">
                  <c:v>62.22</c:v>
                </c:pt>
                <c:pt idx="6">
                  <c:v>58.07</c:v>
                </c:pt>
                <c:pt idx="7">
                  <c:v>51.65</c:v>
                </c:pt>
                <c:pt idx="8">
                  <c:v>51.92</c:v>
                </c:pt>
                <c:pt idx="9">
                  <c:v>52.69</c:v>
                </c:pt>
                <c:pt idx="10">
                  <c:v>49.74</c:v>
                </c:pt>
                <c:pt idx="11">
                  <c:v>53.62</c:v>
                </c:pt>
                <c:pt idx="12">
                  <c:v>51.9</c:v>
                </c:pt>
                <c:pt idx="13">
                  <c:v>52.0</c:v>
                </c:pt>
                <c:pt idx="14">
                  <c:v>50.78</c:v>
                </c:pt>
                <c:pt idx="15">
                  <c:v>54.41</c:v>
                </c:pt>
                <c:pt idx="16">
                  <c:v>56.12</c:v>
                </c:pt>
                <c:pt idx="17">
                  <c:v>55.19</c:v>
                </c:pt>
                <c:pt idx="18">
                  <c:v>54.13</c:v>
                </c:pt>
                <c:pt idx="19">
                  <c:v>62.43</c:v>
                </c:pt>
                <c:pt idx="20">
                  <c:v>62.56</c:v>
                </c:pt>
                <c:pt idx="21">
                  <c:v>64.41</c:v>
                </c:pt>
                <c:pt idx="22">
                  <c:v>55.31</c:v>
                </c:pt>
                <c:pt idx="23">
                  <c:v>59.05</c:v>
                </c:pt>
                <c:pt idx="24">
                  <c:v>65.28</c:v>
                </c:pt>
                <c:pt idx="25">
                  <c:v>69.38</c:v>
                </c:pt>
                <c:pt idx="26">
                  <c:v>68.74</c:v>
                </c:pt>
                <c:pt idx="27">
                  <c:v>71.25</c:v>
                </c:pt>
                <c:pt idx="28">
                  <c:v>76.89</c:v>
                </c:pt>
                <c:pt idx="29">
                  <c:v>86.61</c:v>
                </c:pt>
                <c:pt idx="30">
                  <c:v>82.76</c:v>
                </c:pt>
                <c:pt idx="31">
                  <c:v>78.23</c:v>
                </c:pt>
                <c:pt idx="32">
                  <c:v>86.2</c:v>
                </c:pt>
                <c:pt idx="33">
                  <c:v>96.86</c:v>
                </c:pt>
                <c:pt idx="34">
                  <c:v>84.31</c:v>
                </c:pt>
                <c:pt idx="35">
                  <c:v>86.17</c:v>
                </c:pt>
                <c:pt idx="36">
                  <c:v>103.06</c:v>
                </c:pt>
                <c:pt idx="37">
                  <c:v>87.83</c:v>
                </c:pt>
                <c:pt idx="38">
                  <c:v>90.44</c:v>
                </c:pt>
                <c:pt idx="39">
                  <c:v>88.07</c:v>
                </c:pt>
                <c:pt idx="40">
                  <c:v>84.55</c:v>
                </c:pt>
                <c:pt idx="41">
                  <c:v>83.8</c:v>
                </c:pt>
                <c:pt idx="42">
                  <c:v>75.54</c:v>
                </c:pt>
                <c:pt idx="43">
                  <c:v>79.08</c:v>
                </c:pt>
                <c:pt idx="44">
                  <c:v>79.13</c:v>
                </c:pt>
                <c:pt idx="45">
                  <c:v>69.08</c:v>
                </c:pt>
                <c:pt idx="46">
                  <c:v>66.48</c:v>
                </c:pt>
                <c:pt idx="47">
                  <c:v>62.99</c:v>
                </c:pt>
                <c:pt idx="48">
                  <c:v>68.13</c:v>
                </c:pt>
                <c:pt idx="49">
                  <c:v>66.91</c:v>
                </c:pt>
                <c:pt idx="50">
                  <c:v>65.23</c:v>
                </c:pt>
                <c:pt idx="51">
                  <c:v>63.75</c:v>
                </c:pt>
                <c:pt idx="52">
                  <c:v>64.82</c:v>
                </c:pt>
                <c:pt idx="53">
                  <c:v>70.74</c:v>
                </c:pt>
                <c:pt idx="54">
                  <c:v>71.68</c:v>
                </c:pt>
                <c:pt idx="55">
                  <c:v>69.33</c:v>
                </c:pt>
                <c:pt idx="56">
                  <c:v>67.96</c:v>
                </c:pt>
                <c:pt idx="57">
                  <c:v>58.59</c:v>
                </c:pt>
                <c:pt idx="58">
                  <c:v>59.15</c:v>
                </c:pt>
                <c:pt idx="59">
                  <c:v>62.02</c:v>
                </c:pt>
                <c:pt idx="60">
                  <c:v>63.71</c:v>
                </c:pt>
                <c:pt idx="61">
                  <c:v>65.55</c:v>
                </c:pt>
                <c:pt idx="62">
                  <c:v>57.55</c:v>
                </c:pt>
                <c:pt idx="63">
                  <c:v>58.78</c:v>
                </c:pt>
                <c:pt idx="64">
                  <c:v>63.92</c:v>
                </c:pt>
                <c:pt idx="65">
                  <c:v>62.06</c:v>
                </c:pt>
                <c:pt idx="66">
                  <c:v>68.1</c:v>
                </c:pt>
                <c:pt idx="67">
                  <c:v>66.0</c:v>
                </c:pt>
                <c:pt idx="68">
                  <c:v>63.0</c:v>
                </c:pt>
                <c:pt idx="69">
                  <c:v>65.35</c:v>
                </c:pt>
                <c:pt idx="70">
                  <c:v>67.16</c:v>
                </c:pt>
                <c:pt idx="71">
                  <c:v>68.98</c:v>
                </c:pt>
                <c:pt idx="72">
                  <c:v>67.59</c:v>
                </c:pt>
                <c:pt idx="73">
                  <c:v>71.31</c:v>
                </c:pt>
                <c:pt idx="74">
                  <c:v>71.14</c:v>
                </c:pt>
                <c:pt idx="75">
                  <c:v>70.5</c:v>
                </c:pt>
                <c:pt idx="76">
                  <c:v>74.08</c:v>
                </c:pt>
                <c:pt idx="77">
                  <c:v>71.28</c:v>
                </c:pt>
                <c:pt idx="78">
                  <c:v>69.39</c:v>
                </c:pt>
                <c:pt idx="79">
                  <c:v>72.62</c:v>
                </c:pt>
                <c:pt idx="80">
                  <c:v>76.19</c:v>
                </c:pt>
                <c:pt idx="81">
                  <c:v>77.86</c:v>
                </c:pt>
                <c:pt idx="82">
                  <c:v>79.75</c:v>
                </c:pt>
                <c:pt idx="83">
                  <c:v>85.07</c:v>
                </c:pt>
                <c:pt idx="84">
                  <c:v>86.8</c:v>
                </c:pt>
                <c:pt idx="85">
                  <c:v>86.99</c:v>
                </c:pt>
                <c:pt idx="86">
                  <c:v>84.68</c:v>
                </c:pt>
                <c:pt idx="87">
                  <c:v>90.25</c:v>
                </c:pt>
                <c:pt idx="88">
                  <c:v>86.55</c:v>
                </c:pt>
                <c:pt idx="89">
                  <c:v>89.98</c:v>
                </c:pt>
                <c:pt idx="90">
                  <c:v>90.19</c:v>
                </c:pt>
                <c:pt idx="91">
                  <c:v>72.71</c:v>
                </c:pt>
                <c:pt idx="92">
                  <c:v>69.56</c:v>
                </c:pt>
                <c:pt idx="93">
                  <c:v>71.86</c:v>
                </c:pt>
                <c:pt idx="94">
                  <c:v>63.96</c:v>
                </c:pt>
                <c:pt idx="95">
                  <c:v>65.71</c:v>
                </c:pt>
                <c:pt idx="96">
                  <c:v>63.34</c:v>
                </c:pt>
                <c:pt idx="97">
                  <c:v>66.27</c:v>
                </c:pt>
                <c:pt idx="98">
                  <c:v>68.94</c:v>
                </c:pt>
                <c:pt idx="99">
                  <c:v>67.7</c:v>
                </c:pt>
                <c:pt idx="100">
                  <c:v>68.31</c:v>
                </c:pt>
                <c:pt idx="101">
                  <c:v>68.03</c:v>
                </c:pt>
                <c:pt idx="102">
                  <c:v>68.5</c:v>
                </c:pt>
                <c:pt idx="103">
                  <c:v>64.11</c:v>
                </c:pt>
                <c:pt idx="104">
                  <c:v>113.79</c:v>
                </c:pt>
                <c:pt idx="105">
                  <c:v>114.33</c:v>
                </c:pt>
                <c:pt idx="106">
                  <c:v>114.39</c:v>
                </c:pt>
                <c:pt idx="107">
                  <c:v>114.77</c:v>
                </c:pt>
                <c:pt idx="108">
                  <c:v>114.57</c:v>
                </c:pt>
                <c:pt idx="109">
                  <c:v>114.77</c:v>
                </c:pt>
                <c:pt idx="110">
                  <c:v>114.83</c:v>
                </c:pt>
                <c:pt idx="111">
                  <c:v>115.05</c:v>
                </c:pt>
                <c:pt idx="112">
                  <c:v>115.03</c:v>
                </c:pt>
                <c:pt idx="113">
                  <c:v>115.07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Sheet1!$A$2:$A$115</c:f>
              <c:strCache>
                <c:ptCount val="114"/>
                <c:pt idx="0">
                  <c:v>Mar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'26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'26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</c:strCache>
            </c:strRef>
          </c:cat>
          <c:val>
            <c:numRef>
              <c:f>Sheet1!$C$2:$C$115</c:f>
              <c:numCache>
                <c:formatCode>General</c:formatCode>
                <c:ptCount val="114"/>
                <c:pt idx="104">
                  <c:v>113.79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Arcellx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ACLX  ·  acquired by Gilead Sciences,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Feb 23, 2026   ·   Closed Apr 28, 2026   ·   Status: completed   ·   Pre-ann. volume 0.67×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Arcellx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Arcellx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58459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44059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936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156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8244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32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8420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508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5961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684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7720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600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9479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0359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0035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5777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Dec 2022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Apr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08, 2022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Arcellx and Kite Pharma, a subsidiary of Parent, entered…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15, 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Arcellx and Kite amended the Collaboration Agreement…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13,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Daniel O’Day, Chairman and CEO of Parent, informed Rami…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14,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Centerview contacted Party A, who declined to submit a…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15,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Centerview and BofA Securities held several conversations…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16,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Elghandour spoke with Mr. O’Day, suggesting the Board…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17,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Arcellx Board held an update meeting, directing Mr.…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18,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and Arcellx entered into a Confidentiality…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19,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Centerview's relationship disclosure letter was circulated…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20,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Ropes &amp; Gray distributed a draft of the CVR Agreement to…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21,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Arcellx Board held an update meeting.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22,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Arcellx Board held a meeting, approved Centerview's…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23,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Arcellx and Parent publicly announced the execution of the…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06,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commenced the Offer.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27,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Offer expired at 5:00 p.m., Eastern Time. 38,795,604…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28, 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merged with and into Arcellx, Inc. pursuant to…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Arcellx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Arcellx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Arcellx (ACLX) Declined Despite Positive Clinical Trial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Arcellx (ACLX) Shares Encouraging Data on Latest Laboratory Study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Assessing Arcellx (ACLX) Valuation After New Anito Cel Safety Data And Shifting Analyst Views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How Safer-Looking CAR-T Data and Mixed Signals Will Impact Arcellx (ACLX) Investors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Stocks Set to Open Lower Amid Tariff Uncertainty, Nvidia Earnings and U.S. Economic Data Awaited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$HAREHOLDER ALERT: The M&amp;amp;A Class Action Firm Is Investigating The Merger—KW, MASI, ACLX, and VRE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2026-03-05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The M&amp;amp;A Class Action Firm Encourages $hareholders to Contact Monteverde Concerning the Merger—ACLX…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2026-03-09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URGENT: The M&amp;amp;A Class Action Firm Launches Legal Inquiry for the Merger—ACLX, DBRG, AVO, and CVGW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2026-05-02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Gilead’s HIV Priority Review And Arcellx Deal Refocus Long‑Term Story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