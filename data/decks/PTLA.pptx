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41.15</c:v>
                </c:pt>
                <c:pt idx="1">
                  <c:v>41.36</c:v>
                </c:pt>
                <c:pt idx="2">
                  <c:v>40.87</c:v>
                </c:pt>
                <c:pt idx="3">
                  <c:v>40.77</c:v>
                </c:pt>
                <c:pt idx="4">
                  <c:v>42.81</c:v>
                </c:pt>
                <c:pt idx="5">
                  <c:v>40.15</c:v>
                </c:pt>
                <c:pt idx="6">
                  <c:v>43.73</c:v>
                </c:pt>
                <c:pt idx="7">
                  <c:v>37.77</c:v>
                </c:pt>
                <c:pt idx="8">
                  <c:v>40.79</c:v>
                </c:pt>
                <c:pt idx="9">
                  <c:v>40.24</c:v>
                </c:pt>
                <c:pt idx="10">
                  <c:v>39.94</c:v>
                </c:pt>
                <c:pt idx="11">
                  <c:v>38.31</c:v>
                </c:pt>
                <c:pt idx="12">
                  <c:v>37.76</c:v>
                </c:pt>
                <c:pt idx="13">
                  <c:v>29.15</c:v>
                </c:pt>
                <c:pt idx="14">
                  <c:v>25.59</c:v>
                </c:pt>
                <c:pt idx="15">
                  <c:v>28.17</c:v>
                </c:pt>
                <c:pt idx="16">
                  <c:v>29.85</c:v>
                </c:pt>
                <c:pt idx="17">
                  <c:v>27.51</c:v>
                </c:pt>
                <c:pt idx="18">
                  <c:v>29.37</c:v>
                </c:pt>
                <c:pt idx="19">
                  <c:v>27.55</c:v>
                </c:pt>
                <c:pt idx="20">
                  <c:v>26.63</c:v>
                </c:pt>
                <c:pt idx="21">
                  <c:v>24.2</c:v>
                </c:pt>
                <c:pt idx="22">
                  <c:v>24.05</c:v>
                </c:pt>
                <c:pt idx="23">
                  <c:v>21.91</c:v>
                </c:pt>
                <c:pt idx="24">
                  <c:v>20.07</c:v>
                </c:pt>
                <c:pt idx="25">
                  <c:v>19.77</c:v>
                </c:pt>
                <c:pt idx="26">
                  <c:v>21.95</c:v>
                </c:pt>
                <c:pt idx="27">
                  <c:v>20.0</c:v>
                </c:pt>
                <c:pt idx="28">
                  <c:v>19.45</c:v>
                </c:pt>
                <c:pt idx="29">
                  <c:v>21.85</c:v>
                </c:pt>
                <c:pt idx="30">
                  <c:v>20.68</c:v>
                </c:pt>
                <c:pt idx="31">
                  <c:v>18.85</c:v>
                </c:pt>
                <c:pt idx="32">
                  <c:v>15.46</c:v>
                </c:pt>
                <c:pt idx="33">
                  <c:v>17.09</c:v>
                </c:pt>
                <c:pt idx="34">
                  <c:v>19.38</c:v>
                </c:pt>
                <c:pt idx="35">
                  <c:v>23.99</c:v>
                </c:pt>
                <c:pt idx="36">
                  <c:v>26.53</c:v>
                </c:pt>
                <c:pt idx="37">
                  <c:v>27.24</c:v>
                </c:pt>
                <c:pt idx="38">
                  <c:v>26.7</c:v>
                </c:pt>
                <c:pt idx="39">
                  <c:v>28.54</c:v>
                </c:pt>
                <c:pt idx="40">
                  <c:v>30.96</c:v>
                </c:pt>
                <c:pt idx="41">
                  <c:v>31.01</c:v>
                </c:pt>
                <c:pt idx="42">
                  <c:v>34.72</c:v>
                </c:pt>
                <c:pt idx="43">
                  <c:v>32.14</c:v>
                </c:pt>
                <c:pt idx="44">
                  <c:v>33.29</c:v>
                </c:pt>
                <c:pt idx="45">
                  <c:v>31.97</c:v>
                </c:pt>
                <c:pt idx="46">
                  <c:v>34.7</c:v>
                </c:pt>
                <c:pt idx="47">
                  <c:v>37.67</c:v>
                </c:pt>
                <c:pt idx="48">
                  <c:v>35.04</c:v>
                </c:pt>
                <c:pt idx="49">
                  <c:v>33.7</c:v>
                </c:pt>
                <c:pt idx="50">
                  <c:v>37.01</c:v>
                </c:pt>
                <c:pt idx="51">
                  <c:v>36.49</c:v>
                </c:pt>
                <c:pt idx="52">
                  <c:v>31.8</c:v>
                </c:pt>
                <c:pt idx="53">
                  <c:v>29.55</c:v>
                </c:pt>
                <c:pt idx="54">
                  <c:v>30.44</c:v>
                </c:pt>
                <c:pt idx="55">
                  <c:v>27.89</c:v>
                </c:pt>
                <c:pt idx="56">
                  <c:v>27.0</c:v>
                </c:pt>
                <c:pt idx="57">
                  <c:v>25.75</c:v>
                </c:pt>
                <c:pt idx="58">
                  <c:v>27.41</c:v>
                </c:pt>
                <c:pt idx="59">
                  <c:v>27.13</c:v>
                </c:pt>
                <c:pt idx="60">
                  <c:v>26.38</c:v>
                </c:pt>
                <c:pt idx="61">
                  <c:v>26.07</c:v>
                </c:pt>
                <c:pt idx="62">
                  <c:v>26.64</c:v>
                </c:pt>
                <c:pt idx="63">
                  <c:v>26.55</c:v>
                </c:pt>
                <c:pt idx="64">
                  <c:v>24.8</c:v>
                </c:pt>
                <c:pt idx="65">
                  <c:v>30.94</c:v>
                </c:pt>
                <c:pt idx="66">
                  <c:v>30.41</c:v>
                </c:pt>
                <c:pt idx="67">
                  <c:v>27.8</c:v>
                </c:pt>
                <c:pt idx="68">
                  <c:v>29.06</c:v>
                </c:pt>
                <c:pt idx="69">
                  <c:v>28.48</c:v>
                </c:pt>
                <c:pt idx="70">
                  <c:v>30.68</c:v>
                </c:pt>
                <c:pt idx="71">
                  <c:v>30.37</c:v>
                </c:pt>
                <c:pt idx="72">
                  <c:v>26.81</c:v>
                </c:pt>
                <c:pt idx="73">
                  <c:v>26.51</c:v>
                </c:pt>
                <c:pt idx="74">
                  <c:v>26.93</c:v>
                </c:pt>
                <c:pt idx="75">
                  <c:v>27.31</c:v>
                </c:pt>
                <c:pt idx="76">
                  <c:v>29.12</c:v>
                </c:pt>
                <c:pt idx="77">
                  <c:v>30.62</c:v>
                </c:pt>
                <c:pt idx="78">
                  <c:v>28.45</c:v>
                </c:pt>
                <c:pt idx="79">
                  <c:v>27.21</c:v>
                </c:pt>
                <c:pt idx="80">
                  <c:v>28.44</c:v>
                </c:pt>
                <c:pt idx="81">
                  <c:v>28.55</c:v>
                </c:pt>
                <c:pt idx="82">
                  <c:v>29.21</c:v>
                </c:pt>
                <c:pt idx="83">
                  <c:v>26.31</c:v>
                </c:pt>
                <c:pt idx="84">
                  <c:v>26.23</c:v>
                </c:pt>
                <c:pt idx="85">
                  <c:v>25.06</c:v>
                </c:pt>
                <c:pt idx="86">
                  <c:v>23.98</c:v>
                </c:pt>
                <c:pt idx="87">
                  <c:v>14.76</c:v>
                </c:pt>
                <c:pt idx="88">
                  <c:v>14.37</c:v>
                </c:pt>
                <c:pt idx="89">
                  <c:v>13.65</c:v>
                </c:pt>
                <c:pt idx="90">
                  <c:v>12.79</c:v>
                </c:pt>
                <c:pt idx="91">
                  <c:v>13.15</c:v>
                </c:pt>
                <c:pt idx="92">
                  <c:v>13.65</c:v>
                </c:pt>
                <c:pt idx="93">
                  <c:v>13.51</c:v>
                </c:pt>
                <c:pt idx="94">
                  <c:v>10.11</c:v>
                </c:pt>
                <c:pt idx="95">
                  <c:v>9.37</c:v>
                </c:pt>
                <c:pt idx="96">
                  <c:v>7.54</c:v>
                </c:pt>
                <c:pt idx="97">
                  <c:v>6.93</c:v>
                </c:pt>
                <c:pt idx="98">
                  <c:v>6.87</c:v>
                </c:pt>
                <c:pt idx="99">
                  <c:v>6.45</c:v>
                </c:pt>
                <c:pt idx="100">
                  <c:v>7.11</c:v>
                </c:pt>
                <c:pt idx="101">
                  <c:v>6.41</c:v>
                </c:pt>
                <c:pt idx="102">
                  <c:v>7.56</c:v>
                </c:pt>
                <c:pt idx="103">
                  <c:v>7.04</c:v>
                </c:pt>
                <c:pt idx="104">
                  <c:v>17.9</c:v>
                </c:pt>
                <c:pt idx="105">
                  <c:v>17.82</c:v>
                </c:pt>
                <c:pt idx="106">
                  <c:v>17.83</c:v>
                </c:pt>
                <c:pt idx="107">
                  <c:v>17.95</c:v>
                </c:pt>
                <c:pt idx="108">
                  <c:v>17.91</c:v>
                </c:pt>
                <c:pt idx="109">
                  <c:v>17.94</c:v>
                </c:pt>
                <c:pt idx="110">
                  <c:v>17.91</c:v>
                </c:pt>
                <c:pt idx="111">
                  <c:v>17.97</c:v>
                </c:pt>
                <c:pt idx="112">
                  <c:v>18.03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12">
                  <c:v>37.76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34">
                  <c:v>19.38</c:v>
                </c:pt>
                <c:pt idx="64">
                  <c:v>24.8</c:v>
                </c:pt>
                <c:pt idx="86">
                  <c:v>23.98</c:v>
                </c:pt>
                <c:pt idx="93">
                  <c:v>13.51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'20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17.9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Portola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PTLA  ·  acquired by Alexion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05, 2020   ·   Closed Jul 02, 2020   ·   Status: completed   ·   Pre-ann. volume 0.97×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Portola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Portola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8557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7117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61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238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38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670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72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25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956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307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029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14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27,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Portola and Alexion enter into a commercial confidentiality…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Alexion CFO Aradhana Sarin sends a letter to Portola CEO…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Portola preannounces Q4 2019 Andexxa revenues significantly…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Alexion makes a non-binding proposal to acquire Portola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Alexion revises proposal to $16.00 cash plus a $4.00 CVR…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Alexion returns to an all-cash offer of $18.00 per share in…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Portola and Alexion enter into a new Confidentiality…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Portola Board unanimously approves the Merger Agreement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79.7%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Section 251(h) of the DGCL.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Portola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-38%  ($23.98→$14.76)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2020-02-28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($13.51→$10.11)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($24.8→$30.94)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2019-01-11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($19.38→$23.99)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2018-08-10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($37.76→$29.15)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Portola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to Present New Interim Phase 2 Results for Cerdulatinib During an Oral Session at…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Reports Third Quarter 2018 Financial Results and Provides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2018-12-04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Updated Interim Results from Ongoing Phase 2a Study of Portola Pharmaceuticals’  Oral Syk/JAK Inhibitor…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2019-01-30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to Present Full Results from the ANNEXA-4 Study of Andexxa During a Late-Breaking…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to Announce Fourth Quarter and Full Year 2018 Financial Results on Friday, March 1…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Announces Full Results from the ANNEXA-4 Study of the Factor Xa Inhibitor Reversal…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2019-03-01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Reports Fourth Quarter and Full Year 2018 Financial Results and Provides Corporate…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2019-04-17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to Announce First Quarter 2019 Financial Results on Wednesday, May 8, 2019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2019-05-08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Portola Pharmaceuticals Reports First Quarter 2019 Financial Results and Provides Corporate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