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Nov '10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'12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2.63</c:v>
                </c:pt>
                <c:pt idx="1">
                  <c:v>2.6</c:v>
                </c:pt>
                <c:pt idx="2">
                  <c:v>2.52</c:v>
                </c:pt>
                <c:pt idx="3">
                  <c:v>2.45</c:v>
                </c:pt>
                <c:pt idx="4">
                  <c:v>2.49</c:v>
                </c:pt>
                <c:pt idx="5">
                  <c:v>2.4</c:v>
                </c:pt>
                <c:pt idx="6">
                  <c:v>2.48</c:v>
                </c:pt>
                <c:pt idx="7">
                  <c:v>2.45</c:v>
                </c:pt>
                <c:pt idx="8">
                  <c:v>2.5</c:v>
                </c:pt>
                <c:pt idx="9">
                  <c:v>2.91</c:v>
                </c:pt>
                <c:pt idx="10">
                  <c:v>2.85</c:v>
                </c:pt>
                <c:pt idx="11">
                  <c:v>3.14</c:v>
                </c:pt>
                <c:pt idx="12">
                  <c:v>3.08</c:v>
                </c:pt>
                <c:pt idx="13">
                  <c:v>2.99</c:v>
                </c:pt>
                <c:pt idx="14">
                  <c:v>3.18</c:v>
                </c:pt>
                <c:pt idx="15">
                  <c:v>3.02</c:v>
                </c:pt>
                <c:pt idx="16">
                  <c:v>3.95</c:v>
                </c:pt>
                <c:pt idx="17">
                  <c:v>4.15</c:v>
                </c:pt>
                <c:pt idx="18">
                  <c:v>4.54</c:v>
                </c:pt>
                <c:pt idx="19">
                  <c:v>4.75</c:v>
                </c:pt>
                <c:pt idx="20">
                  <c:v>5.35</c:v>
                </c:pt>
                <c:pt idx="21">
                  <c:v>5.52</c:v>
                </c:pt>
                <c:pt idx="22">
                  <c:v>5.93</c:v>
                </c:pt>
                <c:pt idx="23">
                  <c:v>6.05</c:v>
                </c:pt>
                <c:pt idx="24">
                  <c:v>4.89</c:v>
                </c:pt>
                <c:pt idx="25">
                  <c:v>5.69</c:v>
                </c:pt>
                <c:pt idx="26">
                  <c:v>5.99</c:v>
                </c:pt>
                <c:pt idx="27">
                  <c:v>5.7</c:v>
                </c:pt>
                <c:pt idx="28">
                  <c:v>6.41</c:v>
                </c:pt>
                <c:pt idx="29">
                  <c:v>6.21</c:v>
                </c:pt>
                <c:pt idx="30">
                  <c:v>5.99</c:v>
                </c:pt>
                <c:pt idx="31">
                  <c:v>5.71</c:v>
                </c:pt>
                <c:pt idx="32">
                  <c:v>5.93</c:v>
                </c:pt>
                <c:pt idx="33">
                  <c:v>6.37</c:v>
                </c:pt>
                <c:pt idx="34">
                  <c:v>5.91</c:v>
                </c:pt>
                <c:pt idx="35">
                  <c:v>5.54</c:v>
                </c:pt>
                <c:pt idx="36">
                  <c:v>5.47</c:v>
                </c:pt>
                <c:pt idx="37">
                  <c:v>5.09</c:v>
                </c:pt>
                <c:pt idx="38">
                  <c:v>4.4</c:v>
                </c:pt>
                <c:pt idx="39">
                  <c:v>4.1</c:v>
                </c:pt>
                <c:pt idx="40">
                  <c:v>4.14</c:v>
                </c:pt>
                <c:pt idx="41">
                  <c:v>4.41</c:v>
                </c:pt>
                <c:pt idx="42">
                  <c:v>3.95</c:v>
                </c:pt>
                <c:pt idx="43">
                  <c:v>3.87</c:v>
                </c:pt>
                <c:pt idx="44">
                  <c:v>3.96</c:v>
                </c:pt>
                <c:pt idx="45">
                  <c:v>3.66</c:v>
                </c:pt>
                <c:pt idx="46">
                  <c:v>3.7</c:v>
                </c:pt>
                <c:pt idx="47">
                  <c:v>3.71</c:v>
                </c:pt>
                <c:pt idx="48">
                  <c:v>4.11</c:v>
                </c:pt>
                <c:pt idx="49">
                  <c:v>4.16</c:v>
                </c:pt>
                <c:pt idx="50">
                  <c:v>4.64</c:v>
                </c:pt>
                <c:pt idx="51">
                  <c:v>4.21</c:v>
                </c:pt>
                <c:pt idx="52">
                  <c:v>3.52</c:v>
                </c:pt>
                <c:pt idx="53">
                  <c:v>3.46</c:v>
                </c:pt>
                <c:pt idx="54">
                  <c:v>3.26</c:v>
                </c:pt>
                <c:pt idx="55">
                  <c:v>3.77</c:v>
                </c:pt>
                <c:pt idx="56">
                  <c:v>4.08</c:v>
                </c:pt>
                <c:pt idx="57">
                  <c:v>4.18</c:v>
                </c:pt>
                <c:pt idx="58">
                  <c:v>4.65</c:v>
                </c:pt>
                <c:pt idx="59">
                  <c:v>4.38</c:v>
                </c:pt>
                <c:pt idx="60">
                  <c:v>4.25</c:v>
                </c:pt>
                <c:pt idx="61">
                  <c:v>4.51</c:v>
                </c:pt>
                <c:pt idx="62">
                  <c:v>4.67</c:v>
                </c:pt>
                <c:pt idx="63">
                  <c:v>4.62</c:v>
                </c:pt>
                <c:pt idx="64">
                  <c:v>5.0</c:v>
                </c:pt>
                <c:pt idx="65">
                  <c:v>4.69</c:v>
                </c:pt>
                <c:pt idx="66">
                  <c:v>4.74</c:v>
                </c:pt>
                <c:pt idx="67">
                  <c:v>4.98</c:v>
                </c:pt>
                <c:pt idx="68">
                  <c:v>4.7</c:v>
                </c:pt>
                <c:pt idx="69">
                  <c:v>6.06</c:v>
                </c:pt>
                <c:pt idx="70">
                  <c:v>5.81</c:v>
                </c:pt>
                <c:pt idx="71">
                  <c:v>6.48</c:v>
                </c:pt>
                <c:pt idx="72">
                  <c:v>6.26</c:v>
                </c:pt>
                <c:pt idx="73">
                  <c:v>5.9</c:v>
                </c:pt>
                <c:pt idx="74">
                  <c:v>5.59</c:v>
                </c:pt>
                <c:pt idx="75">
                  <c:v>5.89</c:v>
                </c:pt>
                <c:pt idx="76">
                  <c:v>5.92</c:v>
                </c:pt>
                <c:pt idx="77">
                  <c:v>6.1</c:v>
                </c:pt>
                <c:pt idx="78">
                  <c:v>5.56</c:v>
                </c:pt>
                <c:pt idx="79">
                  <c:v>5.17</c:v>
                </c:pt>
                <c:pt idx="80">
                  <c:v>5.44</c:v>
                </c:pt>
                <c:pt idx="81">
                  <c:v>4.91</c:v>
                </c:pt>
                <c:pt idx="82">
                  <c:v>5.17</c:v>
                </c:pt>
                <c:pt idx="83">
                  <c:v>5.01</c:v>
                </c:pt>
                <c:pt idx="84">
                  <c:v>5.24</c:v>
                </c:pt>
                <c:pt idx="85">
                  <c:v>5.22</c:v>
                </c:pt>
                <c:pt idx="86">
                  <c:v>5.32</c:v>
                </c:pt>
                <c:pt idx="87">
                  <c:v>5.57</c:v>
                </c:pt>
                <c:pt idx="88">
                  <c:v>5.84</c:v>
                </c:pt>
                <c:pt idx="89">
                  <c:v>5.86</c:v>
                </c:pt>
                <c:pt idx="90">
                  <c:v>5.4</c:v>
                </c:pt>
                <c:pt idx="91">
                  <c:v>5.13</c:v>
                </c:pt>
                <c:pt idx="92">
                  <c:v>5.51</c:v>
                </c:pt>
                <c:pt idx="93">
                  <c:v>5.26</c:v>
                </c:pt>
                <c:pt idx="94">
                  <c:v>5.35</c:v>
                </c:pt>
                <c:pt idx="95">
                  <c:v>5.39</c:v>
                </c:pt>
                <c:pt idx="96">
                  <c:v>5.79</c:v>
                </c:pt>
                <c:pt idx="97">
                  <c:v>6.89</c:v>
                </c:pt>
                <c:pt idx="98">
                  <c:v>6.79</c:v>
                </c:pt>
                <c:pt idx="99">
                  <c:v>6.81</c:v>
                </c:pt>
                <c:pt idx="100">
                  <c:v>6.96</c:v>
                </c:pt>
                <c:pt idx="101">
                  <c:v>6.36</c:v>
                </c:pt>
                <c:pt idx="102">
                  <c:v>6.3</c:v>
                </c:pt>
                <c:pt idx="103">
                  <c:v>6.15</c:v>
                </c:pt>
                <c:pt idx="104">
                  <c:v>7.96</c:v>
                </c:pt>
                <c:pt idx="105">
                  <c:v>7.96</c:v>
                </c:pt>
                <c:pt idx="106">
                  <c:v>8.0</c:v>
                </c:pt>
                <c:pt idx="107">
                  <c:v>7.97</c:v>
                </c:pt>
                <c:pt idx="108">
                  <c:v>7.97</c:v>
                </c:pt>
                <c:pt idx="109">
                  <c:v>7.99</c:v>
                </c:pt>
                <c:pt idx="110">
                  <c:v>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Nov '10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'12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5">
                  <c:v>3.02</c:v>
                </c:pt>
                <c:pt idx="68">
                  <c:v>4.7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Nov '10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'12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7.96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DUSA PHARMACEUTICALS,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DUSA  ·  acquired by Sun Pharmaceutical Industries Limited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08, 2012   ·   Closed Dec 20, 2012   ·   Status: completed   ·   Pre-ann. volume 0.66×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DUSA PHARMACEUTICALS,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DUSA PHARMACEUTICALS,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29619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8179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021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610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529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073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115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91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243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536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246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121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32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2057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740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DUSA Board holds annual strategic planning meeting and…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DUSA engages Leerink Swann LLC as exclusive financial…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11, 2012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DUSA and Sun Pharmaceutical Industries, Inc. enter into a…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14, 2012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authorizes Leerink to formalize the process and…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Pharma submits non-binding expression of interest at…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Pharma increases its expression of interest to $7.50…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06, 2012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F submits non-binding expression of interest in the…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Pharma submits final binding proposal at $7.70 per…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Pharma submits final offer of $8.00 per share.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submits revised interest at $8.30-$8.50 per…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DUSA Board unanimously approves the Merger Agreement with…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19, 2012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DUSA becomes a wholly-owned subsidiary of…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DUSA PHARMACEUTICALS,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2011-03-04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($3.02→$3.95)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615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2012-03-09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($4.7→$6.06)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DUSA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2012-11-08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DUSA Pharmaceuticals and Sun Pharma Announce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2012-12-14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DUSA Reports Preliminary Phase 2 Results for Levulan Kerastick BASDI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