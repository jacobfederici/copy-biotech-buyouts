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Nov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'22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24.17</c:v>
                </c:pt>
                <c:pt idx="1">
                  <c:v>21.97</c:v>
                </c:pt>
                <c:pt idx="2">
                  <c:v>21.5</c:v>
                </c:pt>
                <c:pt idx="3">
                  <c:v>20.92</c:v>
                </c:pt>
                <c:pt idx="4">
                  <c:v>20.39</c:v>
                </c:pt>
                <c:pt idx="5">
                  <c:v>19.31</c:v>
                </c:pt>
                <c:pt idx="6">
                  <c:v>18.85</c:v>
                </c:pt>
                <c:pt idx="7">
                  <c:v>18.82</c:v>
                </c:pt>
                <c:pt idx="8">
                  <c:v>19.4</c:v>
                </c:pt>
                <c:pt idx="9">
                  <c:v>17.92</c:v>
                </c:pt>
                <c:pt idx="10">
                  <c:v>19.98</c:v>
                </c:pt>
                <c:pt idx="11">
                  <c:v>18.77</c:v>
                </c:pt>
                <c:pt idx="12">
                  <c:v>22.19</c:v>
                </c:pt>
                <c:pt idx="13">
                  <c:v>24.59</c:v>
                </c:pt>
                <c:pt idx="14">
                  <c:v>23.05</c:v>
                </c:pt>
                <c:pt idx="15">
                  <c:v>19.81</c:v>
                </c:pt>
                <c:pt idx="16">
                  <c:v>21.0</c:v>
                </c:pt>
                <c:pt idx="17">
                  <c:v>22.5</c:v>
                </c:pt>
                <c:pt idx="18">
                  <c:v>22.43</c:v>
                </c:pt>
                <c:pt idx="19">
                  <c:v>21.91</c:v>
                </c:pt>
                <c:pt idx="20">
                  <c:v>18.56</c:v>
                </c:pt>
                <c:pt idx="21">
                  <c:v>20.48</c:v>
                </c:pt>
                <c:pt idx="22">
                  <c:v>20.45</c:v>
                </c:pt>
                <c:pt idx="23">
                  <c:v>20.82</c:v>
                </c:pt>
                <c:pt idx="24">
                  <c:v>20.65</c:v>
                </c:pt>
                <c:pt idx="25">
                  <c:v>17.78</c:v>
                </c:pt>
                <c:pt idx="26">
                  <c:v>16.38</c:v>
                </c:pt>
                <c:pt idx="27">
                  <c:v>18.0</c:v>
                </c:pt>
                <c:pt idx="28">
                  <c:v>17.92</c:v>
                </c:pt>
                <c:pt idx="29">
                  <c:v>17.97</c:v>
                </c:pt>
                <c:pt idx="30">
                  <c:v>18.86</c:v>
                </c:pt>
                <c:pt idx="31">
                  <c:v>20.16</c:v>
                </c:pt>
                <c:pt idx="32">
                  <c:v>19.4</c:v>
                </c:pt>
                <c:pt idx="33">
                  <c:v>16.85</c:v>
                </c:pt>
                <c:pt idx="34">
                  <c:v>17.37</c:v>
                </c:pt>
                <c:pt idx="35">
                  <c:v>16.63</c:v>
                </c:pt>
                <c:pt idx="36">
                  <c:v>16.31</c:v>
                </c:pt>
                <c:pt idx="37">
                  <c:v>14.25</c:v>
                </c:pt>
                <c:pt idx="38">
                  <c:v>14.6</c:v>
                </c:pt>
                <c:pt idx="39">
                  <c:v>14.38</c:v>
                </c:pt>
                <c:pt idx="40">
                  <c:v>13.15</c:v>
                </c:pt>
                <c:pt idx="41">
                  <c:v>13.74</c:v>
                </c:pt>
                <c:pt idx="42">
                  <c:v>13.81</c:v>
                </c:pt>
                <c:pt idx="43">
                  <c:v>14.42</c:v>
                </c:pt>
                <c:pt idx="44">
                  <c:v>13.1</c:v>
                </c:pt>
                <c:pt idx="45">
                  <c:v>12.3</c:v>
                </c:pt>
                <c:pt idx="46">
                  <c:v>11.96</c:v>
                </c:pt>
                <c:pt idx="47">
                  <c:v>11.05</c:v>
                </c:pt>
                <c:pt idx="48">
                  <c:v>13.6</c:v>
                </c:pt>
                <c:pt idx="49">
                  <c:v>11.15</c:v>
                </c:pt>
                <c:pt idx="50">
                  <c:v>11.78</c:v>
                </c:pt>
                <c:pt idx="51">
                  <c:v>14.12</c:v>
                </c:pt>
                <c:pt idx="52">
                  <c:v>12.53</c:v>
                </c:pt>
                <c:pt idx="53">
                  <c:v>10.84</c:v>
                </c:pt>
                <c:pt idx="54">
                  <c:v>10.56</c:v>
                </c:pt>
                <c:pt idx="55">
                  <c:v>11.08</c:v>
                </c:pt>
                <c:pt idx="56">
                  <c:v>12.2</c:v>
                </c:pt>
                <c:pt idx="57">
                  <c:v>14.14</c:v>
                </c:pt>
                <c:pt idx="58">
                  <c:v>16.62</c:v>
                </c:pt>
                <c:pt idx="59">
                  <c:v>18.26</c:v>
                </c:pt>
                <c:pt idx="60">
                  <c:v>16.0</c:v>
                </c:pt>
                <c:pt idx="61">
                  <c:v>13.63</c:v>
                </c:pt>
                <c:pt idx="62">
                  <c:v>12.98</c:v>
                </c:pt>
                <c:pt idx="63">
                  <c:v>11.7</c:v>
                </c:pt>
                <c:pt idx="64">
                  <c:v>10.75</c:v>
                </c:pt>
                <c:pt idx="65">
                  <c:v>10.18</c:v>
                </c:pt>
                <c:pt idx="66">
                  <c:v>9.49</c:v>
                </c:pt>
                <c:pt idx="67">
                  <c:v>10.95</c:v>
                </c:pt>
                <c:pt idx="68">
                  <c:v>8.58</c:v>
                </c:pt>
                <c:pt idx="69">
                  <c:v>11.44</c:v>
                </c:pt>
                <c:pt idx="70">
                  <c:v>12.59</c:v>
                </c:pt>
                <c:pt idx="71">
                  <c:v>11.94</c:v>
                </c:pt>
                <c:pt idx="72">
                  <c:v>11.2</c:v>
                </c:pt>
                <c:pt idx="73">
                  <c:v>8.89</c:v>
                </c:pt>
                <c:pt idx="74">
                  <c:v>8.53</c:v>
                </c:pt>
                <c:pt idx="75">
                  <c:v>6.99</c:v>
                </c:pt>
                <c:pt idx="76">
                  <c:v>6.38</c:v>
                </c:pt>
                <c:pt idx="77">
                  <c:v>5.92</c:v>
                </c:pt>
                <c:pt idx="78">
                  <c:v>4.95</c:v>
                </c:pt>
                <c:pt idx="79">
                  <c:v>3.99</c:v>
                </c:pt>
                <c:pt idx="80">
                  <c:v>4.07</c:v>
                </c:pt>
                <c:pt idx="81">
                  <c:v>3.86</c:v>
                </c:pt>
                <c:pt idx="82">
                  <c:v>4.01</c:v>
                </c:pt>
                <c:pt idx="83">
                  <c:v>3.68</c:v>
                </c:pt>
                <c:pt idx="84">
                  <c:v>4.61</c:v>
                </c:pt>
                <c:pt idx="85">
                  <c:v>4.42</c:v>
                </c:pt>
                <c:pt idx="86">
                  <c:v>4.55</c:v>
                </c:pt>
                <c:pt idx="87">
                  <c:v>4.43</c:v>
                </c:pt>
                <c:pt idx="88">
                  <c:v>6.07</c:v>
                </c:pt>
                <c:pt idx="89">
                  <c:v>6.03</c:v>
                </c:pt>
                <c:pt idx="90">
                  <c:v>7.9</c:v>
                </c:pt>
                <c:pt idx="91">
                  <c:v>7.01</c:v>
                </c:pt>
                <c:pt idx="92">
                  <c:v>6.93</c:v>
                </c:pt>
                <c:pt idx="93">
                  <c:v>6.43</c:v>
                </c:pt>
                <c:pt idx="94">
                  <c:v>6.28</c:v>
                </c:pt>
                <c:pt idx="95">
                  <c:v>7.2</c:v>
                </c:pt>
                <c:pt idx="96">
                  <c:v>6.74</c:v>
                </c:pt>
                <c:pt idx="97">
                  <c:v>6.66</c:v>
                </c:pt>
                <c:pt idx="98">
                  <c:v>5.62</c:v>
                </c:pt>
                <c:pt idx="99">
                  <c:v>7.08</c:v>
                </c:pt>
                <c:pt idx="100">
                  <c:v>6.94</c:v>
                </c:pt>
                <c:pt idx="101">
                  <c:v>7.78</c:v>
                </c:pt>
                <c:pt idx="102">
                  <c:v>7.94</c:v>
                </c:pt>
                <c:pt idx="103">
                  <c:v>8.35</c:v>
                </c:pt>
                <c:pt idx="104">
                  <c:v>11.18</c:v>
                </c:pt>
                <c:pt idx="105">
                  <c:v>11.19</c:v>
                </c:pt>
                <c:pt idx="106">
                  <c:v>11.16</c:v>
                </c:pt>
                <c:pt idx="107">
                  <c:v>11.12</c:v>
                </c:pt>
                <c:pt idx="108">
                  <c:v>11.12</c:v>
                </c:pt>
                <c:pt idx="109">
                  <c:v>11.12</c:v>
                </c:pt>
                <c:pt idx="110">
                  <c:v>11.13</c:v>
                </c:pt>
                <c:pt idx="111">
                  <c:v>11.17</c:v>
                </c:pt>
                <c:pt idx="112">
                  <c:v>11.17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Nov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'22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47">
                  <c:v>11.05</c:v>
                </c:pt>
                <c:pt idx="67">
                  <c:v>10.95</c:v>
                </c:pt>
                <c:pt idx="72">
                  <c:v>11.2</c:v>
                </c:pt>
                <c:pt idx="89">
                  <c:v>6.03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Nov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'22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68">
                  <c:v>8.58</c:v>
                </c:pt>
                <c:pt idx="83">
                  <c:v>3.68</c:v>
                </c:pt>
                <c:pt idx="87">
                  <c:v>4.43</c:v>
                </c:pt>
                <c:pt idx="98">
                  <c:v>5.62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Nov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'22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Sheet1!$E$2:$E$114</c:f>
              <c:numCache>
                <c:formatCode>General</c:formatCode>
                <c:ptCount val="113"/>
                <c:pt idx="104">
                  <c:v>11.18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Oyster Point Pharma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OYST  ·  acquired by Viatris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07, 2022   ·   Closed Jan 03, 2023   ·   Status: completed   ·   Pre-ann. volume 0.84×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Oyster Point Pharma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Oyster Point Pharma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6889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5449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876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28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186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969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734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124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634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375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1402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9012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02, 2021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Oyster Point and Viatris enter into a mutual…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Oyster Point Board authorizes management to explore…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Viatris executives meet with Oyster Point CEO Jeffrey Nau…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05,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Viatris verbally indicates a valuation range of $11.00 to…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12,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Oyster Point counters at $16.00 per share; Viatris refuses…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Oyster Point enters into a 30-day exclusivity period with…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Viatris submits a revised proposal of $10.00 upfront plus…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Viatris increases upfront cash to $11.00 per share, stating…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Oyster Point Board unanimously approves the Merger…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31, 2022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85.3%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03,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Oyster Point becomes a wholly owned…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Oyster Point Pharma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+37%  ($4.43→$6.07)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($8.58→$11.44)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($6.03→$7.9)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94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2022-10-07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($5.62→$7.08)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($3.68→$4.61)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136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($11.05→$13.6)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388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($10.95→$8.58)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248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2022-04-08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($11.2→$8.89)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213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Oyster Point 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Oyster Point Pharma Reports Second Quarter 2022 Financial Results and Recent Business Highlights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Oyster Point Pharma To Report Third Quarter 2022 Financial Results On November 10, 2022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Oyster Point Pharma To Report Third Quarter 2022 Financial Results On November 10, 2022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Oyster Point Pharma Reports Third Quarter 2022 Financial Results and Recent Business Highlights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Oyster Point Pharma Reports Third Quarter 2022 Financial Results and Recent Business Highlights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Contact the M&amp;amp;A Class Action Firm to Inquire about its Investigation of the Merger –…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Reminds Investors of Its Ongoing Inquiry Regarding the…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EQUITY ALERT: Contact the M&amp;amp;A Class Action Firm Regarding Its Investigation of the Merger – ELVT, OYST…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INVESTOR ALERT: The M&amp;amp;A Class Action Firm Launches Legal Inquiry Regarding the Merger – IMGO, OYST…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