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2.75</c:v>
                </c:pt>
                <c:pt idx="1">
                  <c:v>2.93</c:v>
                </c:pt>
                <c:pt idx="2">
                  <c:v>2.81</c:v>
                </c:pt>
                <c:pt idx="3">
                  <c:v>2.7</c:v>
                </c:pt>
                <c:pt idx="4">
                  <c:v>2.86</c:v>
                </c:pt>
                <c:pt idx="5">
                  <c:v>10.9</c:v>
                </c:pt>
                <c:pt idx="6">
                  <c:v>14.0</c:v>
                </c:pt>
                <c:pt idx="7">
                  <c:v>16.78</c:v>
                </c:pt>
                <c:pt idx="8">
                  <c:v>16.44</c:v>
                </c:pt>
                <c:pt idx="9">
                  <c:v>16.68</c:v>
                </c:pt>
                <c:pt idx="10">
                  <c:v>19.5</c:v>
                </c:pt>
                <c:pt idx="11">
                  <c:v>19.0</c:v>
                </c:pt>
                <c:pt idx="12">
                  <c:v>18.62</c:v>
                </c:pt>
                <c:pt idx="13">
                  <c:v>20.0</c:v>
                </c:pt>
                <c:pt idx="14">
                  <c:v>23.6</c:v>
                </c:pt>
                <c:pt idx="15">
                  <c:v>26.18</c:v>
                </c:pt>
                <c:pt idx="16">
                  <c:v>26.26</c:v>
                </c:pt>
                <c:pt idx="17">
                  <c:v>30.49</c:v>
                </c:pt>
                <c:pt idx="18">
                  <c:v>31.48</c:v>
                </c:pt>
                <c:pt idx="19">
                  <c:v>36.71</c:v>
                </c:pt>
                <c:pt idx="20">
                  <c:v>35.16</c:v>
                </c:pt>
                <c:pt idx="21">
                  <c:v>36.75</c:v>
                </c:pt>
                <c:pt idx="22">
                  <c:v>42.66</c:v>
                </c:pt>
                <c:pt idx="23">
                  <c:v>36.67</c:v>
                </c:pt>
                <c:pt idx="24">
                  <c:v>42.59</c:v>
                </c:pt>
                <c:pt idx="25">
                  <c:v>41.78</c:v>
                </c:pt>
                <c:pt idx="26">
                  <c:v>43.19</c:v>
                </c:pt>
                <c:pt idx="27">
                  <c:v>24.67</c:v>
                </c:pt>
                <c:pt idx="28">
                  <c:v>22.9</c:v>
                </c:pt>
                <c:pt idx="29">
                  <c:v>22.61</c:v>
                </c:pt>
                <c:pt idx="30">
                  <c:v>20.15</c:v>
                </c:pt>
                <c:pt idx="31">
                  <c:v>15.45</c:v>
                </c:pt>
                <c:pt idx="32">
                  <c:v>15.68</c:v>
                </c:pt>
                <c:pt idx="33">
                  <c:v>15.84</c:v>
                </c:pt>
                <c:pt idx="34">
                  <c:v>14.5</c:v>
                </c:pt>
                <c:pt idx="35">
                  <c:v>15.04</c:v>
                </c:pt>
                <c:pt idx="36">
                  <c:v>13.45</c:v>
                </c:pt>
                <c:pt idx="37">
                  <c:v>13.77</c:v>
                </c:pt>
                <c:pt idx="38">
                  <c:v>13.93</c:v>
                </c:pt>
                <c:pt idx="39">
                  <c:v>16.96</c:v>
                </c:pt>
                <c:pt idx="40">
                  <c:v>15.3</c:v>
                </c:pt>
                <c:pt idx="41">
                  <c:v>12.86</c:v>
                </c:pt>
                <c:pt idx="42">
                  <c:v>12.53</c:v>
                </c:pt>
                <c:pt idx="43">
                  <c:v>14.91</c:v>
                </c:pt>
                <c:pt idx="44">
                  <c:v>14.71</c:v>
                </c:pt>
                <c:pt idx="45">
                  <c:v>17.95</c:v>
                </c:pt>
                <c:pt idx="46">
                  <c:v>15.94</c:v>
                </c:pt>
                <c:pt idx="47">
                  <c:v>13.97</c:v>
                </c:pt>
                <c:pt idx="48">
                  <c:v>13.96</c:v>
                </c:pt>
                <c:pt idx="49">
                  <c:v>15.79</c:v>
                </c:pt>
                <c:pt idx="50">
                  <c:v>16.85</c:v>
                </c:pt>
                <c:pt idx="51">
                  <c:v>15.35</c:v>
                </c:pt>
                <c:pt idx="52">
                  <c:v>19.27</c:v>
                </c:pt>
                <c:pt idx="53">
                  <c:v>23.02</c:v>
                </c:pt>
                <c:pt idx="54">
                  <c:v>25.0</c:v>
                </c:pt>
                <c:pt idx="55">
                  <c:v>26.73</c:v>
                </c:pt>
                <c:pt idx="56">
                  <c:v>25.15</c:v>
                </c:pt>
                <c:pt idx="57">
                  <c:v>28.26</c:v>
                </c:pt>
                <c:pt idx="58">
                  <c:v>26.59</c:v>
                </c:pt>
                <c:pt idx="59">
                  <c:v>26.3</c:v>
                </c:pt>
                <c:pt idx="60">
                  <c:v>28.76</c:v>
                </c:pt>
                <c:pt idx="61">
                  <c:v>25.36</c:v>
                </c:pt>
                <c:pt idx="62">
                  <c:v>23.01</c:v>
                </c:pt>
                <c:pt idx="63">
                  <c:v>26.04</c:v>
                </c:pt>
                <c:pt idx="64">
                  <c:v>25.93</c:v>
                </c:pt>
                <c:pt idx="65">
                  <c:v>21.81</c:v>
                </c:pt>
                <c:pt idx="66">
                  <c:v>20.65</c:v>
                </c:pt>
                <c:pt idx="67">
                  <c:v>20.68</c:v>
                </c:pt>
                <c:pt idx="68">
                  <c:v>21.43</c:v>
                </c:pt>
                <c:pt idx="69">
                  <c:v>19.7</c:v>
                </c:pt>
                <c:pt idx="70">
                  <c:v>18.0</c:v>
                </c:pt>
                <c:pt idx="71">
                  <c:v>17.54</c:v>
                </c:pt>
                <c:pt idx="72">
                  <c:v>16.06</c:v>
                </c:pt>
                <c:pt idx="73">
                  <c:v>14.28</c:v>
                </c:pt>
                <c:pt idx="74">
                  <c:v>13.83</c:v>
                </c:pt>
                <c:pt idx="75">
                  <c:v>12.21</c:v>
                </c:pt>
                <c:pt idx="76">
                  <c:v>13.09</c:v>
                </c:pt>
                <c:pt idx="77">
                  <c:v>14.38</c:v>
                </c:pt>
                <c:pt idx="78">
                  <c:v>18.8</c:v>
                </c:pt>
                <c:pt idx="79">
                  <c:v>17.15</c:v>
                </c:pt>
                <c:pt idx="80">
                  <c:v>16.65</c:v>
                </c:pt>
                <c:pt idx="81">
                  <c:v>12.83</c:v>
                </c:pt>
                <c:pt idx="82">
                  <c:v>13.1</c:v>
                </c:pt>
                <c:pt idx="83">
                  <c:v>16.01</c:v>
                </c:pt>
                <c:pt idx="84">
                  <c:v>16.89</c:v>
                </c:pt>
                <c:pt idx="85">
                  <c:v>16.3</c:v>
                </c:pt>
                <c:pt idx="86">
                  <c:v>15.1</c:v>
                </c:pt>
                <c:pt idx="87">
                  <c:v>16.56</c:v>
                </c:pt>
                <c:pt idx="88">
                  <c:v>15.32</c:v>
                </c:pt>
                <c:pt idx="89">
                  <c:v>16.68</c:v>
                </c:pt>
                <c:pt idx="90">
                  <c:v>19.27</c:v>
                </c:pt>
                <c:pt idx="91">
                  <c:v>19.68</c:v>
                </c:pt>
                <c:pt idx="92">
                  <c:v>16.64</c:v>
                </c:pt>
                <c:pt idx="93">
                  <c:v>16.54</c:v>
                </c:pt>
                <c:pt idx="94">
                  <c:v>16.42</c:v>
                </c:pt>
                <c:pt idx="95">
                  <c:v>17.98</c:v>
                </c:pt>
                <c:pt idx="96">
                  <c:v>18.48</c:v>
                </c:pt>
                <c:pt idx="97">
                  <c:v>19.77</c:v>
                </c:pt>
                <c:pt idx="98">
                  <c:v>21.76</c:v>
                </c:pt>
                <c:pt idx="99">
                  <c:v>20.72</c:v>
                </c:pt>
                <c:pt idx="100">
                  <c:v>22.57</c:v>
                </c:pt>
                <c:pt idx="101">
                  <c:v>23.31</c:v>
                </c:pt>
                <c:pt idx="102">
                  <c:v>23.4</c:v>
                </c:pt>
                <c:pt idx="103">
                  <c:v>26.74</c:v>
                </c:pt>
                <c:pt idx="104">
                  <c:v>47.61</c:v>
                </c:pt>
                <c:pt idx="105">
                  <c:v>47.73</c:v>
                </c:pt>
                <c:pt idx="106">
                  <c:v>47.74</c:v>
                </c:pt>
                <c:pt idx="107">
                  <c:v>47.9</c:v>
                </c:pt>
                <c:pt idx="108">
                  <c:v>47.87</c:v>
                </c:pt>
                <c:pt idx="109">
                  <c:v>47.9</c:v>
                </c:pt>
                <c:pt idx="110">
                  <c:v>47.98</c:v>
                </c:pt>
                <c:pt idx="111">
                  <c:v>47.98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4">
                  <c:v>2.86</c:v>
                </c:pt>
                <c:pt idx="5">
                  <c:v>10.9</c:v>
                </c:pt>
                <c:pt idx="77">
                  <c:v>14.38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26">
                  <c:v>43.19</c:v>
                </c:pt>
                <c:pt idx="30">
                  <c:v>20.15</c:v>
                </c:pt>
                <c:pt idx="38">
                  <c:v>13.93</c:v>
                </c:pt>
                <c:pt idx="44">
                  <c:v>14.71</c:v>
                </c:pt>
                <c:pt idx="51">
                  <c:v>15.35</c:v>
                </c:pt>
                <c:pt idx="80">
                  <c:v>16.65</c:v>
                </c:pt>
                <c:pt idx="82">
                  <c:v>13.1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  <c:pt idx="111">
                  <c:v/>
                </c:pt>
              </c:strCache>
            </c:strRef>
          </c:cat>
          <c:val>
            <c:numRef>
              <c:f>Sheet1!$E$2:$E$113</c:f>
              <c:numCache>
                <c:formatCode>General</c:formatCode>
                <c:ptCount val="112"/>
                <c:pt idx="104">
                  <c:v>47.61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Tourmaline 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TRML  ·  acquired by Novartis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09, 2025   ·   Closed Oct 28, 2025   ·   Status: completed   ·   Pre-ann. volume 0.85×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Tourmaline 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Tourmaline 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2448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1008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5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51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726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171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394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839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92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066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288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696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47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258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initial non-binding proposal of $28.00…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Tourmaline Board rejects Company A's $28.00 proposal as…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Tourmaline announces positive topline results from Phase 2…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22,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initial proposal of $25.00 cash plus $7.00…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updated proposal of $31.00 per share in…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increases offer to $32.00 per share in all-cash.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06,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proposes $33.50 cash plus $5.00 CVR ($38.50…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increases offer to $38.00 per share in cash.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Bids: Novartis at $48.00 cash; Company A at $43.00…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Tourmaline Board unanimously approves Merger Agreement with…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92.94%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28,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Tourmaline becomes an indirect wholly…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Tourmaline 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10 unexplained pre-announcement move weeks (of 11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2023-10-20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+281%  ($2.86→$10.9)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-43%  ($43.19→$24.67)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2025-03-14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($14.38→$18.8)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2023-10-27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($10.9→$14)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2024-09-13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($15.35→$19.27)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361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($20.15→$15.45)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($16.65→$12.83)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($13.1→$16.01)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144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Tourmaline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Tourmaline Bio Presents Data from the Ongoing Phase 2 TRANQUILITY Trial at the 2025 European Society of…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Tourmaline Bio highlights positive phase 2 pacibekitug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 market today: Dow, S&amp;amp;P 500, Nasdaq drift as Wall Street braces for revision to jobs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 market today: Dow, S&amp;amp;P 500, Nasdaq climb to records as sharp jobs revision sets stage for…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 market today: Dow, S&amp;amp;P 500, Nasdaq edge up after US jobs data is revised sharply 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 market today: Dow, S&amp;amp;P 500, Nasdaq nudge up as Wall Street braces for revision to jobs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 market today: Dow, S&amp;amp;P 500, Nasdaq waver after US jobs data is revised sharply down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Continues to Investigate Merger – TRML, PNFP, MRCC, and UNP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NVS Reports Positive Late-Stage Data on Kidney Disease Drug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