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Apr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5.07</c:v>
                </c:pt>
                <c:pt idx="1">
                  <c:v>5.24</c:v>
                </c:pt>
                <c:pt idx="2">
                  <c:v>5.31</c:v>
                </c:pt>
                <c:pt idx="3">
                  <c:v>5.09</c:v>
                </c:pt>
                <c:pt idx="4">
                  <c:v>4.85</c:v>
                </c:pt>
                <c:pt idx="5">
                  <c:v>5.27</c:v>
                </c:pt>
                <c:pt idx="6">
                  <c:v>5.22</c:v>
                </c:pt>
                <c:pt idx="7">
                  <c:v>5.21</c:v>
                </c:pt>
                <c:pt idx="8">
                  <c:v>5.14</c:v>
                </c:pt>
                <c:pt idx="9">
                  <c:v>5.62</c:v>
                </c:pt>
                <c:pt idx="10">
                  <c:v>7.25</c:v>
                </c:pt>
                <c:pt idx="11">
                  <c:v>7.17</c:v>
                </c:pt>
                <c:pt idx="12">
                  <c:v>7.02</c:v>
                </c:pt>
                <c:pt idx="13">
                  <c:v>5.87</c:v>
                </c:pt>
                <c:pt idx="14">
                  <c:v>5.38</c:v>
                </c:pt>
                <c:pt idx="15">
                  <c:v>5.24</c:v>
                </c:pt>
                <c:pt idx="16">
                  <c:v>5.08</c:v>
                </c:pt>
                <c:pt idx="17">
                  <c:v>4.79</c:v>
                </c:pt>
                <c:pt idx="18">
                  <c:v>4.83</c:v>
                </c:pt>
                <c:pt idx="19">
                  <c:v>4.92</c:v>
                </c:pt>
                <c:pt idx="20">
                  <c:v>5.07</c:v>
                </c:pt>
                <c:pt idx="21">
                  <c:v>4.91</c:v>
                </c:pt>
                <c:pt idx="22">
                  <c:v>4.54</c:v>
                </c:pt>
                <c:pt idx="23">
                  <c:v>5.02</c:v>
                </c:pt>
                <c:pt idx="24">
                  <c:v>4.54</c:v>
                </c:pt>
                <c:pt idx="25">
                  <c:v>4.4</c:v>
                </c:pt>
                <c:pt idx="26">
                  <c:v>4.9</c:v>
                </c:pt>
                <c:pt idx="27">
                  <c:v>5.61</c:v>
                </c:pt>
                <c:pt idx="28">
                  <c:v>5.8</c:v>
                </c:pt>
                <c:pt idx="29">
                  <c:v>6.05</c:v>
                </c:pt>
                <c:pt idx="30">
                  <c:v>6.01</c:v>
                </c:pt>
                <c:pt idx="31">
                  <c:v>5.4</c:v>
                </c:pt>
                <c:pt idx="32">
                  <c:v>5.25</c:v>
                </c:pt>
                <c:pt idx="33">
                  <c:v>4.47</c:v>
                </c:pt>
                <c:pt idx="34">
                  <c:v>4.47</c:v>
                </c:pt>
                <c:pt idx="35">
                  <c:v>4.67</c:v>
                </c:pt>
                <c:pt idx="36">
                  <c:v>4.75</c:v>
                </c:pt>
                <c:pt idx="37">
                  <c:v>4.5</c:v>
                </c:pt>
                <c:pt idx="38">
                  <c:v>4.66</c:v>
                </c:pt>
                <c:pt idx="39">
                  <c:v>4.53</c:v>
                </c:pt>
                <c:pt idx="40">
                  <c:v>4.58</c:v>
                </c:pt>
                <c:pt idx="41">
                  <c:v>5.05</c:v>
                </c:pt>
                <c:pt idx="42">
                  <c:v>5.12</c:v>
                </c:pt>
                <c:pt idx="43">
                  <c:v>5.21</c:v>
                </c:pt>
                <c:pt idx="44">
                  <c:v>5.1</c:v>
                </c:pt>
                <c:pt idx="45">
                  <c:v>4.2</c:v>
                </c:pt>
                <c:pt idx="46">
                  <c:v>4.32</c:v>
                </c:pt>
                <c:pt idx="47">
                  <c:v>3.96</c:v>
                </c:pt>
                <c:pt idx="48">
                  <c:v>3.8</c:v>
                </c:pt>
                <c:pt idx="49">
                  <c:v>3.9</c:v>
                </c:pt>
                <c:pt idx="50">
                  <c:v>3.45</c:v>
                </c:pt>
                <c:pt idx="51">
                  <c:v>3.93</c:v>
                </c:pt>
                <c:pt idx="52">
                  <c:v>3.98</c:v>
                </c:pt>
                <c:pt idx="53">
                  <c:v>4.04</c:v>
                </c:pt>
                <c:pt idx="54">
                  <c:v>3.89</c:v>
                </c:pt>
                <c:pt idx="55">
                  <c:v>3.66</c:v>
                </c:pt>
                <c:pt idx="56">
                  <c:v>2.59</c:v>
                </c:pt>
                <c:pt idx="57">
                  <c:v>3.4</c:v>
                </c:pt>
                <c:pt idx="58">
                  <c:v>3.42</c:v>
                </c:pt>
                <c:pt idx="59">
                  <c:v>3.46</c:v>
                </c:pt>
                <c:pt idx="60">
                  <c:v>3.38</c:v>
                </c:pt>
                <c:pt idx="61">
                  <c:v>2.9</c:v>
                </c:pt>
                <c:pt idx="62">
                  <c:v>3.6</c:v>
                </c:pt>
                <c:pt idx="63">
                  <c:v>4.32</c:v>
                </c:pt>
                <c:pt idx="64">
                  <c:v>4.78</c:v>
                </c:pt>
                <c:pt idx="65">
                  <c:v>4.47</c:v>
                </c:pt>
                <c:pt idx="66">
                  <c:v>4.45</c:v>
                </c:pt>
                <c:pt idx="67">
                  <c:v>4.53</c:v>
                </c:pt>
                <c:pt idx="68">
                  <c:v>6.1</c:v>
                </c:pt>
                <c:pt idx="69">
                  <c:v>6.0</c:v>
                </c:pt>
                <c:pt idx="70">
                  <c:v>5.82</c:v>
                </c:pt>
                <c:pt idx="71">
                  <c:v>6.4</c:v>
                </c:pt>
                <c:pt idx="72">
                  <c:v>6.99</c:v>
                </c:pt>
                <c:pt idx="73">
                  <c:v>6.41</c:v>
                </c:pt>
                <c:pt idx="74">
                  <c:v>6.92</c:v>
                </c:pt>
                <c:pt idx="75">
                  <c:v>7.32</c:v>
                </c:pt>
                <c:pt idx="76">
                  <c:v>6.0</c:v>
                </c:pt>
                <c:pt idx="77">
                  <c:v>5.36</c:v>
                </c:pt>
                <c:pt idx="78">
                  <c:v>5.79</c:v>
                </c:pt>
                <c:pt idx="79">
                  <c:v>5.44</c:v>
                </c:pt>
                <c:pt idx="80">
                  <c:v>5.06</c:v>
                </c:pt>
                <c:pt idx="81">
                  <c:v>4.49</c:v>
                </c:pt>
                <c:pt idx="82">
                  <c:v>4.05</c:v>
                </c:pt>
                <c:pt idx="83">
                  <c:v>0.65</c:v>
                </c:pt>
                <c:pt idx="84">
                  <c:v>0.77</c:v>
                </c:pt>
                <c:pt idx="85">
                  <c:v>1.01</c:v>
                </c:pt>
                <c:pt idx="86">
                  <c:v>0.87</c:v>
                </c:pt>
                <c:pt idx="87">
                  <c:v>0.94</c:v>
                </c:pt>
                <c:pt idx="88">
                  <c:v>0.88</c:v>
                </c:pt>
                <c:pt idx="89">
                  <c:v>0.9</c:v>
                </c:pt>
                <c:pt idx="90">
                  <c:v>0.92</c:v>
                </c:pt>
                <c:pt idx="91">
                  <c:v>1.07</c:v>
                </c:pt>
                <c:pt idx="92">
                  <c:v>1.02</c:v>
                </c:pt>
                <c:pt idx="93">
                  <c:v>0.98</c:v>
                </c:pt>
                <c:pt idx="94">
                  <c:v>0.88</c:v>
                </c:pt>
                <c:pt idx="95">
                  <c:v>0.86</c:v>
                </c:pt>
                <c:pt idx="96">
                  <c:v>1.0</c:v>
                </c:pt>
                <c:pt idx="97">
                  <c:v>1.0</c:v>
                </c:pt>
                <c:pt idx="98">
                  <c:v>0.97</c:v>
                </c:pt>
                <c:pt idx="99">
                  <c:v>0.92</c:v>
                </c:pt>
                <c:pt idx="100">
                  <c:v>0.81</c:v>
                </c:pt>
                <c:pt idx="101">
                  <c:v>0.89</c:v>
                </c:pt>
                <c:pt idx="102">
                  <c:v>0.7</c:v>
                </c:pt>
                <c:pt idx="103">
                  <c:v>0.71</c:v>
                </c:pt>
                <c:pt idx="104">
                  <c:v>0.66</c:v>
                </c:pt>
                <c:pt idx="105">
                  <c:v>1.04</c:v>
                </c:pt>
                <c:pt idx="106">
                  <c:v>1.06</c:v>
                </c:pt>
                <c:pt idx="107">
                  <c:v>1.07</c:v>
                </c:pt>
                <c:pt idx="108">
                  <c:v>1.05</c:v>
                </c:pt>
                <c:pt idx="109">
                  <c:v>1.06</c:v>
                </c:pt>
                <c:pt idx="110">
                  <c:v>1.06</c:v>
                </c:pt>
                <c:pt idx="111">
                  <c:v>1.05</c:v>
                </c:pt>
                <c:pt idx="112">
                  <c:v>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Apr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9">
                  <c:v>5.62</c:v>
                </c:pt>
                <c:pt idx="55">
                  <c:v>3.66</c:v>
                </c:pt>
                <c:pt idx="56">
                  <c:v>2.59</c:v>
                </c:pt>
                <c:pt idx="67">
                  <c:v>4.53</c:v>
                </c:pt>
                <c:pt idx="82">
                  <c:v>4.05</c:v>
                </c:pt>
                <c:pt idx="101">
                  <c:v>0.89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Apr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61">
                  <c:v>2.9</c:v>
                </c:pt>
                <c:pt idx="84">
                  <c:v>0.77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Apr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May '23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5">
                  <c:v>1.04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Satsuma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STSA  ·  acquired by Shin Nippon Biomedical Laboratories,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16, 2023   ·   Closed Jun 08, 2023   ·   Status: completed   ·   Pre-ann. volume 1.1×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Satsuma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Satsuma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6952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5512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25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025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363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191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5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311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93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747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1466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861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447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Satsuma Board directs management to engage Lazard on an…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Satsuma announces topline results from SUMMIT Phase 3…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publicly announces it will explore strategic…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SNBL representative Ken Takanashi indicates SNBL may be…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SNBL submits non-binding proposal to acquire Satsuma for…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Satsuma Board directs management to counter SNBL's proposal…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SNBL submits revised proposal: net cash plus $2 million and…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Satsuma counters with net cash plus $2.5 million and a CVR…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SNBL accepts Satsuma's terms with minor adjustments to CVR…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Satsuma Board approves the Merger Agreement; parties…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tender offer.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~66% of shares tendered.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Section 251(h) of the DGCL.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Satsuma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2022-11-18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-84%  ($4.05→$0.65)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($4.53→$6.1)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($2.59→$3.4)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($0.77→$1.01)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($3.66→$2.59)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2021-06-25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($5.62→$7.25)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($2.9→$3.6)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($0.89→$0.7)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Satsuma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Satsuma Pharmaceuticals Reports Fourth Quarter and Full Year 2022 Financial Results and Recent Business…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Satsuma Pharmaceuticals Reports Fourth Quarter and Full Year 2022 Financial Results and Recent Business…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the Investigation of the Merger – TESS, OSH…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STSA, MYBF, TRTN, CHRA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CVT, STSA, INDT, ROCC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MGTA, STSA, ROCC, CVT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Satsuma Pharmaceuticals Announces FDA Acceptance of 505(b)(2) NDA for STS101, a Novel and Investigational…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Satsuma Pharmaceuticals Announces FDA Acceptance of 505(b)(2) NDA for STS101, a Novel and Investigational…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STSA, CHRA, MYBF, ROCC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