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Apr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9.39</c:v>
                </c:pt>
                <c:pt idx="1">
                  <c:v>9.31</c:v>
                </c:pt>
                <c:pt idx="2">
                  <c:v>9.08</c:v>
                </c:pt>
                <c:pt idx="3">
                  <c:v>9.2</c:v>
                </c:pt>
                <c:pt idx="4">
                  <c:v>8.66</c:v>
                </c:pt>
                <c:pt idx="5">
                  <c:v>8.3</c:v>
                </c:pt>
                <c:pt idx="6">
                  <c:v>8.32</c:v>
                </c:pt>
                <c:pt idx="7">
                  <c:v>8.67</c:v>
                </c:pt>
                <c:pt idx="8">
                  <c:v>9.31</c:v>
                </c:pt>
                <c:pt idx="9">
                  <c:v>10.07</c:v>
                </c:pt>
                <c:pt idx="10">
                  <c:v>9.97</c:v>
                </c:pt>
                <c:pt idx="11">
                  <c:v>9.97</c:v>
                </c:pt>
                <c:pt idx="12">
                  <c:v>9.79</c:v>
                </c:pt>
                <c:pt idx="13">
                  <c:v>8.95</c:v>
                </c:pt>
                <c:pt idx="14">
                  <c:v>9.32</c:v>
                </c:pt>
                <c:pt idx="15">
                  <c:v>9.82</c:v>
                </c:pt>
                <c:pt idx="16">
                  <c:v>10.36</c:v>
                </c:pt>
                <c:pt idx="17">
                  <c:v>9.76</c:v>
                </c:pt>
                <c:pt idx="18">
                  <c:v>10.5</c:v>
                </c:pt>
                <c:pt idx="19">
                  <c:v>10.64</c:v>
                </c:pt>
                <c:pt idx="20">
                  <c:v>10.99</c:v>
                </c:pt>
                <c:pt idx="21">
                  <c:v>10.85</c:v>
                </c:pt>
                <c:pt idx="22">
                  <c:v>10.98</c:v>
                </c:pt>
                <c:pt idx="23">
                  <c:v>9.98</c:v>
                </c:pt>
                <c:pt idx="24">
                  <c:v>9.94</c:v>
                </c:pt>
                <c:pt idx="25">
                  <c:v>9.95</c:v>
                </c:pt>
                <c:pt idx="26">
                  <c:v>9.99</c:v>
                </c:pt>
                <c:pt idx="27">
                  <c:v>10.77</c:v>
                </c:pt>
                <c:pt idx="28">
                  <c:v>11.79</c:v>
                </c:pt>
                <c:pt idx="29">
                  <c:v>11.6</c:v>
                </c:pt>
                <c:pt idx="30">
                  <c:v>11.17</c:v>
                </c:pt>
                <c:pt idx="31">
                  <c:v>11.52</c:v>
                </c:pt>
                <c:pt idx="32">
                  <c:v>11.43</c:v>
                </c:pt>
                <c:pt idx="33">
                  <c:v>11.27</c:v>
                </c:pt>
                <c:pt idx="34">
                  <c:v>11.42</c:v>
                </c:pt>
                <c:pt idx="35">
                  <c:v>11.53</c:v>
                </c:pt>
                <c:pt idx="36">
                  <c:v>11.17</c:v>
                </c:pt>
                <c:pt idx="37">
                  <c:v>10.9</c:v>
                </c:pt>
                <c:pt idx="38">
                  <c:v>11.0</c:v>
                </c:pt>
                <c:pt idx="39">
                  <c:v>11.46</c:v>
                </c:pt>
                <c:pt idx="40">
                  <c:v>11.23</c:v>
                </c:pt>
                <c:pt idx="41">
                  <c:v>11.24</c:v>
                </c:pt>
                <c:pt idx="42">
                  <c:v>11.14</c:v>
                </c:pt>
                <c:pt idx="43">
                  <c:v>11.45</c:v>
                </c:pt>
                <c:pt idx="44">
                  <c:v>11.27</c:v>
                </c:pt>
                <c:pt idx="45">
                  <c:v>11.26</c:v>
                </c:pt>
                <c:pt idx="46">
                  <c:v>10.35</c:v>
                </c:pt>
                <c:pt idx="47">
                  <c:v>10.64</c:v>
                </c:pt>
                <c:pt idx="48">
                  <c:v>10.73</c:v>
                </c:pt>
                <c:pt idx="49">
                  <c:v>11.44</c:v>
                </c:pt>
                <c:pt idx="50">
                  <c:v>11.36</c:v>
                </c:pt>
                <c:pt idx="51">
                  <c:v>11.58</c:v>
                </c:pt>
                <c:pt idx="52">
                  <c:v>11.58</c:v>
                </c:pt>
                <c:pt idx="53">
                  <c:v>11.99</c:v>
                </c:pt>
                <c:pt idx="54">
                  <c:v>11.43</c:v>
                </c:pt>
                <c:pt idx="55">
                  <c:v>11.2</c:v>
                </c:pt>
                <c:pt idx="56">
                  <c:v>10.77</c:v>
                </c:pt>
                <c:pt idx="57">
                  <c:v>10.92</c:v>
                </c:pt>
                <c:pt idx="58">
                  <c:v>10.73</c:v>
                </c:pt>
                <c:pt idx="59">
                  <c:v>10.92</c:v>
                </c:pt>
                <c:pt idx="60">
                  <c:v>10.3</c:v>
                </c:pt>
                <c:pt idx="61">
                  <c:v>10.65</c:v>
                </c:pt>
                <c:pt idx="62">
                  <c:v>10.16</c:v>
                </c:pt>
                <c:pt idx="63">
                  <c:v>10.57</c:v>
                </c:pt>
                <c:pt idx="64">
                  <c:v>10.51</c:v>
                </c:pt>
                <c:pt idx="65">
                  <c:v>10.89</c:v>
                </c:pt>
                <c:pt idx="66">
                  <c:v>10.53</c:v>
                </c:pt>
                <c:pt idx="67">
                  <c:v>10.18</c:v>
                </c:pt>
                <c:pt idx="68">
                  <c:v>9.87</c:v>
                </c:pt>
                <c:pt idx="69">
                  <c:v>10.46</c:v>
                </c:pt>
                <c:pt idx="70">
                  <c:v>9.7</c:v>
                </c:pt>
                <c:pt idx="71">
                  <c:v>9.81</c:v>
                </c:pt>
                <c:pt idx="72">
                  <c:v>10.15</c:v>
                </c:pt>
                <c:pt idx="73">
                  <c:v>9.95</c:v>
                </c:pt>
                <c:pt idx="74">
                  <c:v>9.82</c:v>
                </c:pt>
                <c:pt idx="75">
                  <c:v>10.23</c:v>
                </c:pt>
                <c:pt idx="76">
                  <c:v>10.15</c:v>
                </c:pt>
                <c:pt idx="77">
                  <c:v>10.33</c:v>
                </c:pt>
                <c:pt idx="78">
                  <c:v>10.99</c:v>
                </c:pt>
                <c:pt idx="79">
                  <c:v>11.31</c:v>
                </c:pt>
                <c:pt idx="80">
                  <c:v>11.81</c:v>
                </c:pt>
                <c:pt idx="81">
                  <c:v>12.8</c:v>
                </c:pt>
                <c:pt idx="82">
                  <c:v>13.36</c:v>
                </c:pt>
                <c:pt idx="83">
                  <c:v>13.75</c:v>
                </c:pt>
                <c:pt idx="84">
                  <c:v>14.3</c:v>
                </c:pt>
                <c:pt idx="85">
                  <c:v>14.74</c:v>
                </c:pt>
                <c:pt idx="86">
                  <c:v>15.07</c:v>
                </c:pt>
                <c:pt idx="87">
                  <c:v>15.16</c:v>
                </c:pt>
                <c:pt idx="88">
                  <c:v>15.39</c:v>
                </c:pt>
                <c:pt idx="89">
                  <c:v>15.1</c:v>
                </c:pt>
                <c:pt idx="90">
                  <c:v>14.94</c:v>
                </c:pt>
                <c:pt idx="91">
                  <c:v>15.05</c:v>
                </c:pt>
                <c:pt idx="92">
                  <c:v>15.9</c:v>
                </c:pt>
                <c:pt idx="93">
                  <c:v>14.65</c:v>
                </c:pt>
                <c:pt idx="94">
                  <c:v>15.36</c:v>
                </c:pt>
                <c:pt idx="95">
                  <c:v>13.82</c:v>
                </c:pt>
                <c:pt idx="96">
                  <c:v>14.04</c:v>
                </c:pt>
                <c:pt idx="97">
                  <c:v>13.33</c:v>
                </c:pt>
                <c:pt idx="98">
                  <c:v>13.99</c:v>
                </c:pt>
                <c:pt idx="99">
                  <c:v>13.08</c:v>
                </c:pt>
                <c:pt idx="100">
                  <c:v>13.92</c:v>
                </c:pt>
                <c:pt idx="101">
                  <c:v>14.17</c:v>
                </c:pt>
                <c:pt idx="102">
                  <c:v>14.92</c:v>
                </c:pt>
                <c:pt idx="103">
                  <c:v>16.16</c:v>
                </c:pt>
                <c:pt idx="104">
                  <c:v>24.39</c:v>
                </c:pt>
                <c:pt idx="105">
                  <c:v>24.49</c:v>
                </c:pt>
                <c:pt idx="106">
                  <c:v>24.5</c:v>
                </c:pt>
                <c:pt idx="107">
                  <c:v>24.85</c:v>
                </c:pt>
                <c:pt idx="108">
                  <c:v>24.96</c:v>
                </c:pt>
                <c:pt idx="109">
                  <c:v>24.97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Apr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Nov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Mar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104">
                  <c:v>24.39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Millennium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MLNM  ·  acquired by Takeda Pharmaceutical Company Limited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10, 2008   ·   Closed May 14, 2008   ·   Status: completed   ·   Pre-ann. volume 0.93×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Millennium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Millennium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32413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40973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970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295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042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85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593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297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058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340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692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044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5528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313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10, 2007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Millennium CEO Deborah Dunsire and Takeda COO Yasuchika…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Millennium Board determines management should continue…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communicates interest in a potential acquisition of…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submits an initial proposal to acquire Millennium…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Millennium and Takeda execute a confidentiality agreement…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revises its proposal to $24.00 per share in cash…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20, 2008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agrees to $25.00 per share in cash subject to…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25, 2008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Millennium and Takeda execute an exclusivity agreement…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09, 2008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Millennium Board unanimously approves the Merger Agreement…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10, 2008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11, 2008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Takeda commences the tender offer.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08, 2008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offering period expires at midnight.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Subsequent offering period expires; Takeda reaches 90.3%…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via short-form merger; Millennium delisted…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Millennium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Millennium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2008-04-10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Millennium and Takeda Announce Definitive Merger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