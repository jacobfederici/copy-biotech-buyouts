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Jul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19.97</c:v>
                </c:pt>
                <c:pt idx="1">
                  <c:v>18.55</c:v>
                </c:pt>
                <c:pt idx="2">
                  <c:v>16.95</c:v>
                </c:pt>
                <c:pt idx="3">
                  <c:v>17.39</c:v>
                </c:pt>
                <c:pt idx="4">
                  <c:v>16.25</c:v>
                </c:pt>
                <c:pt idx="5">
                  <c:v>16.18</c:v>
                </c:pt>
                <c:pt idx="6">
                  <c:v>15.26</c:v>
                </c:pt>
                <c:pt idx="7">
                  <c:v>15.35</c:v>
                </c:pt>
                <c:pt idx="8">
                  <c:v>16.53</c:v>
                </c:pt>
                <c:pt idx="9">
                  <c:v>16.27</c:v>
                </c:pt>
                <c:pt idx="10">
                  <c:v>15.93</c:v>
                </c:pt>
                <c:pt idx="11">
                  <c:v>16.69</c:v>
                </c:pt>
                <c:pt idx="12">
                  <c:v>14.8</c:v>
                </c:pt>
                <c:pt idx="13">
                  <c:v>13.63</c:v>
                </c:pt>
                <c:pt idx="14">
                  <c:v>14.96</c:v>
                </c:pt>
                <c:pt idx="15">
                  <c:v>14.72</c:v>
                </c:pt>
                <c:pt idx="16">
                  <c:v>14.43</c:v>
                </c:pt>
                <c:pt idx="17">
                  <c:v>14.07</c:v>
                </c:pt>
                <c:pt idx="18">
                  <c:v>14.71</c:v>
                </c:pt>
                <c:pt idx="19">
                  <c:v>15.83</c:v>
                </c:pt>
                <c:pt idx="20">
                  <c:v>16.57</c:v>
                </c:pt>
                <c:pt idx="21">
                  <c:v>16.15</c:v>
                </c:pt>
                <c:pt idx="22">
                  <c:v>14.08</c:v>
                </c:pt>
                <c:pt idx="23">
                  <c:v>14.36</c:v>
                </c:pt>
                <c:pt idx="24">
                  <c:v>12.99</c:v>
                </c:pt>
                <c:pt idx="25">
                  <c:v>13.43</c:v>
                </c:pt>
                <c:pt idx="26">
                  <c:v>13.97</c:v>
                </c:pt>
                <c:pt idx="27">
                  <c:v>13.51</c:v>
                </c:pt>
                <c:pt idx="28">
                  <c:v>14.14</c:v>
                </c:pt>
                <c:pt idx="29">
                  <c:v>13.1</c:v>
                </c:pt>
                <c:pt idx="30">
                  <c:v>13.44</c:v>
                </c:pt>
                <c:pt idx="31">
                  <c:v>12.89</c:v>
                </c:pt>
                <c:pt idx="32">
                  <c:v>13.56</c:v>
                </c:pt>
                <c:pt idx="33">
                  <c:v>12.32</c:v>
                </c:pt>
                <c:pt idx="34">
                  <c:v>9.46</c:v>
                </c:pt>
                <c:pt idx="35">
                  <c:v>11.25</c:v>
                </c:pt>
                <c:pt idx="36">
                  <c:v>9.76</c:v>
                </c:pt>
                <c:pt idx="37">
                  <c:v>9.75</c:v>
                </c:pt>
                <c:pt idx="38">
                  <c:v>9.2</c:v>
                </c:pt>
                <c:pt idx="39">
                  <c:v>9.2</c:v>
                </c:pt>
                <c:pt idx="40">
                  <c:v>9.03</c:v>
                </c:pt>
                <c:pt idx="41">
                  <c:v>9.91</c:v>
                </c:pt>
                <c:pt idx="42">
                  <c:v>9.63</c:v>
                </c:pt>
                <c:pt idx="43">
                  <c:v>11.65</c:v>
                </c:pt>
                <c:pt idx="44">
                  <c:v>12.01</c:v>
                </c:pt>
                <c:pt idx="45">
                  <c:v>12.24</c:v>
                </c:pt>
                <c:pt idx="46">
                  <c:v>11.93</c:v>
                </c:pt>
                <c:pt idx="47">
                  <c:v>11.33</c:v>
                </c:pt>
                <c:pt idx="48">
                  <c:v>11.0</c:v>
                </c:pt>
                <c:pt idx="49">
                  <c:v>10.88</c:v>
                </c:pt>
                <c:pt idx="50">
                  <c:v>10.78</c:v>
                </c:pt>
                <c:pt idx="51">
                  <c:v>11.42</c:v>
                </c:pt>
                <c:pt idx="52">
                  <c:v>11.2</c:v>
                </c:pt>
                <c:pt idx="53">
                  <c:v>11.5</c:v>
                </c:pt>
                <c:pt idx="54">
                  <c:v>12.7</c:v>
                </c:pt>
                <c:pt idx="55">
                  <c:v>13.06</c:v>
                </c:pt>
                <c:pt idx="56">
                  <c:v>13.01</c:v>
                </c:pt>
                <c:pt idx="57">
                  <c:v>12.68</c:v>
                </c:pt>
                <c:pt idx="58">
                  <c:v>12.35</c:v>
                </c:pt>
                <c:pt idx="59">
                  <c:v>12.7</c:v>
                </c:pt>
                <c:pt idx="60">
                  <c:v>12.15</c:v>
                </c:pt>
                <c:pt idx="61">
                  <c:v>12.7</c:v>
                </c:pt>
                <c:pt idx="62">
                  <c:v>11.8</c:v>
                </c:pt>
                <c:pt idx="63">
                  <c:v>11.02</c:v>
                </c:pt>
                <c:pt idx="64">
                  <c:v>9.92</c:v>
                </c:pt>
                <c:pt idx="65">
                  <c:v>10.38</c:v>
                </c:pt>
                <c:pt idx="66">
                  <c:v>9.84</c:v>
                </c:pt>
                <c:pt idx="67">
                  <c:v>11.25</c:v>
                </c:pt>
                <c:pt idx="68">
                  <c:v>12.24</c:v>
                </c:pt>
                <c:pt idx="69">
                  <c:v>11.65</c:v>
                </c:pt>
                <c:pt idx="70">
                  <c:v>10.11</c:v>
                </c:pt>
                <c:pt idx="71">
                  <c:v>11.45</c:v>
                </c:pt>
                <c:pt idx="72">
                  <c:v>11.65</c:v>
                </c:pt>
                <c:pt idx="73">
                  <c:v>11.44</c:v>
                </c:pt>
                <c:pt idx="74">
                  <c:v>11.32</c:v>
                </c:pt>
                <c:pt idx="75">
                  <c:v>11.0</c:v>
                </c:pt>
                <c:pt idx="76">
                  <c:v>10.98</c:v>
                </c:pt>
                <c:pt idx="77">
                  <c:v>10.65</c:v>
                </c:pt>
                <c:pt idx="78">
                  <c:v>11.11</c:v>
                </c:pt>
                <c:pt idx="79">
                  <c:v>9.99</c:v>
                </c:pt>
                <c:pt idx="80">
                  <c:v>9.93</c:v>
                </c:pt>
                <c:pt idx="81">
                  <c:v>9.71</c:v>
                </c:pt>
                <c:pt idx="82">
                  <c:v>9.84</c:v>
                </c:pt>
                <c:pt idx="83">
                  <c:v>9.21</c:v>
                </c:pt>
                <c:pt idx="84">
                  <c:v>8.13</c:v>
                </c:pt>
                <c:pt idx="85">
                  <c:v>8.21</c:v>
                </c:pt>
                <c:pt idx="86">
                  <c:v>9.61</c:v>
                </c:pt>
                <c:pt idx="87">
                  <c:v>9.23</c:v>
                </c:pt>
                <c:pt idx="88">
                  <c:v>9.67</c:v>
                </c:pt>
                <c:pt idx="89">
                  <c:v>10.62</c:v>
                </c:pt>
                <c:pt idx="90">
                  <c:v>10.28</c:v>
                </c:pt>
                <c:pt idx="91">
                  <c:v>10.02</c:v>
                </c:pt>
                <c:pt idx="92">
                  <c:v>9.79</c:v>
                </c:pt>
                <c:pt idx="93">
                  <c:v>10.24</c:v>
                </c:pt>
                <c:pt idx="94">
                  <c:v>11.52</c:v>
                </c:pt>
                <c:pt idx="95">
                  <c:v>10.74</c:v>
                </c:pt>
                <c:pt idx="96">
                  <c:v>10.28</c:v>
                </c:pt>
                <c:pt idx="97">
                  <c:v>11.1</c:v>
                </c:pt>
                <c:pt idx="98">
                  <c:v>11.62</c:v>
                </c:pt>
                <c:pt idx="99">
                  <c:v>11.94</c:v>
                </c:pt>
                <c:pt idx="100">
                  <c:v>12.12</c:v>
                </c:pt>
                <c:pt idx="101">
                  <c:v>14.5</c:v>
                </c:pt>
                <c:pt idx="102">
                  <c:v>14.57</c:v>
                </c:pt>
                <c:pt idx="103">
                  <c:v>13.27</c:v>
                </c:pt>
                <c:pt idx="104">
                  <c:v>16.5</c:v>
                </c:pt>
                <c:pt idx="105">
                  <c:v>16.5</c:v>
                </c:pt>
                <c:pt idx="106">
                  <c:v>16.48</c:v>
                </c:pt>
                <c:pt idx="107">
                  <c:v>16.47</c:v>
                </c:pt>
                <c:pt idx="108">
                  <c:v>16.48</c:v>
                </c:pt>
                <c:pt idx="109">
                  <c:v>16.52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Jul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33">
                  <c:v>12.32</c:v>
                </c:pt>
                <c:pt idx="42">
                  <c:v>9.63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Jul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4">
                  <c:v>16.5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NOVEN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NOVN  ·  acquired by Hisamitsu Pharmaceutical Co.,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$16.5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14, 2009   ·   Closed Aug 20, 2009   ·   Status: completed   ·   Pre-ann. volume 1.35×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NOVEN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NOVEN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6730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290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500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603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00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148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34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89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476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917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76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903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014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569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1244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120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05, 2009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Noven Board holds strategic planning session to review…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25, 2009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Noven CEO Peter Brandt receives a letter from Hisamitsu CEO…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14, 2009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Hisamitsu delivers a non-binding proposal to acquire Noven…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Noven Board determines the $14.00 offer is insufficient and…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Noven management provides a two-day presentation to…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Hisamitsu submits a revised proposal of $15.50 per share.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Noven Board counters at $17.00 per share.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Hisamitsu submits a revised offer of $16.50 per share and…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Noven and Hisamitsu enter into a formal exclusivity…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Hisamitsu considers reducing price by $0.50 due to…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Noven reports positive Phase 2 results for Mesafem; Board…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Hisamitsu declares $16.50 is its 'best and final' offer but…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Noven Board unanimously approves the Merger Agreement at…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14, 2009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23, 2009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20, 2009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and Hisamitsu accepts shares for…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NOVEN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2008-03-14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($12.32→$9.46)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2008-05-16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($9.63→$11.65)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NOVEN PHARMACEUTICALS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Malaria Breakthrough Might Change The Case For Investing In Novartis (SWX:NOVN)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Novartis (SWX:NOVN) Valuation After Key Ianalumab Phase III Success and Expanded Itvisma FDA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Breakthrough Therapy Status For Ianalumab Could Be A Game Changer For Novartis (SWX:NOVN)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Should Vanrafia Kidney Data and Dividend Move Reshape the Novartis (SWX:NOVN) Autoimmune Investment Case?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Assessing Novartis (SWX:NOVN) Valuation After Positive Phase III Data And Upcoming Regulatory Milestones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Novartis Fabhalta Data Sharpens IgA Nephropathy Outlook And Valuation Case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Here's What Analysts Are Forecasting For Novartis AG (VTX:NOVN) After Its First-Quarter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Novartis (SWX:NOVN) Valuation Check After New Pluvicto PSMAddition Study Data And Regulatory Filings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2026-06-04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Cosentyx PMR Data Puts Novartis Pipeline And Earnings Story In Focus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