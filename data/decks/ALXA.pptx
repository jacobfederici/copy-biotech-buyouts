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May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'16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4.23</c:v>
                </c:pt>
                <c:pt idx="1">
                  <c:v>4.31</c:v>
                </c:pt>
                <c:pt idx="2">
                  <c:v>4.51</c:v>
                </c:pt>
                <c:pt idx="3">
                  <c:v>4.29</c:v>
                </c:pt>
                <c:pt idx="4">
                  <c:v>4.39</c:v>
                </c:pt>
                <c:pt idx="5">
                  <c:v>4.5</c:v>
                </c:pt>
                <c:pt idx="6">
                  <c:v>4.57</c:v>
                </c:pt>
                <c:pt idx="7">
                  <c:v>4.45</c:v>
                </c:pt>
                <c:pt idx="8">
                  <c:v>4.6</c:v>
                </c:pt>
                <c:pt idx="9">
                  <c:v>5.03</c:v>
                </c:pt>
                <c:pt idx="10">
                  <c:v>4.98</c:v>
                </c:pt>
                <c:pt idx="11">
                  <c:v>4.79</c:v>
                </c:pt>
                <c:pt idx="12">
                  <c:v>4.04</c:v>
                </c:pt>
                <c:pt idx="13">
                  <c:v>3.6</c:v>
                </c:pt>
                <c:pt idx="14">
                  <c:v>3.5</c:v>
                </c:pt>
                <c:pt idx="15">
                  <c:v>3.5</c:v>
                </c:pt>
                <c:pt idx="16">
                  <c:v>3.15</c:v>
                </c:pt>
                <c:pt idx="17">
                  <c:v>2.99</c:v>
                </c:pt>
                <c:pt idx="18">
                  <c:v>2.7</c:v>
                </c:pt>
                <c:pt idx="19">
                  <c:v>2.43</c:v>
                </c:pt>
                <c:pt idx="20">
                  <c:v>2.41</c:v>
                </c:pt>
                <c:pt idx="21">
                  <c:v>2.1</c:v>
                </c:pt>
                <c:pt idx="22">
                  <c:v>2.16</c:v>
                </c:pt>
                <c:pt idx="23">
                  <c:v>2.27</c:v>
                </c:pt>
                <c:pt idx="24">
                  <c:v>2.26</c:v>
                </c:pt>
                <c:pt idx="25">
                  <c:v>1.67</c:v>
                </c:pt>
                <c:pt idx="26">
                  <c:v>1.56</c:v>
                </c:pt>
                <c:pt idx="27">
                  <c:v>1.54</c:v>
                </c:pt>
                <c:pt idx="28">
                  <c:v>1.42</c:v>
                </c:pt>
                <c:pt idx="29">
                  <c:v>1.33</c:v>
                </c:pt>
                <c:pt idx="30">
                  <c:v>1.35</c:v>
                </c:pt>
                <c:pt idx="31">
                  <c:v>1.5</c:v>
                </c:pt>
                <c:pt idx="32">
                  <c:v>1.45</c:v>
                </c:pt>
                <c:pt idx="33">
                  <c:v>1.68</c:v>
                </c:pt>
                <c:pt idx="34">
                  <c:v>2.16</c:v>
                </c:pt>
                <c:pt idx="35">
                  <c:v>2.22</c:v>
                </c:pt>
                <c:pt idx="36">
                  <c:v>2.1</c:v>
                </c:pt>
                <c:pt idx="37">
                  <c:v>2.12</c:v>
                </c:pt>
                <c:pt idx="38">
                  <c:v>1.92</c:v>
                </c:pt>
                <c:pt idx="39">
                  <c:v>2.07</c:v>
                </c:pt>
                <c:pt idx="40">
                  <c:v>2.18</c:v>
                </c:pt>
                <c:pt idx="41">
                  <c:v>2.11</c:v>
                </c:pt>
                <c:pt idx="42">
                  <c:v>1.99</c:v>
                </c:pt>
                <c:pt idx="43">
                  <c:v>1.95</c:v>
                </c:pt>
                <c:pt idx="44">
                  <c:v>2.13</c:v>
                </c:pt>
                <c:pt idx="45">
                  <c:v>2.01</c:v>
                </c:pt>
                <c:pt idx="46">
                  <c:v>2.04</c:v>
                </c:pt>
                <c:pt idx="47">
                  <c:v>1.99</c:v>
                </c:pt>
                <c:pt idx="48">
                  <c:v>2.07</c:v>
                </c:pt>
                <c:pt idx="49">
                  <c:v>1.94</c:v>
                </c:pt>
                <c:pt idx="50">
                  <c:v>1.97</c:v>
                </c:pt>
                <c:pt idx="51">
                  <c:v>1.28</c:v>
                </c:pt>
                <c:pt idx="52">
                  <c:v>1.16</c:v>
                </c:pt>
                <c:pt idx="53">
                  <c:v>1.04</c:v>
                </c:pt>
                <c:pt idx="54">
                  <c:v>1.18</c:v>
                </c:pt>
                <c:pt idx="55">
                  <c:v>1.18</c:v>
                </c:pt>
                <c:pt idx="56">
                  <c:v>1.22</c:v>
                </c:pt>
                <c:pt idx="57">
                  <c:v>1.26</c:v>
                </c:pt>
                <c:pt idx="58">
                  <c:v>1.06</c:v>
                </c:pt>
                <c:pt idx="59">
                  <c:v>1.03</c:v>
                </c:pt>
                <c:pt idx="60">
                  <c:v>1.19</c:v>
                </c:pt>
                <c:pt idx="61">
                  <c:v>1.22</c:v>
                </c:pt>
                <c:pt idx="62">
                  <c:v>1.09</c:v>
                </c:pt>
                <c:pt idx="63">
                  <c:v>1.02</c:v>
                </c:pt>
                <c:pt idx="64">
                  <c:v>1.01</c:v>
                </c:pt>
                <c:pt idx="65">
                  <c:v>1.14</c:v>
                </c:pt>
                <c:pt idx="66">
                  <c:v>1.07</c:v>
                </c:pt>
                <c:pt idx="67">
                  <c:v>1.13</c:v>
                </c:pt>
                <c:pt idx="68">
                  <c:v>1.3</c:v>
                </c:pt>
                <c:pt idx="69">
                  <c:v>1.39</c:v>
                </c:pt>
                <c:pt idx="70">
                  <c:v>1.45</c:v>
                </c:pt>
                <c:pt idx="71">
                  <c:v>1.33</c:v>
                </c:pt>
                <c:pt idx="72">
                  <c:v>1.28</c:v>
                </c:pt>
                <c:pt idx="73">
                  <c:v>1.24</c:v>
                </c:pt>
                <c:pt idx="74">
                  <c:v>1.26</c:v>
                </c:pt>
                <c:pt idx="75">
                  <c:v>1.13</c:v>
                </c:pt>
                <c:pt idx="76">
                  <c:v>1.07</c:v>
                </c:pt>
                <c:pt idx="77">
                  <c:v>1.0</c:v>
                </c:pt>
                <c:pt idx="78">
                  <c:v>1.03</c:v>
                </c:pt>
                <c:pt idx="79">
                  <c:v>0.97</c:v>
                </c:pt>
                <c:pt idx="80">
                  <c:v>1.04</c:v>
                </c:pt>
                <c:pt idx="81">
                  <c:v>0.99</c:v>
                </c:pt>
                <c:pt idx="82">
                  <c:v>0.9</c:v>
                </c:pt>
                <c:pt idx="83">
                  <c:v>0.9</c:v>
                </c:pt>
                <c:pt idx="84">
                  <c:v>0.78</c:v>
                </c:pt>
                <c:pt idx="85">
                  <c:v>0.7</c:v>
                </c:pt>
                <c:pt idx="86">
                  <c:v>0.54</c:v>
                </c:pt>
                <c:pt idx="87">
                  <c:v>0.45</c:v>
                </c:pt>
                <c:pt idx="88">
                  <c:v>0.41</c:v>
                </c:pt>
                <c:pt idx="89">
                  <c:v>0.34</c:v>
                </c:pt>
                <c:pt idx="90">
                  <c:v>0.32</c:v>
                </c:pt>
                <c:pt idx="91">
                  <c:v>0.3</c:v>
                </c:pt>
                <c:pt idx="92">
                  <c:v>0.27</c:v>
                </c:pt>
                <c:pt idx="93">
                  <c:v>0.29</c:v>
                </c:pt>
                <c:pt idx="94">
                  <c:v>0.47</c:v>
                </c:pt>
                <c:pt idx="95">
                  <c:v>0.51</c:v>
                </c:pt>
                <c:pt idx="96">
                  <c:v>0.5</c:v>
                </c:pt>
                <c:pt idx="97">
                  <c:v>0.74</c:v>
                </c:pt>
                <c:pt idx="98">
                  <c:v>0.46</c:v>
                </c:pt>
                <c:pt idx="99">
                  <c:v>0.5</c:v>
                </c:pt>
                <c:pt idx="100">
                  <c:v>0.6</c:v>
                </c:pt>
                <c:pt idx="101">
                  <c:v>0.61</c:v>
                </c:pt>
                <c:pt idx="102">
                  <c:v>0.64</c:v>
                </c:pt>
                <c:pt idx="103">
                  <c:v>0.54</c:v>
                </c:pt>
                <c:pt idx="104">
                  <c:v>0.91</c:v>
                </c:pt>
                <c:pt idx="105">
                  <c:v>0.92</c:v>
                </c:pt>
                <c:pt idx="106">
                  <c:v>0.95</c:v>
                </c:pt>
                <c:pt idx="107">
                  <c:v>0.95</c:v>
                </c:pt>
                <c:pt idx="108">
                  <c:v>0.95</c:v>
                </c:pt>
                <c:pt idx="109">
                  <c:v>0.92</c:v>
                </c:pt>
                <c:pt idx="110">
                  <c:v>0.94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May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'16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24">
                  <c:v>2.26</c:v>
                </c:pt>
                <c:pt idx="33">
                  <c:v>1.68</c:v>
                </c:pt>
                <c:pt idx="50">
                  <c:v>1.97</c:v>
                </c:pt>
                <c:pt idx="85">
                  <c:v>0.7</c:v>
                </c:pt>
                <c:pt idx="93">
                  <c:v>0.29</c:v>
                </c:pt>
                <c:pt idx="96">
                  <c:v>0.5</c:v>
                </c:pt>
                <c:pt idx="97">
                  <c:v>0.74</c:v>
                </c:pt>
                <c:pt idx="99">
                  <c:v>0.5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May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'16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0.91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Alexza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ALXA  ·  acquired by Grupo Ferrer Internacional, S.A.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10, 2016   ·   Closed Jun 21, 2016   ·   Status: completed   ·   Pre-ann. volume 0.24×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Alexza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Alexza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74209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2769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179258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264858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881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36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548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65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786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471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500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819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161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530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8723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3206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901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2439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Alexza retains Guggenheim Securities to explore strategic…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28, 2015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Alexza publicly announces exploration of strategic…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23, 2015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Teva informs Alexza it is ceasing promotion of ADASUVE in…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19, 2016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 written indication of interest at $0.60…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05, 2016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a Letter of Intent (LOI) at $0.80 per share…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revised LOI at $1.04 per share plus CVRs.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17, 2016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Alexza countersigns Parent LOI.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29, 2016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indicates intent to decrease upfront cash due to…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04, 2016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proposes $0.89 per share; Alexza counters with $0.92.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05, 2016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agree in principle to $0.90 per share upfront.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Alexza Board unanimously approves the Merger Agreement and…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10, 2016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publicly announced.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23, 2016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21, 2016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accepts shares and completes merger with Alexza.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Nasdaq announces delisting of Alexza common stock.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Alexza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8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2016-03-04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+62%  ($0.29→$0.47)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2016-03-25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+48%  ($0.5→$0.74)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2016-04-01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-38%  ($0.74→$0.46)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2015-05-08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-35%  ($1.97→$1.28)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368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2015-01-09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($1.68→$2.16)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487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2014-11-07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($2.26→$1.67)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550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2016-01-08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($0.7→$0.54)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123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2016-04-15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($0.5→$0.6)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25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Alexza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2016-05-11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Alexza Reports 2016 First Quarter Financial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