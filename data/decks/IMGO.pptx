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Sep '21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Oct '21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Dec '21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'22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Mar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May '22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Jun '22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Aug '22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Jan '23</c:v>
                </c:pt>
                <c:pt idx="78">
                  <c:v/>
                </c:pt>
              </c:strCache>
            </c:strRef>
          </c:cat>
          <c:val>
            <c:numRef>
              <c:f>Sheet1!$B$2:$B$80</c:f>
              <c:numCache>
                <c:formatCode>General</c:formatCode>
                <c:ptCount val="79"/>
                <c:pt idx="0">
                  <c:v>16.29</c:v>
                </c:pt>
                <c:pt idx="1">
                  <c:v>16.58</c:v>
                </c:pt>
                <c:pt idx="2">
                  <c:v>18.32</c:v>
                </c:pt>
                <c:pt idx="3">
                  <c:v>24.49</c:v>
                </c:pt>
                <c:pt idx="4">
                  <c:v>20.7</c:v>
                </c:pt>
                <c:pt idx="5">
                  <c:v>20.38</c:v>
                </c:pt>
                <c:pt idx="6">
                  <c:v>25.45</c:v>
                </c:pt>
                <c:pt idx="7">
                  <c:v>26.98</c:v>
                </c:pt>
                <c:pt idx="8">
                  <c:v>25.46</c:v>
                </c:pt>
                <c:pt idx="9">
                  <c:v>21.97</c:v>
                </c:pt>
                <c:pt idx="10">
                  <c:v>19.56</c:v>
                </c:pt>
                <c:pt idx="11">
                  <c:v>21.46</c:v>
                </c:pt>
                <c:pt idx="12">
                  <c:v>22.1</c:v>
                </c:pt>
                <c:pt idx="13">
                  <c:v>24.95</c:v>
                </c:pt>
                <c:pt idx="14">
                  <c:v>26.21</c:v>
                </c:pt>
                <c:pt idx="15">
                  <c:v>26.62</c:v>
                </c:pt>
                <c:pt idx="16">
                  <c:v>26.22</c:v>
                </c:pt>
                <c:pt idx="17">
                  <c:v>24.96</c:v>
                </c:pt>
                <c:pt idx="18">
                  <c:v>23.8</c:v>
                </c:pt>
                <c:pt idx="19">
                  <c:v>23.5</c:v>
                </c:pt>
                <c:pt idx="20">
                  <c:v>20.43</c:v>
                </c:pt>
                <c:pt idx="21">
                  <c:v>20.0</c:v>
                </c:pt>
                <c:pt idx="22">
                  <c:v>23.02</c:v>
                </c:pt>
                <c:pt idx="23">
                  <c:v>22.89</c:v>
                </c:pt>
                <c:pt idx="24">
                  <c:v>23.71</c:v>
                </c:pt>
                <c:pt idx="25">
                  <c:v>19.82</c:v>
                </c:pt>
                <c:pt idx="26">
                  <c:v>18.48</c:v>
                </c:pt>
                <c:pt idx="27">
                  <c:v>17.71</c:v>
                </c:pt>
                <c:pt idx="28">
                  <c:v>18.87</c:v>
                </c:pt>
                <c:pt idx="29">
                  <c:v>20.01</c:v>
                </c:pt>
                <c:pt idx="30">
                  <c:v>23.95</c:v>
                </c:pt>
                <c:pt idx="31">
                  <c:v>21.96</c:v>
                </c:pt>
                <c:pt idx="32">
                  <c:v>23.43</c:v>
                </c:pt>
                <c:pt idx="33">
                  <c:v>21.76</c:v>
                </c:pt>
                <c:pt idx="34">
                  <c:v>23.47</c:v>
                </c:pt>
                <c:pt idx="35">
                  <c:v>19.94</c:v>
                </c:pt>
                <c:pt idx="36">
                  <c:v>21.35</c:v>
                </c:pt>
                <c:pt idx="37">
                  <c:v>19.77</c:v>
                </c:pt>
                <c:pt idx="38">
                  <c:v>19.12</c:v>
                </c:pt>
                <c:pt idx="39">
                  <c:v>17.99</c:v>
                </c:pt>
                <c:pt idx="40">
                  <c:v>17.85</c:v>
                </c:pt>
                <c:pt idx="41">
                  <c:v>16.35</c:v>
                </c:pt>
                <c:pt idx="42">
                  <c:v>15.31</c:v>
                </c:pt>
                <c:pt idx="43">
                  <c:v>14.32</c:v>
                </c:pt>
                <c:pt idx="44">
                  <c:v>13.98</c:v>
                </c:pt>
                <c:pt idx="45">
                  <c:v>16.34</c:v>
                </c:pt>
                <c:pt idx="46">
                  <c:v>16.74</c:v>
                </c:pt>
                <c:pt idx="47">
                  <c:v>14.35</c:v>
                </c:pt>
                <c:pt idx="48">
                  <c:v>12.33</c:v>
                </c:pt>
                <c:pt idx="49">
                  <c:v>13.01</c:v>
                </c:pt>
                <c:pt idx="50">
                  <c:v>14.15</c:v>
                </c:pt>
                <c:pt idx="51">
                  <c:v>16.52</c:v>
                </c:pt>
                <c:pt idx="52">
                  <c:v>16.53</c:v>
                </c:pt>
                <c:pt idx="53">
                  <c:v>17.57</c:v>
                </c:pt>
                <c:pt idx="54">
                  <c:v>16.1</c:v>
                </c:pt>
                <c:pt idx="55">
                  <c:v>16.2</c:v>
                </c:pt>
                <c:pt idx="56">
                  <c:v>18.36</c:v>
                </c:pt>
                <c:pt idx="57">
                  <c:v>18.39</c:v>
                </c:pt>
                <c:pt idx="58">
                  <c:v>15.73</c:v>
                </c:pt>
                <c:pt idx="59">
                  <c:v>14.58</c:v>
                </c:pt>
                <c:pt idx="60">
                  <c:v>16.91</c:v>
                </c:pt>
                <c:pt idx="61">
                  <c:v>16.4</c:v>
                </c:pt>
                <c:pt idx="62">
                  <c:v>14.77</c:v>
                </c:pt>
                <c:pt idx="63">
                  <c:v>15.05</c:v>
                </c:pt>
                <c:pt idx="64">
                  <c:v>16.04</c:v>
                </c:pt>
                <c:pt idx="65">
                  <c:v>15.37</c:v>
                </c:pt>
                <c:pt idx="66">
                  <c:v>15.21</c:v>
                </c:pt>
                <c:pt idx="67">
                  <c:v>16.95</c:v>
                </c:pt>
                <c:pt idx="68">
                  <c:v>16.21</c:v>
                </c:pt>
                <c:pt idx="69">
                  <c:v>18.04</c:v>
                </c:pt>
                <c:pt idx="70">
                  <c:v>17.4</c:v>
                </c:pt>
                <c:pt idx="71">
                  <c:v>35.66</c:v>
                </c:pt>
                <c:pt idx="72">
                  <c:v>35.73</c:v>
                </c:pt>
                <c:pt idx="73">
                  <c:v>35.92</c:v>
                </c:pt>
                <c:pt idx="74">
                  <c:v>35.79</c:v>
                </c:pt>
                <c:pt idx="75">
                  <c:v>35.94</c:v>
                </c:pt>
                <c:pt idx="76">
                  <c:v>35.95</c:v>
                </c:pt>
                <c:pt idx="77">
                  <c:v>35.99</c:v>
                </c:pt>
                <c:pt idx="78">
                  <c:v>36.01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Sheet1!$A$2:$A$80</c:f>
              <c:strCache>
                <c:ptCount val="79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Sep '21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Oct '21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Dec '21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'22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Mar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May '22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Jun '22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Aug '22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Jan '23</c:v>
                </c:pt>
                <c:pt idx="78">
                  <c:v/>
                </c:pt>
              </c:strCache>
            </c:strRef>
          </c:cat>
          <c:val>
            <c:numRef>
              <c:f>Sheet1!$C$2:$C$80</c:f>
              <c:numCache>
                <c:formatCode>General</c:formatCode>
                <c:ptCount val="79"/>
                <c:pt idx="2">
                  <c:v>18.32</c:v>
                </c:pt>
                <c:pt idx="5">
                  <c:v>20.38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Sheet1!$A$2:$A$80</c:f>
              <c:strCache>
                <c:ptCount val="79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Sep '21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Oct '21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Dec '21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'22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Mar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May '22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Jun '22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Aug '22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Jan '23</c:v>
                </c:pt>
                <c:pt idx="78">
                  <c:v/>
                </c:pt>
              </c:strCache>
            </c:strRef>
          </c:cat>
          <c:val>
            <c:numRef>
              <c:f>Sheet1!$D$2:$D$80</c:f>
              <c:numCache>
                <c:formatCode>General</c:formatCode>
                <c:ptCount val="79"/>
                <c:pt idx="71">
                  <c:v>35.66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Imago BioSciences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IMGO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21, 2022   ·   Closed Jan 11, 2023   ·   Status: completed   ·   Pre-ann. volume 1.18×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Imago BioSciences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Imago BioSciences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4310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2870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062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573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556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014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830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66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1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966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577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8824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087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513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Imago and Parent enter into an initial mutual…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management indicates internal discussions regarding…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expresses interest in formal strategic discussions…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Imago provides Parent and its counsel, Gibson Dunn &amp;…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Imago and Parent enter into an Amended &amp; Restated Mutual…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Imago holds End-of-Phase 2 meeting with the FDA and…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a non-binding written proposal to acquire…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Imago Board rejects $28.00 offer; Parent increases offer to…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increases offer to $36.00 per share, stating it is…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Imago Board unanimously approves the Merger Agreement 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 via joint press…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commences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one minute after 11:59 p.m. 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pursuant to Section 251(h) of the DGCL.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Imago BioSciences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($18.32→$24.49)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($20.38→$25.45)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Imago BioSciences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Imago (IMGO) Shares Surge 104% on Buyout Offer From Merck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EQUITY ALERT: The M&amp;amp;A Class Action Firm Continues Investigating the Merger – KNBE, SRYB, IMGO, LBAI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Imago BioSciences Announces First Participant Dosed in Investigator-Sponsored Phase 1 Study of Bomedemstat…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EQUITY ALERT: Contact the M&amp;amp;A Class Action Firm to Inquire about its Investigation of the Merger –…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Imago BioSciences Presents Positive Data from Ongoing Phase 2 Study of Bomedemstat in Advanced…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Imago BioSciences Presents Positive Data from Ongoing Phase 2 Study of Bomedemstat in Essential…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 M&amp;amp;A Class Action Firm Continues its Investigation of the Merger – IMGO, FORG…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INVESTOR ALERT: The M&amp;amp;A Class Action Firm Launches Legal Inquiry Regarding the Merger – IMGO, OYST…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Imago BioSciences Announces First Participant Dosed in Investigator-Sponsored Phase 2 Study of Bomedemstat…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