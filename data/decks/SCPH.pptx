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7.47</c:v>
                </c:pt>
                <c:pt idx="1">
                  <c:v>7.41</c:v>
                </c:pt>
                <c:pt idx="2">
                  <c:v>7.02</c:v>
                </c:pt>
                <c:pt idx="3">
                  <c:v>7.04</c:v>
                </c:pt>
                <c:pt idx="4">
                  <c:v>7.12</c:v>
                </c:pt>
                <c:pt idx="5">
                  <c:v>6.39</c:v>
                </c:pt>
                <c:pt idx="6">
                  <c:v>6.21</c:v>
                </c:pt>
                <c:pt idx="7">
                  <c:v>5.69</c:v>
                </c:pt>
                <c:pt idx="8">
                  <c:v>5.31</c:v>
                </c:pt>
                <c:pt idx="9">
                  <c:v>5.36</c:v>
                </c:pt>
                <c:pt idx="10">
                  <c:v>4.91</c:v>
                </c:pt>
                <c:pt idx="11">
                  <c:v>5.25</c:v>
                </c:pt>
                <c:pt idx="12">
                  <c:v>5.78</c:v>
                </c:pt>
                <c:pt idx="13">
                  <c:v>5.49</c:v>
                </c:pt>
                <c:pt idx="14">
                  <c:v>5.81</c:v>
                </c:pt>
                <c:pt idx="15">
                  <c:v>5.72</c:v>
                </c:pt>
                <c:pt idx="16">
                  <c:v>6.33</c:v>
                </c:pt>
                <c:pt idx="17">
                  <c:v>6.27</c:v>
                </c:pt>
                <c:pt idx="18">
                  <c:v>6.35</c:v>
                </c:pt>
                <c:pt idx="19">
                  <c:v>5.97</c:v>
                </c:pt>
                <c:pt idx="20">
                  <c:v>5.34</c:v>
                </c:pt>
                <c:pt idx="21">
                  <c:v>5.32</c:v>
                </c:pt>
                <c:pt idx="22">
                  <c:v>4.91</c:v>
                </c:pt>
                <c:pt idx="23">
                  <c:v>5.38</c:v>
                </c:pt>
                <c:pt idx="24">
                  <c:v>5.74</c:v>
                </c:pt>
                <c:pt idx="25">
                  <c:v>5.66</c:v>
                </c:pt>
                <c:pt idx="26">
                  <c:v>6.12</c:v>
                </c:pt>
                <c:pt idx="27">
                  <c:v>5.38</c:v>
                </c:pt>
                <c:pt idx="28">
                  <c:v>5.83</c:v>
                </c:pt>
                <c:pt idx="29">
                  <c:v>5.17</c:v>
                </c:pt>
                <c:pt idx="30">
                  <c:v>5.02</c:v>
                </c:pt>
                <c:pt idx="31">
                  <c:v>5.03</c:v>
                </c:pt>
                <c:pt idx="32">
                  <c:v>4.93</c:v>
                </c:pt>
                <c:pt idx="33">
                  <c:v>4.56</c:v>
                </c:pt>
                <c:pt idx="34">
                  <c:v>4.49</c:v>
                </c:pt>
                <c:pt idx="35">
                  <c:v>4.66</c:v>
                </c:pt>
                <c:pt idx="36">
                  <c:v>4.48</c:v>
                </c:pt>
                <c:pt idx="37">
                  <c:v>4.75</c:v>
                </c:pt>
                <c:pt idx="38">
                  <c:v>3.51</c:v>
                </c:pt>
                <c:pt idx="39">
                  <c:v>3.91</c:v>
                </c:pt>
                <c:pt idx="40">
                  <c:v>3.75</c:v>
                </c:pt>
                <c:pt idx="41">
                  <c:v>4.14</c:v>
                </c:pt>
                <c:pt idx="42">
                  <c:v>4.03</c:v>
                </c:pt>
                <c:pt idx="43">
                  <c:v>4.35</c:v>
                </c:pt>
                <c:pt idx="44">
                  <c:v>4.41</c:v>
                </c:pt>
                <c:pt idx="45">
                  <c:v>4.53</c:v>
                </c:pt>
                <c:pt idx="46">
                  <c:v>4.42</c:v>
                </c:pt>
                <c:pt idx="47">
                  <c:v>4.94</c:v>
                </c:pt>
                <c:pt idx="48">
                  <c:v>4.52</c:v>
                </c:pt>
                <c:pt idx="49">
                  <c:v>4.33</c:v>
                </c:pt>
                <c:pt idx="50">
                  <c:v>5.19</c:v>
                </c:pt>
                <c:pt idx="51">
                  <c:v>5.37</c:v>
                </c:pt>
                <c:pt idx="52">
                  <c:v>5.09</c:v>
                </c:pt>
                <c:pt idx="53">
                  <c:v>5.11</c:v>
                </c:pt>
                <c:pt idx="54">
                  <c:v>5.49</c:v>
                </c:pt>
                <c:pt idx="55">
                  <c:v>5.18</c:v>
                </c:pt>
                <c:pt idx="56">
                  <c:v>4.61</c:v>
                </c:pt>
                <c:pt idx="57">
                  <c:v>4.28</c:v>
                </c:pt>
                <c:pt idx="58">
                  <c:v>4.23</c:v>
                </c:pt>
                <c:pt idx="59">
                  <c:v>4.53</c:v>
                </c:pt>
                <c:pt idx="60">
                  <c:v>4.2</c:v>
                </c:pt>
                <c:pt idx="61">
                  <c:v>4.07</c:v>
                </c:pt>
                <c:pt idx="62">
                  <c:v>4.21</c:v>
                </c:pt>
                <c:pt idx="63">
                  <c:v>3.46</c:v>
                </c:pt>
                <c:pt idx="64">
                  <c:v>3.35</c:v>
                </c:pt>
                <c:pt idx="65">
                  <c:v>3.62</c:v>
                </c:pt>
                <c:pt idx="66">
                  <c:v>3.45</c:v>
                </c:pt>
                <c:pt idx="67">
                  <c:v>3.19</c:v>
                </c:pt>
                <c:pt idx="68">
                  <c:v>3.39</c:v>
                </c:pt>
                <c:pt idx="69">
                  <c:v>3.42</c:v>
                </c:pt>
                <c:pt idx="70">
                  <c:v>3.59</c:v>
                </c:pt>
                <c:pt idx="71">
                  <c:v>3.4</c:v>
                </c:pt>
                <c:pt idx="72">
                  <c:v>3.28</c:v>
                </c:pt>
                <c:pt idx="73">
                  <c:v>3.29</c:v>
                </c:pt>
                <c:pt idx="74">
                  <c:v>3.32</c:v>
                </c:pt>
                <c:pt idx="75">
                  <c:v>3.25</c:v>
                </c:pt>
                <c:pt idx="76">
                  <c:v>3.68</c:v>
                </c:pt>
                <c:pt idx="77">
                  <c:v>3.25</c:v>
                </c:pt>
                <c:pt idx="78">
                  <c:v>3.28</c:v>
                </c:pt>
                <c:pt idx="79">
                  <c:v>2.93</c:v>
                </c:pt>
                <c:pt idx="80">
                  <c:v>3.03</c:v>
                </c:pt>
                <c:pt idx="81">
                  <c:v>3.0</c:v>
                </c:pt>
                <c:pt idx="82">
                  <c:v>2.77</c:v>
                </c:pt>
                <c:pt idx="83">
                  <c:v>2.32</c:v>
                </c:pt>
                <c:pt idx="84">
                  <c:v>2.32</c:v>
                </c:pt>
                <c:pt idx="85">
                  <c:v>2.57</c:v>
                </c:pt>
                <c:pt idx="86">
                  <c:v>2.51</c:v>
                </c:pt>
                <c:pt idx="87">
                  <c:v>2.6</c:v>
                </c:pt>
                <c:pt idx="88">
                  <c:v>2.44</c:v>
                </c:pt>
                <c:pt idx="89">
                  <c:v>3.22</c:v>
                </c:pt>
                <c:pt idx="90">
                  <c:v>3.31</c:v>
                </c:pt>
                <c:pt idx="91">
                  <c:v>3.64</c:v>
                </c:pt>
                <c:pt idx="92">
                  <c:v>4.2</c:v>
                </c:pt>
                <c:pt idx="93">
                  <c:v>3.95</c:v>
                </c:pt>
                <c:pt idx="94">
                  <c:v>3.84</c:v>
                </c:pt>
                <c:pt idx="95">
                  <c:v>3.87</c:v>
                </c:pt>
                <c:pt idx="96">
                  <c:v>3.97</c:v>
                </c:pt>
                <c:pt idx="97">
                  <c:v>4.38</c:v>
                </c:pt>
                <c:pt idx="98">
                  <c:v>4.94</c:v>
                </c:pt>
                <c:pt idx="99">
                  <c:v>5.6</c:v>
                </c:pt>
                <c:pt idx="100">
                  <c:v>5.17</c:v>
                </c:pt>
                <c:pt idx="101">
                  <c:v>4.63</c:v>
                </c:pt>
                <c:pt idx="102">
                  <c:v>4.6</c:v>
                </c:pt>
                <c:pt idx="103">
                  <c:v>4.85</c:v>
                </c:pt>
                <c:pt idx="104">
                  <c:v>5.5</c:v>
                </c:pt>
                <c:pt idx="105">
                  <c:v>5.57</c:v>
                </c:pt>
                <c:pt idx="106">
                  <c:v>5.63</c:v>
                </c:pt>
                <c:pt idx="107">
                  <c:v>5.63</c:v>
                </c:pt>
                <c:pt idx="108">
                  <c:v>5.65</c:v>
                </c:pt>
                <c:pt idx="109">
                  <c:v>5.67</c:v>
                </c:pt>
                <c:pt idx="110">
                  <c:v>5.67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8">
                  <c:v>2.44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37">
                  <c:v>4.75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scPharmaceuticals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SCPH  ·  acquired by MannKind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25, 2025   ·   Closed Oct 07, 2025   ·   Status: completed   ·   Pre-ann. volume 1.06×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2324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0884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14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785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008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55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237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165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605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804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780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243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195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83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15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834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177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 Tucker receives unsolicited call from Party 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all-stock proposal at $4.50 per…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Leerink Partners begins outreach to 25 potential…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MannKind and scPharmaceuticals enter into a mutual…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MannKind submits initial proposal of $4.50 cash + $0.50…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MannKind increases offer to $4.50 cash + $1.00 CVR.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MannKind increases offer to $4.75 cash + $1.25 CVR (total…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Negotiations stall due to increased device supplier pricing…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MannKind re-opens discussions with $5.25 cash + $1.00 CVR…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agree on $5.35 cash + $1.00 CVR terms.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scPharmaceuticals signs supply agreement amendment with…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Merger Agreement.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MannKind provides $10 million bridge loan to…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73.47% of shares tendered.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scPharmaceuticals becomes a wholly owned…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($2.44→$3.22)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($4.75→$3.51)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Inc. Reports Third Quarter 2023 Financial Results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Announces FDA Approval of Supplemental New Drug Application Expanding the FUROSCIX®…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to Announce Fourth Quarter and Full Year 2024 Financial Results on Wednesday, March 19…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Inc. Reports Fourth Quarter and Full Year 2024 Financial Results and Provides Business…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to Announce First Quarter 2025 Financial Results After the Market Close on May 14, 2025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Inc. Reports First Quarter 2025 Financial Results and Provides Business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to Announce Second Quarter 2025 Financial Results After the Market Close on August 7, 2025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scPharmaceuticals Inc. Reports Second Quarter 2025 Financial Results and Provides Business Update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Is Investigating the Merger – GTLS, SCPH, VTLE, and VRNT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