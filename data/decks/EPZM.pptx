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15.82</c:v>
                </c:pt>
                <c:pt idx="1">
                  <c:v>15.16</c:v>
                </c:pt>
                <c:pt idx="2">
                  <c:v>14.27</c:v>
                </c:pt>
                <c:pt idx="3">
                  <c:v>14.33</c:v>
                </c:pt>
                <c:pt idx="4">
                  <c:v>13.84</c:v>
                </c:pt>
                <c:pt idx="5">
                  <c:v>12.87</c:v>
                </c:pt>
                <c:pt idx="6">
                  <c:v>12.63</c:v>
                </c:pt>
                <c:pt idx="7">
                  <c:v>12.5</c:v>
                </c:pt>
                <c:pt idx="8">
                  <c:v>12.57</c:v>
                </c:pt>
                <c:pt idx="9">
                  <c:v>12.78</c:v>
                </c:pt>
                <c:pt idx="10">
                  <c:v>12.0</c:v>
                </c:pt>
                <c:pt idx="11">
                  <c:v>13.26</c:v>
                </c:pt>
                <c:pt idx="12">
                  <c:v>11.94</c:v>
                </c:pt>
                <c:pt idx="13">
                  <c:v>11.03</c:v>
                </c:pt>
                <c:pt idx="14">
                  <c:v>12.44</c:v>
                </c:pt>
                <c:pt idx="15">
                  <c:v>13.38</c:v>
                </c:pt>
                <c:pt idx="16">
                  <c:v>13.32</c:v>
                </c:pt>
                <c:pt idx="17">
                  <c:v>12.36</c:v>
                </c:pt>
                <c:pt idx="18">
                  <c:v>10.34</c:v>
                </c:pt>
                <c:pt idx="19">
                  <c:v>11.79</c:v>
                </c:pt>
                <c:pt idx="20">
                  <c:v>11.32</c:v>
                </c:pt>
                <c:pt idx="21">
                  <c:v>12.13</c:v>
                </c:pt>
                <c:pt idx="22">
                  <c:v>13.09</c:v>
                </c:pt>
                <c:pt idx="23">
                  <c:v>12.5</c:v>
                </c:pt>
                <c:pt idx="24">
                  <c:v>12.39</c:v>
                </c:pt>
                <c:pt idx="25">
                  <c:v>11.75</c:v>
                </c:pt>
                <c:pt idx="26">
                  <c:v>10.86</c:v>
                </c:pt>
                <c:pt idx="27">
                  <c:v>12.31</c:v>
                </c:pt>
                <c:pt idx="28">
                  <c:v>11.72</c:v>
                </c:pt>
                <c:pt idx="29">
                  <c:v>11.45</c:v>
                </c:pt>
                <c:pt idx="30">
                  <c:v>10.95</c:v>
                </c:pt>
                <c:pt idx="31">
                  <c:v>11.0</c:v>
                </c:pt>
                <c:pt idx="32">
                  <c:v>10.74</c:v>
                </c:pt>
                <c:pt idx="33">
                  <c:v>10.6</c:v>
                </c:pt>
                <c:pt idx="34">
                  <c:v>9.6</c:v>
                </c:pt>
                <c:pt idx="35">
                  <c:v>9.51</c:v>
                </c:pt>
                <c:pt idx="36">
                  <c:v>9.14</c:v>
                </c:pt>
                <c:pt idx="37">
                  <c:v>8.98</c:v>
                </c:pt>
                <c:pt idx="38">
                  <c:v>7.89</c:v>
                </c:pt>
                <c:pt idx="39">
                  <c:v>8.63</c:v>
                </c:pt>
                <c:pt idx="40">
                  <c:v>8.37</c:v>
                </c:pt>
                <c:pt idx="41">
                  <c:v>8.1</c:v>
                </c:pt>
                <c:pt idx="42">
                  <c:v>7.79</c:v>
                </c:pt>
                <c:pt idx="43">
                  <c:v>7.81</c:v>
                </c:pt>
                <c:pt idx="44">
                  <c:v>8.29</c:v>
                </c:pt>
                <c:pt idx="45">
                  <c:v>9.13</c:v>
                </c:pt>
                <c:pt idx="46">
                  <c:v>8.55</c:v>
                </c:pt>
                <c:pt idx="47">
                  <c:v>8.23</c:v>
                </c:pt>
                <c:pt idx="48">
                  <c:v>8.24</c:v>
                </c:pt>
                <c:pt idx="49">
                  <c:v>8.53</c:v>
                </c:pt>
                <c:pt idx="50">
                  <c:v>8.59</c:v>
                </c:pt>
                <c:pt idx="51">
                  <c:v>9.71</c:v>
                </c:pt>
                <c:pt idx="52">
                  <c:v>7.96</c:v>
                </c:pt>
                <c:pt idx="53">
                  <c:v>7.73</c:v>
                </c:pt>
                <c:pt idx="54">
                  <c:v>7.25</c:v>
                </c:pt>
                <c:pt idx="55">
                  <c:v>6.96</c:v>
                </c:pt>
                <c:pt idx="56">
                  <c:v>6.63</c:v>
                </c:pt>
                <c:pt idx="57">
                  <c:v>6.47</c:v>
                </c:pt>
                <c:pt idx="58">
                  <c:v>5.4</c:v>
                </c:pt>
                <c:pt idx="59">
                  <c:v>4.86</c:v>
                </c:pt>
                <c:pt idx="60">
                  <c:v>5.0</c:v>
                </c:pt>
                <c:pt idx="61">
                  <c:v>5.55</c:v>
                </c:pt>
                <c:pt idx="62">
                  <c:v>5.44</c:v>
                </c:pt>
                <c:pt idx="63">
                  <c:v>5.73</c:v>
                </c:pt>
                <c:pt idx="64">
                  <c:v>5.33</c:v>
                </c:pt>
                <c:pt idx="65">
                  <c:v>5.19</c:v>
                </c:pt>
                <c:pt idx="66">
                  <c:v>4.87</c:v>
                </c:pt>
                <c:pt idx="67">
                  <c:v>4.95</c:v>
                </c:pt>
                <c:pt idx="68">
                  <c:v>4.55</c:v>
                </c:pt>
                <c:pt idx="69">
                  <c:v>4.2</c:v>
                </c:pt>
                <c:pt idx="70">
                  <c:v>4.93</c:v>
                </c:pt>
                <c:pt idx="71">
                  <c:v>4.5</c:v>
                </c:pt>
                <c:pt idx="72">
                  <c:v>3.67</c:v>
                </c:pt>
                <c:pt idx="73">
                  <c:v>3.37</c:v>
                </c:pt>
                <c:pt idx="74">
                  <c:v>2.93</c:v>
                </c:pt>
                <c:pt idx="75">
                  <c:v>2.77</c:v>
                </c:pt>
                <c:pt idx="76">
                  <c:v>3.07</c:v>
                </c:pt>
                <c:pt idx="77">
                  <c:v>3.03</c:v>
                </c:pt>
                <c:pt idx="78">
                  <c:v>2.5</c:v>
                </c:pt>
                <c:pt idx="79">
                  <c:v>2.25</c:v>
                </c:pt>
                <c:pt idx="80">
                  <c:v>2.17</c:v>
                </c:pt>
                <c:pt idx="81">
                  <c:v>2.07</c:v>
                </c:pt>
                <c:pt idx="82">
                  <c:v>1.06</c:v>
                </c:pt>
                <c:pt idx="83">
                  <c:v>1.49</c:v>
                </c:pt>
                <c:pt idx="84">
                  <c:v>1.63</c:v>
                </c:pt>
                <c:pt idx="85">
                  <c:v>1.54</c:v>
                </c:pt>
                <c:pt idx="86">
                  <c:v>1.48</c:v>
                </c:pt>
                <c:pt idx="87">
                  <c:v>1.49</c:v>
                </c:pt>
                <c:pt idx="88">
                  <c:v>1.36</c:v>
                </c:pt>
                <c:pt idx="89">
                  <c:v>1.41</c:v>
                </c:pt>
                <c:pt idx="90">
                  <c:v>1.23</c:v>
                </c:pt>
                <c:pt idx="91">
                  <c:v>1.14</c:v>
                </c:pt>
                <c:pt idx="92">
                  <c:v>0.87</c:v>
                </c:pt>
                <c:pt idx="93">
                  <c:v>0.76</c:v>
                </c:pt>
                <c:pt idx="94">
                  <c:v>0.7</c:v>
                </c:pt>
                <c:pt idx="95">
                  <c:v>0.65</c:v>
                </c:pt>
                <c:pt idx="96">
                  <c:v>0.66</c:v>
                </c:pt>
                <c:pt idx="97">
                  <c:v>0.52</c:v>
                </c:pt>
                <c:pt idx="98">
                  <c:v>0.51</c:v>
                </c:pt>
                <c:pt idx="99">
                  <c:v>0.45</c:v>
                </c:pt>
                <c:pt idx="100">
                  <c:v>0.52</c:v>
                </c:pt>
                <c:pt idx="101">
                  <c:v>0.61</c:v>
                </c:pt>
                <c:pt idx="102">
                  <c:v>0.69</c:v>
                </c:pt>
                <c:pt idx="103">
                  <c:v>0.95</c:v>
                </c:pt>
                <c:pt idx="104">
                  <c:v>1.48</c:v>
                </c:pt>
                <c:pt idx="105">
                  <c:v>1.48</c:v>
                </c:pt>
                <c:pt idx="106">
                  <c:v>1.48</c:v>
                </c:pt>
                <c:pt idx="107">
                  <c:v>1.49</c:v>
                </c:pt>
                <c:pt idx="108">
                  <c:v>1.48</c:v>
                </c:pt>
                <c:pt idx="109">
                  <c:v>1.52</c:v>
                </c:pt>
                <c:pt idx="110">
                  <c:v>1.47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96">
                  <c:v>0.66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81">
                  <c:v>2.07</c:v>
                </c:pt>
                <c:pt idx="82">
                  <c:v>1.06</c:v>
                </c:pt>
                <c:pt idx="91">
                  <c:v>1.14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3">
                  <c:v>0.95</c:v>
                </c:pt>
                <c:pt idx="104">
                  <c:v>1.48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Epizyme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EPZM  ·  acquired by Ipsen S.A.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27, 2022   ·   Closed Aug 12, 2022   ·   Status: completed   ·   Pre-ann. volume 2.05×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Epizyme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Epizyme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5080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3640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699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3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831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02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966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822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249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391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676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45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530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59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85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237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Ipsen reaches out to Epizyme to explore a business…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Epizyme Board establishes a Special Committee to explore…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Epizyme and Ipsen enter into a Mutual Confidentiality…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Ipsen submits a non-binding proposal to purchase assets…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rejects the asset sale offer, preferring…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Ipsen submits an initial non-binding offer to acquire the…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Ipsen increases offer to $1.25 per share plus a $0.70 CVR…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Ipsen submits a third revised offer of $1.30 per share plus…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Ipsen submits a 'final' offer of $1.35 per share plus CVRs…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Epizyme and Ipsen enter into an exclusivity agreement.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agree on a final cash consideration of $1.45 per…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Board unanimously approve the Merger…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signed and publicly announced.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is formally commenced.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is completed; Epizyme becomes a wholly owned…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Epizyme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2022-01-28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-49%  ($2.07→$1.06)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($1.06→$1.49)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2022-04-08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($1.14→$0.87)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($0.66→$0.52)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Epizyme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2021-12-02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Epizyme to Present New Data from Its Oncology Portfolio at 2021 American Society of Hematology Annual…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2021-12-11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Epizyme Presents Preclinical Data and Phase 1/1b Trial Design on the Company’s SETD2 Inhibitor, EZM0414, at…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2022-02-22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Epizyme Announces Date of Fourth Quarter and Full Year 2021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2022-03-01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Epizyme Reports Fourth Quarter and Full Year 2021 Financial Results and Provides Business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Epizyme Announces Date of First Quarter 2022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Epizyme Reports First Quarter 2022 Financial Results and Provides Business 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2022-06-29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Biotech Stock Roundup: EPZM Soars on IPSEY Offer, KZR Up on Study Data &amp;amp; More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EPIZYME ALERT: Bragar Eagel &amp;amp; Squire, P.C. Investigates Merger of EPZM and Encourages Investors to…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Epizyme Reports Second Quarter 2022 Financial Results and Provides Business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