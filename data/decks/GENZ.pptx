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Sheet1!$A$2:$A$132</c:f>
              <c:strCache>
                <c:ptCount val="131"/>
                <c:pt idx="0">
                  <c:v>Oct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Dec '08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Mar '09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May '09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Aug '09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Oct '09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Jan '10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Apr '10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Jun '10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'10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Feb '11</c:v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</c:strCache>
            </c:strRef>
          </c:cat>
          <c:val>
            <c:numRef>
              <c:f>Sheet1!$B$2:$B$132</c:f>
              <c:numCache>
                <c:formatCode>General</c:formatCode>
                <c:ptCount val="131"/>
                <c:pt idx="0">
                  <c:v>64.59</c:v>
                </c:pt>
                <c:pt idx="1">
                  <c:v>63.31</c:v>
                </c:pt>
                <c:pt idx="2">
                  <c:v>67.45</c:v>
                </c:pt>
                <c:pt idx="3">
                  <c:v>72.88</c:v>
                </c:pt>
                <c:pt idx="4">
                  <c:v>70.38</c:v>
                </c:pt>
                <c:pt idx="5">
                  <c:v>69.14</c:v>
                </c:pt>
                <c:pt idx="6">
                  <c:v>67.19</c:v>
                </c:pt>
                <c:pt idx="7">
                  <c:v>64.02</c:v>
                </c:pt>
                <c:pt idx="8">
                  <c:v>65.53</c:v>
                </c:pt>
                <c:pt idx="9">
                  <c:v>65.21</c:v>
                </c:pt>
                <c:pt idx="10">
                  <c:v>68.2</c:v>
                </c:pt>
                <c:pt idx="11">
                  <c:v>66.41</c:v>
                </c:pt>
                <c:pt idx="12">
                  <c:v>68.07</c:v>
                </c:pt>
                <c:pt idx="13">
                  <c:v>63.61</c:v>
                </c:pt>
                <c:pt idx="14">
                  <c:v>67.68</c:v>
                </c:pt>
                <c:pt idx="15">
                  <c:v>67.61</c:v>
                </c:pt>
                <c:pt idx="16">
                  <c:v>68.92</c:v>
                </c:pt>
                <c:pt idx="17">
                  <c:v>71.33</c:v>
                </c:pt>
                <c:pt idx="18">
                  <c:v>72.59</c:v>
                </c:pt>
                <c:pt idx="19">
                  <c:v>71.56</c:v>
                </c:pt>
                <c:pt idx="20">
                  <c:v>60.93</c:v>
                </c:pt>
                <c:pt idx="21">
                  <c:v>53.17</c:v>
                </c:pt>
                <c:pt idx="22">
                  <c:v>56.14</c:v>
                </c:pt>
                <c:pt idx="23">
                  <c:v>54.6</c:v>
                </c:pt>
                <c:pt idx="24">
                  <c:v>59.23</c:v>
                </c:pt>
                <c:pt idx="25">
                  <c:v>56.04</c:v>
                </c:pt>
                <c:pt idx="26">
                  <c:v>56.38</c:v>
                </c:pt>
                <c:pt idx="27">
                  <c:v>54.99</c:v>
                </c:pt>
                <c:pt idx="28">
                  <c:v>53.2</c:v>
                </c:pt>
                <c:pt idx="29">
                  <c:v>52.73</c:v>
                </c:pt>
                <c:pt idx="30">
                  <c:v>60.18</c:v>
                </c:pt>
                <c:pt idx="31">
                  <c:v>58.57</c:v>
                </c:pt>
                <c:pt idx="32">
                  <c:v>58.37</c:v>
                </c:pt>
                <c:pt idx="33">
                  <c:v>59.14</c:v>
                </c:pt>
                <c:pt idx="34">
                  <c:v>60.7</c:v>
                </c:pt>
                <c:pt idx="35">
                  <c:v>58.76</c:v>
                </c:pt>
                <c:pt idx="36">
                  <c:v>55.02</c:v>
                </c:pt>
                <c:pt idx="37">
                  <c:v>56.5</c:v>
                </c:pt>
                <c:pt idx="38">
                  <c:v>54.75</c:v>
                </c:pt>
                <c:pt idx="39">
                  <c:v>53.75</c:v>
                </c:pt>
                <c:pt idx="40">
                  <c:v>53.8</c:v>
                </c:pt>
                <c:pt idx="41">
                  <c:v>52.78</c:v>
                </c:pt>
                <c:pt idx="42">
                  <c:v>51.89</c:v>
                </c:pt>
                <c:pt idx="43">
                  <c:v>48.19</c:v>
                </c:pt>
                <c:pt idx="44">
                  <c:v>50.59</c:v>
                </c:pt>
                <c:pt idx="45">
                  <c:v>53.58</c:v>
                </c:pt>
                <c:pt idx="46">
                  <c:v>55.53</c:v>
                </c:pt>
                <c:pt idx="47">
                  <c:v>57.19</c:v>
                </c:pt>
                <c:pt idx="48">
                  <c:v>55.88</c:v>
                </c:pt>
                <c:pt idx="49">
                  <c:v>57.55</c:v>
                </c:pt>
                <c:pt idx="50">
                  <c:v>56.67</c:v>
                </c:pt>
                <c:pt idx="51">
                  <c:v>55.58</c:v>
                </c:pt>
                <c:pt idx="52">
                  <c:v>56.46</c:v>
                </c:pt>
                <c:pt idx="53">
                  <c:v>55.94</c:v>
                </c:pt>
                <c:pt idx="54">
                  <c:v>52.24</c:v>
                </c:pt>
                <c:pt idx="55">
                  <c:v>50.6</c:v>
                </c:pt>
                <c:pt idx="56">
                  <c:v>52.28</c:v>
                </c:pt>
                <c:pt idx="57">
                  <c:v>49.28</c:v>
                </c:pt>
                <c:pt idx="58">
                  <c:v>50.05</c:v>
                </c:pt>
                <c:pt idx="59">
                  <c:v>51.07</c:v>
                </c:pt>
                <c:pt idx="60">
                  <c:v>49.98</c:v>
                </c:pt>
                <c:pt idx="61">
                  <c:v>49.74</c:v>
                </c:pt>
                <c:pt idx="62">
                  <c:v>48.78</c:v>
                </c:pt>
                <c:pt idx="63">
                  <c:v>48.5</c:v>
                </c:pt>
                <c:pt idx="64">
                  <c:v>49.01</c:v>
                </c:pt>
                <c:pt idx="65">
                  <c:v>53.81</c:v>
                </c:pt>
                <c:pt idx="66">
                  <c:v>53.45</c:v>
                </c:pt>
                <c:pt idx="67">
                  <c:v>54.38</c:v>
                </c:pt>
                <c:pt idx="68">
                  <c:v>54.26</c:v>
                </c:pt>
                <c:pt idx="69">
                  <c:v>55.17</c:v>
                </c:pt>
                <c:pt idx="70">
                  <c:v>55.73</c:v>
                </c:pt>
                <c:pt idx="71">
                  <c:v>55.97</c:v>
                </c:pt>
                <c:pt idx="72">
                  <c:v>57.2</c:v>
                </c:pt>
                <c:pt idx="73">
                  <c:v>57.4</c:v>
                </c:pt>
                <c:pt idx="74">
                  <c:v>56.91</c:v>
                </c:pt>
                <c:pt idx="75">
                  <c:v>59.39</c:v>
                </c:pt>
                <c:pt idx="76">
                  <c:v>53.0</c:v>
                </c:pt>
                <c:pt idx="77">
                  <c:v>52.55</c:v>
                </c:pt>
                <c:pt idx="78">
                  <c:v>52.8</c:v>
                </c:pt>
                <c:pt idx="79">
                  <c:v>53.64</c:v>
                </c:pt>
                <c:pt idx="80">
                  <c:v>53.93</c:v>
                </c:pt>
                <c:pt idx="81">
                  <c:v>53.22</c:v>
                </c:pt>
                <c:pt idx="82">
                  <c:v>51.77</c:v>
                </c:pt>
                <c:pt idx="83">
                  <c:v>50.43</c:v>
                </c:pt>
                <c:pt idx="84">
                  <c:v>49.41</c:v>
                </c:pt>
                <c:pt idx="85">
                  <c:v>48.65</c:v>
                </c:pt>
                <c:pt idx="86">
                  <c:v>47.75</c:v>
                </c:pt>
                <c:pt idx="87">
                  <c:v>49.05</c:v>
                </c:pt>
                <c:pt idx="88">
                  <c:v>52.88</c:v>
                </c:pt>
                <c:pt idx="89">
                  <c:v>53.48</c:v>
                </c:pt>
                <c:pt idx="90">
                  <c:v>52.8</c:v>
                </c:pt>
                <c:pt idx="91">
                  <c:v>53.93</c:v>
                </c:pt>
                <c:pt idx="92">
                  <c:v>51.77</c:v>
                </c:pt>
                <c:pt idx="93">
                  <c:v>62.52</c:v>
                </c:pt>
                <c:pt idx="94">
                  <c:v>69.56</c:v>
                </c:pt>
                <c:pt idx="95">
                  <c:v>69.18</c:v>
                </c:pt>
                <c:pt idx="96">
                  <c:v>66.3</c:v>
                </c:pt>
                <c:pt idx="97">
                  <c:v>66.89</c:v>
                </c:pt>
                <c:pt idx="98">
                  <c:v>67.62</c:v>
                </c:pt>
                <c:pt idx="99">
                  <c:v>70.49</c:v>
                </c:pt>
                <c:pt idx="100">
                  <c:v>70.79</c:v>
                </c:pt>
                <c:pt idx="101">
                  <c:v>70.15</c:v>
                </c:pt>
                <c:pt idx="102">
                  <c:v>71.6</c:v>
                </c:pt>
                <c:pt idx="103">
                  <c:v>70.88</c:v>
                </c:pt>
                <c:pt idx="104">
                  <c:v>72.75</c:v>
                </c:pt>
                <c:pt idx="105">
                  <c:v>72.19</c:v>
                </c:pt>
                <c:pt idx="106">
                  <c:v>72.45</c:v>
                </c:pt>
                <c:pt idx="107">
                  <c:v>72.25</c:v>
                </c:pt>
                <c:pt idx="108">
                  <c:v>71.69</c:v>
                </c:pt>
                <c:pt idx="109">
                  <c:v>69.84</c:v>
                </c:pt>
                <c:pt idx="110">
                  <c:v>71.31</c:v>
                </c:pt>
                <c:pt idx="111">
                  <c:v>71.22</c:v>
                </c:pt>
                <c:pt idx="112">
                  <c:v>70.91</c:v>
                </c:pt>
                <c:pt idx="113">
                  <c:v>69.82</c:v>
                </c:pt>
                <c:pt idx="114">
                  <c:v>69.79</c:v>
                </c:pt>
                <c:pt idx="115">
                  <c:v>71.18</c:v>
                </c:pt>
                <c:pt idx="116">
                  <c:v>71.2</c:v>
                </c:pt>
                <c:pt idx="117">
                  <c:v>71.39</c:v>
                </c:pt>
                <c:pt idx="118">
                  <c:v>72.18</c:v>
                </c:pt>
                <c:pt idx="119">
                  <c:v>71.58</c:v>
                </c:pt>
                <c:pt idx="120">
                  <c:v>71.1</c:v>
                </c:pt>
                <c:pt idx="121">
                  <c:v>73.4</c:v>
                </c:pt>
                <c:pt idx="122">
                  <c:v>72.55</c:v>
                </c:pt>
                <c:pt idx="123">
                  <c:v>75.38</c:v>
                </c:pt>
                <c:pt idx="124">
                  <c:v>75.39</c:v>
                </c:pt>
                <c:pt idx="125">
                  <c:v>75.65</c:v>
                </c:pt>
                <c:pt idx="126">
                  <c:v>75.99</c:v>
                </c:pt>
                <c:pt idx="127">
                  <c:v>75.59</c:v>
                </c:pt>
                <c:pt idx="128">
                  <c:v>75.94</c:v>
                </c:pt>
                <c:pt idx="129">
                  <c:v>76.01</c:v>
                </c:pt>
                <c:pt idx="130">
                  <c:v>76.25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Sheet1!$A$2:$A$132</c:f>
              <c:strCache>
                <c:ptCount val="131"/>
                <c:pt idx="0">
                  <c:v>Oct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Dec '08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Mar '09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May '09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Aug '09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Oct '09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Jan '10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Apr '10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Jun '10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'10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Feb '11</c:v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</c:strCache>
            </c:strRef>
          </c:cat>
          <c:val>
            <c:numRef>
              <c:f>Sheet1!$C$2:$C$132</c:f>
              <c:numCache>
                <c:formatCode>General</c:formatCode>
                <c:ptCount val="131"/>
                <c:pt idx="2">
                  <c:v>67.45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GENZYME CORP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GENZ  ·  acquired by sanofi-aventis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04, 2010   ·   Closed Apr 08, 2011   ·   Status: completed   ·   Pre-ann. volume 0.58×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GENZYME CORP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GENZYME CORP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2170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0730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43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185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6684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58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731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453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sends non-binding proposal to acquire Genzyme at…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 Board unanimously rejects Sanofi's $69.00 per share…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reiterates its $69.00 proposal and makes it public.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formally commences a tender offer at $69.00 per…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 Board recommends shareholders reject the $69.00…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 and Sanofi enter into a Merger Agreement at $74.00…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accepts for exchange all validly tendered shares…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completes acquisition of Genzyme through a…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GENZYME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($14.63→$18.6)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GENZYME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