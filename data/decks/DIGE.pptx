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Sheet1!$A$2:$A$115</c:f>
              <c:strCache>
                <c:ptCount val="114"/>
                <c:pt idx="0">
                  <c:v>Jun '05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'05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'05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'05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'06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'06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'06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'06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'06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'07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May '07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'07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</c:strCache>
            </c:strRef>
          </c:cat>
          <c:val>
            <c:numRef>
              <c:f>Sheet1!$B$2:$B$115</c:f>
              <c:numCache>
                <c:formatCode>General</c:formatCode>
                <c:ptCount val="114"/>
                <c:pt idx="0">
                  <c:v>24.95</c:v>
                </c:pt>
                <c:pt idx="1">
                  <c:v>25.44</c:v>
                </c:pt>
                <c:pt idx="2">
                  <c:v>26.89</c:v>
                </c:pt>
                <c:pt idx="3">
                  <c:v>28.31</c:v>
                </c:pt>
                <c:pt idx="4">
                  <c:v>27.96</c:v>
                </c:pt>
                <c:pt idx="5">
                  <c:v>30.0</c:v>
                </c:pt>
                <c:pt idx="6">
                  <c:v>29.75</c:v>
                </c:pt>
                <c:pt idx="7">
                  <c:v>28.01</c:v>
                </c:pt>
                <c:pt idx="8">
                  <c:v>29.09</c:v>
                </c:pt>
                <c:pt idx="9">
                  <c:v>29.8</c:v>
                </c:pt>
                <c:pt idx="10">
                  <c:v>29.09</c:v>
                </c:pt>
                <c:pt idx="11">
                  <c:v>31.33</c:v>
                </c:pt>
                <c:pt idx="12">
                  <c:v>30.03</c:v>
                </c:pt>
                <c:pt idx="13">
                  <c:v>28.89</c:v>
                </c:pt>
                <c:pt idx="14">
                  <c:v>29.84</c:v>
                </c:pt>
                <c:pt idx="15">
                  <c:v>28.0</c:v>
                </c:pt>
                <c:pt idx="16">
                  <c:v>27.22</c:v>
                </c:pt>
                <c:pt idx="17">
                  <c:v>28.5</c:v>
                </c:pt>
                <c:pt idx="18">
                  <c:v>27.77</c:v>
                </c:pt>
                <c:pt idx="19">
                  <c:v>29.53</c:v>
                </c:pt>
                <c:pt idx="20">
                  <c:v>29.51</c:v>
                </c:pt>
                <c:pt idx="21">
                  <c:v>29.99</c:v>
                </c:pt>
                <c:pt idx="22">
                  <c:v>30.12</c:v>
                </c:pt>
                <c:pt idx="23">
                  <c:v>29.25</c:v>
                </c:pt>
                <c:pt idx="24">
                  <c:v>27.98</c:v>
                </c:pt>
                <c:pt idx="25">
                  <c:v>28.05</c:v>
                </c:pt>
                <c:pt idx="26">
                  <c:v>27.9</c:v>
                </c:pt>
                <c:pt idx="27">
                  <c:v>28.33</c:v>
                </c:pt>
                <c:pt idx="28">
                  <c:v>29.18</c:v>
                </c:pt>
                <c:pt idx="29">
                  <c:v>29.51</c:v>
                </c:pt>
                <c:pt idx="30">
                  <c:v>29.17</c:v>
                </c:pt>
                <c:pt idx="31">
                  <c:v>29.98</c:v>
                </c:pt>
                <c:pt idx="32">
                  <c:v>31.34</c:v>
                </c:pt>
                <c:pt idx="33">
                  <c:v>30.62</c:v>
                </c:pt>
                <c:pt idx="34">
                  <c:v>33.84</c:v>
                </c:pt>
                <c:pt idx="35">
                  <c:v>33.31</c:v>
                </c:pt>
                <c:pt idx="36">
                  <c:v>37.72</c:v>
                </c:pt>
                <c:pt idx="37">
                  <c:v>38.83</c:v>
                </c:pt>
                <c:pt idx="38">
                  <c:v>42.29</c:v>
                </c:pt>
                <c:pt idx="39">
                  <c:v>42.87</c:v>
                </c:pt>
                <c:pt idx="40">
                  <c:v>41.73</c:v>
                </c:pt>
                <c:pt idx="41">
                  <c:v>43.91</c:v>
                </c:pt>
                <c:pt idx="42">
                  <c:v>42.69</c:v>
                </c:pt>
                <c:pt idx="43">
                  <c:v>39.1</c:v>
                </c:pt>
                <c:pt idx="44">
                  <c:v>37.39</c:v>
                </c:pt>
                <c:pt idx="45">
                  <c:v>36.09</c:v>
                </c:pt>
                <c:pt idx="46">
                  <c:v>38.34</c:v>
                </c:pt>
                <c:pt idx="47">
                  <c:v>41.31</c:v>
                </c:pt>
                <c:pt idx="48">
                  <c:v>42.82</c:v>
                </c:pt>
                <c:pt idx="49">
                  <c:v>37.91</c:v>
                </c:pt>
                <c:pt idx="50">
                  <c:v>36.09</c:v>
                </c:pt>
                <c:pt idx="51">
                  <c:v>39.05</c:v>
                </c:pt>
                <c:pt idx="52">
                  <c:v>37.85</c:v>
                </c:pt>
                <c:pt idx="53">
                  <c:v>37.73</c:v>
                </c:pt>
                <c:pt idx="54">
                  <c:v>39.22</c:v>
                </c:pt>
                <c:pt idx="55">
                  <c:v>36.29</c:v>
                </c:pt>
                <c:pt idx="56">
                  <c:v>38.74</c:v>
                </c:pt>
                <c:pt idx="57">
                  <c:v>38.82</c:v>
                </c:pt>
                <c:pt idx="58">
                  <c:v>35.28</c:v>
                </c:pt>
                <c:pt idx="59">
                  <c:v>38.46</c:v>
                </c:pt>
                <c:pt idx="60">
                  <c:v>41.9</c:v>
                </c:pt>
                <c:pt idx="61">
                  <c:v>41.17</c:v>
                </c:pt>
                <c:pt idx="62">
                  <c:v>45.02</c:v>
                </c:pt>
                <c:pt idx="63">
                  <c:v>47.41</c:v>
                </c:pt>
                <c:pt idx="64">
                  <c:v>41.83</c:v>
                </c:pt>
                <c:pt idx="65">
                  <c:v>42.22</c:v>
                </c:pt>
                <c:pt idx="66">
                  <c:v>40.39</c:v>
                </c:pt>
                <c:pt idx="67">
                  <c:v>44.11</c:v>
                </c:pt>
                <c:pt idx="68">
                  <c:v>44.16</c:v>
                </c:pt>
                <c:pt idx="69">
                  <c:v>43.15</c:v>
                </c:pt>
                <c:pt idx="70">
                  <c:v>44.51</c:v>
                </c:pt>
                <c:pt idx="71">
                  <c:v>47.63</c:v>
                </c:pt>
                <c:pt idx="72">
                  <c:v>47.34</c:v>
                </c:pt>
                <c:pt idx="73">
                  <c:v>47.0</c:v>
                </c:pt>
                <c:pt idx="74">
                  <c:v>47.22</c:v>
                </c:pt>
                <c:pt idx="75">
                  <c:v>48.9</c:v>
                </c:pt>
                <c:pt idx="76">
                  <c:v>49.67</c:v>
                </c:pt>
                <c:pt idx="77">
                  <c:v>49.95</c:v>
                </c:pt>
                <c:pt idx="78">
                  <c:v>51.06</c:v>
                </c:pt>
                <c:pt idx="79">
                  <c:v>48.42</c:v>
                </c:pt>
                <c:pt idx="80">
                  <c:v>48.01</c:v>
                </c:pt>
                <c:pt idx="81">
                  <c:v>46.79</c:v>
                </c:pt>
                <c:pt idx="82">
                  <c:v>47.92</c:v>
                </c:pt>
                <c:pt idx="83">
                  <c:v>48.82</c:v>
                </c:pt>
                <c:pt idx="84">
                  <c:v>50.12</c:v>
                </c:pt>
                <c:pt idx="85">
                  <c:v>52.06</c:v>
                </c:pt>
                <c:pt idx="86">
                  <c:v>51.35</c:v>
                </c:pt>
                <c:pt idx="87">
                  <c:v>49.7</c:v>
                </c:pt>
                <c:pt idx="88">
                  <c:v>50.1</c:v>
                </c:pt>
                <c:pt idx="89">
                  <c:v>47.31</c:v>
                </c:pt>
                <c:pt idx="90">
                  <c:v>47.51</c:v>
                </c:pt>
                <c:pt idx="91">
                  <c:v>44.83</c:v>
                </c:pt>
                <c:pt idx="92">
                  <c:v>41.74</c:v>
                </c:pt>
                <c:pt idx="93">
                  <c:v>39.76</c:v>
                </c:pt>
                <c:pt idx="94">
                  <c:v>39.66</c:v>
                </c:pt>
                <c:pt idx="95">
                  <c:v>42.41</c:v>
                </c:pt>
                <c:pt idx="96">
                  <c:v>43.93</c:v>
                </c:pt>
                <c:pt idx="97">
                  <c:v>45.81</c:v>
                </c:pt>
                <c:pt idx="98">
                  <c:v>44.53</c:v>
                </c:pt>
                <c:pt idx="99">
                  <c:v>46.59</c:v>
                </c:pt>
                <c:pt idx="100">
                  <c:v>45.97</c:v>
                </c:pt>
                <c:pt idx="101">
                  <c:v>41.91</c:v>
                </c:pt>
                <c:pt idx="102">
                  <c:v>42.35</c:v>
                </c:pt>
                <c:pt idx="103">
                  <c:v>43.64</c:v>
                </c:pt>
                <c:pt idx="104">
                  <c:v>44.77</c:v>
                </c:pt>
                <c:pt idx="105">
                  <c:v>56.25</c:v>
                </c:pt>
                <c:pt idx="106">
                  <c:v>58.64</c:v>
                </c:pt>
                <c:pt idx="107">
                  <c:v>58.87</c:v>
                </c:pt>
                <c:pt idx="108">
                  <c:v>60.05</c:v>
                </c:pt>
                <c:pt idx="109">
                  <c:v>61.8</c:v>
                </c:pt>
                <c:pt idx="110">
                  <c:v>61.31</c:v>
                </c:pt>
                <c:pt idx="111">
                  <c:v>61.36</c:v>
                </c:pt>
                <c:pt idx="112">
                  <c:v>60.3</c:v>
                </c:pt>
                <c:pt idx="113">
                  <c:v>61.01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Sheet1!$A$2:$A$115</c:f>
              <c:strCache>
                <c:ptCount val="114"/>
                <c:pt idx="0">
                  <c:v>Jun '05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'05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'05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'05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'06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'06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'06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'06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'06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'07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May '07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'07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</c:strCache>
            </c:strRef>
          </c:cat>
          <c:val>
            <c:numRef>
              <c:f>Sheet1!$C$2:$C$115</c:f>
              <c:numCache>
                <c:formatCode>General</c:formatCode>
                <c:ptCount val="114"/>
                <c:pt idx="105">
                  <c:v>56.25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DIGENE CORPORATION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DIGE  ·  acquired by QIAGEN N.V.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$61.25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33%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Jun 03, 2007   ·   Closed Jul 30, 2007   ·   Status: completed   ·   Pre-ann. volume 1.11×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DIGENE CORPORATION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DIGENE CORPORATION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466082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551682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4057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872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35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55357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2879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5041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576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1121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05445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Jan 2007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Jul 2007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08, 2007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Digene and QIAGEN executives meet at JPMorgan Healthcare…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06, 2007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CEOs Daryl Faulkner (Digene) and Peer Schatz (QIAGEN) meet…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30, 2007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QIAGEN delivers initial non-binding indication of interest…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11, 2007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JPMorgan contacts 11 potential strategic partners; one…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18, 2007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QIAGEN re-affirms $58-$62 range but moves to 50% cash/50%…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25, 2007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QIAGEN proposes final price of $61.25 per share and changes…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31, 2007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only other interested strategic partner withdraws from…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02, 2007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Digene Board unanimously approves the Merger Agreement.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03, 2007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is executed and transaction is announced.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15, 2007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QIAGEN formally commences the tender offer.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30, 2007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Digene common stock suspended from NASDAQ.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11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DIGENE CORPORATION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0 unexplained pre-announcement move weeks (of 1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DIGENE CORPORATION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2007-06-03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Digene Corporation and QIAGEN N.V. Announce Definitive Merger Agreement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