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Nov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586.8</c:v>
                </c:pt>
                <c:pt idx="1">
                  <c:v>586.8</c:v>
                </c:pt>
                <c:pt idx="2">
                  <c:v>586.8</c:v>
                </c:pt>
                <c:pt idx="3">
                  <c:v>586.8</c:v>
                </c:pt>
                <c:pt idx="4">
                  <c:v>586.8</c:v>
                </c:pt>
                <c:pt idx="5">
                  <c:v>684.6</c:v>
                </c:pt>
                <c:pt idx="6">
                  <c:v>586.8</c:v>
                </c:pt>
                <c:pt idx="7">
                  <c:v>586.8</c:v>
                </c:pt>
                <c:pt idx="8">
                  <c:v>586.8</c:v>
                </c:pt>
                <c:pt idx="9">
                  <c:v>586.8</c:v>
                </c:pt>
                <c:pt idx="10">
                  <c:v>586.8</c:v>
                </c:pt>
                <c:pt idx="11">
                  <c:v>782.4</c:v>
                </c:pt>
                <c:pt idx="12">
                  <c:v>782.4</c:v>
                </c:pt>
                <c:pt idx="13">
                  <c:v>684.6</c:v>
                </c:pt>
                <c:pt idx="14">
                  <c:v>684.6</c:v>
                </c:pt>
                <c:pt idx="15">
                  <c:v>684.6</c:v>
                </c:pt>
                <c:pt idx="16">
                  <c:v>880.2</c:v>
                </c:pt>
                <c:pt idx="17">
                  <c:v>782.4</c:v>
                </c:pt>
                <c:pt idx="18">
                  <c:v>782.4</c:v>
                </c:pt>
                <c:pt idx="19">
                  <c:v>782.4</c:v>
                </c:pt>
                <c:pt idx="20">
                  <c:v>684.6</c:v>
                </c:pt>
                <c:pt idx="21">
                  <c:v>586.8</c:v>
                </c:pt>
                <c:pt idx="22">
                  <c:v>586.8</c:v>
                </c:pt>
                <c:pt idx="23">
                  <c:v>586.8</c:v>
                </c:pt>
                <c:pt idx="24">
                  <c:v>586.8</c:v>
                </c:pt>
                <c:pt idx="25">
                  <c:v>586.8</c:v>
                </c:pt>
                <c:pt idx="26">
                  <c:v>586.8</c:v>
                </c:pt>
                <c:pt idx="27">
                  <c:v>586.8</c:v>
                </c:pt>
                <c:pt idx="28">
                  <c:v>586.8</c:v>
                </c:pt>
                <c:pt idx="29">
                  <c:v>586.8</c:v>
                </c:pt>
                <c:pt idx="30">
                  <c:v>489.0</c:v>
                </c:pt>
                <c:pt idx="31">
                  <c:v>586.8</c:v>
                </c:pt>
                <c:pt idx="32">
                  <c:v>586.8</c:v>
                </c:pt>
                <c:pt idx="33">
                  <c:v>782.4</c:v>
                </c:pt>
                <c:pt idx="34">
                  <c:v>782.4</c:v>
                </c:pt>
                <c:pt idx="35">
                  <c:v>782.4</c:v>
                </c:pt>
                <c:pt idx="36">
                  <c:v>684.6</c:v>
                </c:pt>
                <c:pt idx="37">
                  <c:v>684.6</c:v>
                </c:pt>
                <c:pt idx="38">
                  <c:v>684.6</c:v>
                </c:pt>
                <c:pt idx="39">
                  <c:v>684.6</c:v>
                </c:pt>
                <c:pt idx="40">
                  <c:v>684.6</c:v>
                </c:pt>
                <c:pt idx="41">
                  <c:v>782.4</c:v>
                </c:pt>
                <c:pt idx="42">
                  <c:v>899.76</c:v>
                </c:pt>
                <c:pt idx="43">
                  <c:v>830.32</c:v>
                </c:pt>
                <c:pt idx="44">
                  <c:v>854.77</c:v>
                </c:pt>
                <c:pt idx="45">
                  <c:v>794.14</c:v>
                </c:pt>
                <c:pt idx="46">
                  <c:v>678.73</c:v>
                </c:pt>
                <c:pt idx="47">
                  <c:v>680.69</c:v>
                </c:pt>
                <c:pt idx="48">
                  <c:v>702.2</c:v>
                </c:pt>
                <c:pt idx="49">
                  <c:v>675.8</c:v>
                </c:pt>
                <c:pt idx="50">
                  <c:v>677.75</c:v>
                </c:pt>
                <c:pt idx="51">
                  <c:v>6.52</c:v>
                </c:pt>
                <c:pt idx="52">
                  <c:v>7.02</c:v>
                </c:pt>
                <c:pt idx="53">
                  <c:v>6.2</c:v>
                </c:pt>
                <c:pt idx="54">
                  <c:v>6.33</c:v>
                </c:pt>
                <c:pt idx="55">
                  <c:v>6.68</c:v>
                </c:pt>
                <c:pt idx="56">
                  <c:v>6.49</c:v>
                </c:pt>
                <c:pt idx="57">
                  <c:v>6.69</c:v>
                </c:pt>
                <c:pt idx="58">
                  <c:v>6.69</c:v>
                </c:pt>
                <c:pt idx="59">
                  <c:v>6.69</c:v>
                </c:pt>
                <c:pt idx="60">
                  <c:v>6.69</c:v>
                </c:pt>
                <c:pt idx="61">
                  <c:v>6.69</c:v>
                </c:pt>
                <c:pt idx="62">
                  <c:v>6.69</c:v>
                </c:pt>
                <c:pt idx="63">
                  <c:v>6.69</c:v>
                </c:pt>
                <c:pt idx="64">
                  <c:v>6.69</c:v>
                </c:pt>
                <c:pt idx="65">
                  <c:v>6.69</c:v>
                </c:pt>
                <c:pt idx="66">
                  <c:v>6.69</c:v>
                </c:pt>
                <c:pt idx="67">
                  <c:v>7.22</c:v>
                </c:pt>
                <c:pt idx="68">
                  <c:v>6.63</c:v>
                </c:pt>
                <c:pt idx="69">
                  <c:v>6.19</c:v>
                </c:pt>
                <c:pt idx="70">
                  <c:v>6.1</c:v>
                </c:pt>
                <c:pt idx="71">
                  <c:v>6.14</c:v>
                </c:pt>
                <c:pt idx="72">
                  <c:v>6.33</c:v>
                </c:pt>
                <c:pt idx="73">
                  <c:v>6.63</c:v>
                </c:pt>
                <c:pt idx="74">
                  <c:v>6.98</c:v>
                </c:pt>
                <c:pt idx="75">
                  <c:v>7.48</c:v>
                </c:pt>
                <c:pt idx="76">
                  <c:v>7.25</c:v>
                </c:pt>
                <c:pt idx="77">
                  <c:v>6.28</c:v>
                </c:pt>
                <c:pt idx="78">
                  <c:v>6.21</c:v>
                </c:pt>
                <c:pt idx="79">
                  <c:v>6.73</c:v>
                </c:pt>
                <c:pt idx="80">
                  <c:v>6.34</c:v>
                </c:pt>
                <c:pt idx="81">
                  <c:v>6.21</c:v>
                </c:pt>
                <c:pt idx="82">
                  <c:v>6.29</c:v>
                </c:pt>
                <c:pt idx="83">
                  <c:v>5.34</c:v>
                </c:pt>
                <c:pt idx="84">
                  <c:v>5.3</c:v>
                </c:pt>
                <c:pt idx="85">
                  <c:v>5.09</c:v>
                </c:pt>
                <c:pt idx="86">
                  <c:v>5.22</c:v>
                </c:pt>
                <c:pt idx="87">
                  <c:v>5.14</c:v>
                </c:pt>
                <c:pt idx="88">
                  <c:v>4.69</c:v>
                </c:pt>
                <c:pt idx="89">
                  <c:v>4.49</c:v>
                </c:pt>
                <c:pt idx="90">
                  <c:v>3.8</c:v>
                </c:pt>
                <c:pt idx="91">
                  <c:v>3.1</c:v>
                </c:pt>
                <c:pt idx="92">
                  <c:v>3.81</c:v>
                </c:pt>
                <c:pt idx="93">
                  <c:v>3.84</c:v>
                </c:pt>
                <c:pt idx="94">
                  <c:v>4.47</c:v>
                </c:pt>
                <c:pt idx="95">
                  <c:v>4.29</c:v>
                </c:pt>
                <c:pt idx="96">
                  <c:v>4.99</c:v>
                </c:pt>
                <c:pt idx="97">
                  <c:v>3.95</c:v>
                </c:pt>
                <c:pt idx="98">
                  <c:v>4.19</c:v>
                </c:pt>
                <c:pt idx="99">
                  <c:v>4.7</c:v>
                </c:pt>
                <c:pt idx="100">
                  <c:v>4.32</c:v>
                </c:pt>
                <c:pt idx="101">
                  <c:v>4.22</c:v>
                </c:pt>
                <c:pt idx="102">
                  <c:v>4.4</c:v>
                </c:pt>
                <c:pt idx="103">
                  <c:v>4.75</c:v>
                </c:pt>
                <c:pt idx="104">
                  <c:v>8.46</c:v>
                </c:pt>
                <c:pt idx="105">
                  <c:v>8.5</c:v>
                </c:pt>
                <c:pt idx="106">
                  <c:v>8.56</c:v>
                </c:pt>
                <c:pt idx="107">
                  <c:v>8.48</c:v>
                </c:pt>
                <c:pt idx="108">
                  <c:v>8.48</c:v>
                </c:pt>
                <c:pt idx="109">
                  <c:v>8.49</c:v>
                </c:pt>
                <c:pt idx="110">
                  <c:v>8.45</c:v>
                </c:pt>
                <c:pt idx="111">
                  <c:v>8.42</c:v>
                </c:pt>
                <c:pt idx="112">
                  <c:v>8.43</c:v>
                </c:pt>
                <c:pt idx="113">
                  <c:v>8.42</c:v>
                </c:pt>
                <c:pt idx="114">
                  <c:v>8.41</c:v>
                </c:pt>
                <c:pt idx="115">
                  <c:v>8.44</c:v>
                </c:pt>
                <c:pt idx="116">
                  <c:v>8.46</c:v>
                </c:pt>
                <c:pt idx="117">
                  <c:v>8.47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Nov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10">
                  <c:v>586.8</c:v>
                </c:pt>
                <c:pt idx="15">
                  <c:v>684.6</c:v>
                </c:pt>
                <c:pt idx="32">
                  <c:v>586.8</c:v>
                </c:pt>
                <c:pt idx="91">
                  <c:v>3.1</c:v>
                </c:pt>
                <c:pt idx="96">
                  <c:v>4.99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Nov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4">
                  <c:v>8.46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Ocata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OCAT  ·  acquired by Astellas Pharma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81%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10, 2015   ·   Closed Feb 10, 2016   ·   Status: completed   ·   Pre-ann. volume 0.49×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Ocata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Ocata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5273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3833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48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454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260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175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97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749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87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786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78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08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84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73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Ocata and Astellas enter into a mutual confidentiality…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Ocata receives a non-binding stock-for-stock business…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proposes a worldwide co-exclusive licensing…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Discussions with Company A are terminated due to impasse on…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CEO calls Ocata CEO to propose an acquisition at…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04,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Ocata and Astellas enter into a new confidentiality…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increases its non-binding proposal to $8.40 per…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27,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Astellas submits its 'best and final' offer of $8.50 per…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09,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Ocata Board unanimously approves the Merger Agreement and…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10, 2015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the transaction is…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amended to modify the Minimum Condition to…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p.m. New York City time.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accepts tendered shares and completes the merger…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Ocata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2014-01-31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($6→$8)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648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2014-07-04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($6→$8)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2014-03-07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($7→$9)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2015-08-21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($3.1→$3.81)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($4.99→$3.95)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Ocata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Ocata Therapeutics and Astellas Pharma Inc. Announce Execution of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2015-12-18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Ocata, Astellas, and Purchaser Enter into Amendment to Merger Agreement to Modify Minimum Condition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Ocata Notifies NASDAQ of Merger Completion and Requests Delisting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