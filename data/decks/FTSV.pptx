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Sheet1!$A$2:$A$95</c:f>
              <c:strCache>
                <c:ptCount val="94"/>
                <c:pt idx="0">
                  <c:v>Jun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'18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Feb '19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May '19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'19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Sep '19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'19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Mar '20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Sheet1!$B$2:$B$95</c:f>
              <c:numCache>
                <c:formatCode>General</c:formatCode>
                <c:ptCount val="94"/>
                <c:pt idx="0">
                  <c:v>16.0</c:v>
                </c:pt>
                <c:pt idx="1">
                  <c:v>15.6</c:v>
                </c:pt>
                <c:pt idx="2">
                  <c:v>15.4</c:v>
                </c:pt>
                <c:pt idx="3">
                  <c:v>15.8</c:v>
                </c:pt>
                <c:pt idx="4">
                  <c:v>16.25</c:v>
                </c:pt>
                <c:pt idx="5">
                  <c:v>15.46</c:v>
                </c:pt>
                <c:pt idx="6">
                  <c:v>15.17</c:v>
                </c:pt>
                <c:pt idx="7">
                  <c:v>14.93</c:v>
                </c:pt>
                <c:pt idx="8">
                  <c:v>14.92</c:v>
                </c:pt>
                <c:pt idx="9">
                  <c:v>14.82</c:v>
                </c:pt>
                <c:pt idx="10">
                  <c:v>13.69</c:v>
                </c:pt>
                <c:pt idx="11">
                  <c:v>13.18</c:v>
                </c:pt>
                <c:pt idx="12">
                  <c:v>13.23</c:v>
                </c:pt>
                <c:pt idx="13">
                  <c:v>14.92</c:v>
                </c:pt>
                <c:pt idx="14">
                  <c:v>13.95</c:v>
                </c:pt>
                <c:pt idx="15">
                  <c:v>14.87</c:v>
                </c:pt>
                <c:pt idx="16">
                  <c:v>14.51</c:v>
                </c:pt>
                <c:pt idx="17">
                  <c:v>12.59</c:v>
                </c:pt>
                <c:pt idx="18">
                  <c:v>12.58</c:v>
                </c:pt>
                <c:pt idx="19">
                  <c:v>12.79</c:v>
                </c:pt>
                <c:pt idx="20">
                  <c:v>13.0</c:v>
                </c:pt>
                <c:pt idx="21">
                  <c:v>15.33</c:v>
                </c:pt>
                <c:pt idx="22">
                  <c:v>18.58</c:v>
                </c:pt>
                <c:pt idx="23">
                  <c:v>18.41</c:v>
                </c:pt>
                <c:pt idx="24">
                  <c:v>22.93</c:v>
                </c:pt>
                <c:pt idx="25">
                  <c:v>16.95</c:v>
                </c:pt>
                <c:pt idx="26">
                  <c:v>15.26</c:v>
                </c:pt>
                <c:pt idx="27">
                  <c:v>15.26</c:v>
                </c:pt>
                <c:pt idx="28">
                  <c:v>16.03</c:v>
                </c:pt>
                <c:pt idx="29">
                  <c:v>14.47</c:v>
                </c:pt>
                <c:pt idx="30">
                  <c:v>14.94</c:v>
                </c:pt>
                <c:pt idx="31">
                  <c:v>14.99</c:v>
                </c:pt>
                <c:pt idx="32">
                  <c:v>14.29</c:v>
                </c:pt>
                <c:pt idx="33">
                  <c:v>15.48</c:v>
                </c:pt>
                <c:pt idx="34">
                  <c:v>16.0</c:v>
                </c:pt>
                <c:pt idx="35">
                  <c:v>17.35</c:v>
                </c:pt>
                <c:pt idx="36">
                  <c:v>15.96</c:v>
                </c:pt>
                <c:pt idx="37">
                  <c:v>17.76</c:v>
                </c:pt>
                <c:pt idx="38">
                  <c:v>16.36</c:v>
                </c:pt>
                <c:pt idx="39">
                  <c:v>16.16</c:v>
                </c:pt>
                <c:pt idx="40">
                  <c:v>17.43</c:v>
                </c:pt>
                <c:pt idx="41">
                  <c:v>18.6</c:v>
                </c:pt>
                <c:pt idx="42">
                  <c:v>17.88</c:v>
                </c:pt>
                <c:pt idx="43">
                  <c:v>18.78</c:v>
                </c:pt>
                <c:pt idx="44">
                  <c:v>18.35</c:v>
                </c:pt>
                <c:pt idx="45">
                  <c:v>18.7</c:v>
                </c:pt>
                <c:pt idx="46">
                  <c:v>12.04</c:v>
                </c:pt>
                <c:pt idx="47">
                  <c:v>12.15</c:v>
                </c:pt>
                <c:pt idx="48">
                  <c:v>11.31</c:v>
                </c:pt>
                <c:pt idx="49">
                  <c:v>11.28</c:v>
                </c:pt>
                <c:pt idx="50">
                  <c:v>10.54</c:v>
                </c:pt>
                <c:pt idx="51">
                  <c:v>10.6</c:v>
                </c:pt>
                <c:pt idx="52">
                  <c:v>10.6</c:v>
                </c:pt>
                <c:pt idx="53">
                  <c:v>10.53</c:v>
                </c:pt>
                <c:pt idx="54">
                  <c:v>10.28</c:v>
                </c:pt>
                <c:pt idx="55">
                  <c:v>8.5</c:v>
                </c:pt>
                <c:pt idx="56">
                  <c:v>9.15</c:v>
                </c:pt>
                <c:pt idx="57">
                  <c:v>8.37</c:v>
                </c:pt>
                <c:pt idx="58">
                  <c:v>7.91</c:v>
                </c:pt>
                <c:pt idx="59">
                  <c:v>6.4</c:v>
                </c:pt>
                <c:pt idx="60">
                  <c:v>6.74</c:v>
                </c:pt>
                <c:pt idx="61">
                  <c:v>7.58</c:v>
                </c:pt>
                <c:pt idx="62">
                  <c:v>7.47</c:v>
                </c:pt>
                <c:pt idx="63">
                  <c:v>7.97</c:v>
                </c:pt>
                <c:pt idx="64">
                  <c:v>7.63</c:v>
                </c:pt>
                <c:pt idx="65">
                  <c:v>6.67</c:v>
                </c:pt>
                <c:pt idx="66">
                  <c:v>6.04</c:v>
                </c:pt>
                <c:pt idx="67">
                  <c:v>5.97</c:v>
                </c:pt>
                <c:pt idx="68">
                  <c:v>6.12</c:v>
                </c:pt>
                <c:pt idx="69">
                  <c:v>5.86</c:v>
                </c:pt>
                <c:pt idx="70">
                  <c:v>7.55</c:v>
                </c:pt>
                <c:pt idx="71">
                  <c:v>8.75</c:v>
                </c:pt>
                <c:pt idx="72">
                  <c:v>10.69</c:v>
                </c:pt>
                <c:pt idx="73">
                  <c:v>11.67</c:v>
                </c:pt>
                <c:pt idx="74">
                  <c:v>12.64</c:v>
                </c:pt>
                <c:pt idx="75">
                  <c:v>14.44</c:v>
                </c:pt>
                <c:pt idx="76">
                  <c:v>35.75</c:v>
                </c:pt>
                <c:pt idx="77">
                  <c:v>40.88</c:v>
                </c:pt>
                <c:pt idx="78">
                  <c:v>44.05</c:v>
                </c:pt>
                <c:pt idx="79">
                  <c:v>38.35</c:v>
                </c:pt>
                <c:pt idx="80">
                  <c:v>35.28</c:v>
                </c:pt>
                <c:pt idx="81">
                  <c:v>45.74</c:v>
                </c:pt>
                <c:pt idx="82">
                  <c:v>39.03</c:v>
                </c:pt>
                <c:pt idx="83">
                  <c:v>36.87</c:v>
                </c:pt>
                <c:pt idx="84">
                  <c:v>43.1</c:v>
                </c:pt>
                <c:pt idx="85">
                  <c:v>44.81</c:v>
                </c:pt>
                <c:pt idx="86">
                  <c:v>49.22</c:v>
                </c:pt>
                <c:pt idx="87">
                  <c:v>58.0</c:v>
                </c:pt>
                <c:pt idx="88">
                  <c:v>94.35</c:v>
                </c:pt>
                <c:pt idx="89">
                  <c:v>93.26</c:v>
                </c:pt>
                <c:pt idx="90">
                  <c:v>91.84</c:v>
                </c:pt>
                <c:pt idx="91">
                  <c:v>94.55</c:v>
                </c:pt>
                <c:pt idx="92">
                  <c:v>95.46</c:v>
                </c:pt>
                <c:pt idx="93">
                  <c:v>95.51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Jun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'18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Feb '19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May '19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'19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Sep '19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'19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Mar '20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Sheet1!$C$2:$C$95</c:f>
              <c:numCache>
                <c:formatCode>General</c:formatCode>
                <c:ptCount val="94"/>
                <c:pt idx="45">
                  <c:v>18.7</c:v>
                </c:pt>
                <c:pt idx="69">
                  <c:v>5.86</c:v>
                </c:pt>
                <c:pt idx="71">
                  <c:v>8.75</c:v>
                </c:pt>
                <c:pt idx="75">
                  <c:v>14.44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Jun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'18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Feb '19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May '19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'19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Sep '19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'19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Mar '20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Sheet1!$D$2:$D$95</c:f>
              <c:numCache>
                <c:formatCode>General</c:formatCode>
                <c:ptCount val="94"/>
                <c:pt idx="21">
                  <c:v>15.33</c:v>
                </c:pt>
                <c:pt idx="23">
                  <c:v>18.41</c:v>
                </c:pt>
                <c:pt idx="24">
                  <c:v>22.93</c:v>
                </c:pt>
                <c:pt idx="80">
                  <c:v>35.28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Sheet1!$A$2:$A$95</c:f>
              <c:strCache>
                <c:ptCount val="94"/>
                <c:pt idx="0">
                  <c:v>Jun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Aug '18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Oct '18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Dec '18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Feb '19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May '19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Jul '19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Sep '19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Nov '19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Mar '20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</c:strCache>
            </c:strRef>
          </c:cat>
          <c:val>
            <c:numRef>
              <c:f>Sheet1!$E$2:$E$95</c:f>
              <c:numCache>
                <c:formatCode>General</c:formatCode>
                <c:ptCount val="94"/>
                <c:pt idx="88">
                  <c:v>94.35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Forty Seven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FTSV  ·  acquired by Gilead 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02, 2020   ·   Closed Apr 07, 2020   ·   Status: completed   ·   Pre-ann. volume 0.57×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Forty Seven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Forty Seven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233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0898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730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548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535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96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528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356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688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02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186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519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685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0141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4996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Forty Seven enters into a mutual confidentiality agreement…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Forty Seven announces updated clinical data for magrolimab…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Forty Seven and Gilead enter into a mutual confidentiality…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(Jeremy Bender) informs Forty Seven (Craig Gibbs) of…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CEO Daniel O'Day meets Forty Seven CEO Mark McCamish…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Forty Seven Board formally engages Centerview Partners as…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a revised proposal of $64.50 per share and 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increases offer to $66.00 per share after Forty…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X submits a proposal of $79.00 per share (mixed cash…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increases offer to $77.00 per share. Forty Seven…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Gilead submits final proposal of $95.50 per share. Party X…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02,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Merger Agreement and joint press release…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89.07%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pursuant to Section 251(h) of the DGCL.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Forty Seven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2019-12-13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+148%  ($14.44→$35.75)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2019-05-17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-36%  ($18.7→$12.04)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2020-01-17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($35.28→$45.74)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($5.86→$7.55)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($22.93→$16.95)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($18.41→$22.93)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($8.75→$10.69)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2018-11-30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($15.33→$18.58)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Forty Seven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2019-08-13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 Inc. Reports Second Quarter 2019 Financial Results and Recent Business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2019-09-03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Seven, Inc. Granted Fast Track Designation for Magrolimab (5F9) for the Treatment of Myelodysplastic…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 Inc. to Report Third Quarter 2019 Financial Results on Tuesday, November 12, 2019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Seven, Inc. to Present New Clinical and Preclinical Data on Magrolimab and FSI-174 at 61st ASH Annual…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Seven, Inc. Reports Third Quarter 2019 Financial Results and Recent Business Highlights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2019-12-09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Seven, Inc. Announces Foundational Preclinical Data Supporting the Development of FSI-174 in…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2019-12-09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Seven, Inc. Announces Updated Data from Ongoing Clinical Trial of Magrolimab Showing Robust, Durable…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2020-03-02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 Merger Investigation: Halper Sadeh LLP Announces Investigation into Whether the Sale of Forty…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2020-03-20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Forty Seven, Inc. Reports Fourth Quarter and Full Year 2019 Financial Results and Recent Business Highlights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