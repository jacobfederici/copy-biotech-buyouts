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Jan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'18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'18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'19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'19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'20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27.44</c:v>
                </c:pt>
                <c:pt idx="1">
                  <c:v>28.21</c:v>
                </c:pt>
                <c:pt idx="2">
                  <c:v>30.93</c:v>
                </c:pt>
                <c:pt idx="3">
                  <c:v>27.8</c:v>
                </c:pt>
                <c:pt idx="4">
                  <c:v>26.79</c:v>
                </c:pt>
                <c:pt idx="5">
                  <c:v>27.49</c:v>
                </c:pt>
                <c:pt idx="6">
                  <c:v>26.18</c:v>
                </c:pt>
                <c:pt idx="7">
                  <c:v>25.16</c:v>
                </c:pt>
                <c:pt idx="8">
                  <c:v>9.43</c:v>
                </c:pt>
                <c:pt idx="9">
                  <c:v>9.1</c:v>
                </c:pt>
                <c:pt idx="10">
                  <c:v>8.33</c:v>
                </c:pt>
                <c:pt idx="11">
                  <c:v>7.99</c:v>
                </c:pt>
                <c:pt idx="12">
                  <c:v>7.12</c:v>
                </c:pt>
                <c:pt idx="13">
                  <c:v>8.07</c:v>
                </c:pt>
                <c:pt idx="14">
                  <c:v>8.92</c:v>
                </c:pt>
                <c:pt idx="15">
                  <c:v>9.06</c:v>
                </c:pt>
                <c:pt idx="16">
                  <c:v>9.51</c:v>
                </c:pt>
                <c:pt idx="17">
                  <c:v>10.54</c:v>
                </c:pt>
                <c:pt idx="18">
                  <c:v>10.8</c:v>
                </c:pt>
                <c:pt idx="19">
                  <c:v>8.52</c:v>
                </c:pt>
                <c:pt idx="20">
                  <c:v>8.91</c:v>
                </c:pt>
                <c:pt idx="21">
                  <c:v>9.56</c:v>
                </c:pt>
                <c:pt idx="22">
                  <c:v>10.02</c:v>
                </c:pt>
                <c:pt idx="23">
                  <c:v>10.48</c:v>
                </c:pt>
                <c:pt idx="24">
                  <c:v>9.2</c:v>
                </c:pt>
                <c:pt idx="25">
                  <c:v>9.91</c:v>
                </c:pt>
                <c:pt idx="26">
                  <c:v>11.56</c:v>
                </c:pt>
                <c:pt idx="27">
                  <c:v>10.18</c:v>
                </c:pt>
                <c:pt idx="28">
                  <c:v>9.16</c:v>
                </c:pt>
                <c:pt idx="29">
                  <c:v>10.35</c:v>
                </c:pt>
                <c:pt idx="30">
                  <c:v>9.97</c:v>
                </c:pt>
                <c:pt idx="31">
                  <c:v>9.61</c:v>
                </c:pt>
                <c:pt idx="32">
                  <c:v>9.58</c:v>
                </c:pt>
                <c:pt idx="33">
                  <c:v>9.52</c:v>
                </c:pt>
                <c:pt idx="34">
                  <c:v>9.84</c:v>
                </c:pt>
                <c:pt idx="35">
                  <c:v>10.57</c:v>
                </c:pt>
                <c:pt idx="36">
                  <c:v>10.33</c:v>
                </c:pt>
                <c:pt idx="37">
                  <c:v>10.9</c:v>
                </c:pt>
                <c:pt idx="38">
                  <c:v>12.43</c:v>
                </c:pt>
                <c:pt idx="39">
                  <c:v>11.68</c:v>
                </c:pt>
                <c:pt idx="40">
                  <c:v>13.08</c:v>
                </c:pt>
                <c:pt idx="41">
                  <c:v>11.55</c:v>
                </c:pt>
                <c:pt idx="42">
                  <c:v>12.76</c:v>
                </c:pt>
                <c:pt idx="43">
                  <c:v>10.56</c:v>
                </c:pt>
                <c:pt idx="44">
                  <c:v>9.71</c:v>
                </c:pt>
                <c:pt idx="45">
                  <c:v>11.12</c:v>
                </c:pt>
                <c:pt idx="46">
                  <c:v>11.61</c:v>
                </c:pt>
                <c:pt idx="47">
                  <c:v>10.89</c:v>
                </c:pt>
                <c:pt idx="48">
                  <c:v>9.89</c:v>
                </c:pt>
                <c:pt idx="49">
                  <c:v>7.55</c:v>
                </c:pt>
                <c:pt idx="50">
                  <c:v>6.6</c:v>
                </c:pt>
                <c:pt idx="51">
                  <c:v>7.12</c:v>
                </c:pt>
                <c:pt idx="52">
                  <c:v>7.42</c:v>
                </c:pt>
                <c:pt idx="53">
                  <c:v>6.79</c:v>
                </c:pt>
                <c:pt idx="54">
                  <c:v>6.22</c:v>
                </c:pt>
                <c:pt idx="55">
                  <c:v>6.63</c:v>
                </c:pt>
                <c:pt idx="56">
                  <c:v>6.79</c:v>
                </c:pt>
                <c:pt idx="57">
                  <c:v>7.77</c:v>
                </c:pt>
                <c:pt idx="58">
                  <c:v>8.01</c:v>
                </c:pt>
                <c:pt idx="59">
                  <c:v>8.55</c:v>
                </c:pt>
                <c:pt idx="60">
                  <c:v>7.98</c:v>
                </c:pt>
                <c:pt idx="61">
                  <c:v>6.84</c:v>
                </c:pt>
                <c:pt idx="62">
                  <c:v>12.99</c:v>
                </c:pt>
                <c:pt idx="63">
                  <c:v>13.55</c:v>
                </c:pt>
                <c:pt idx="64">
                  <c:v>14.56</c:v>
                </c:pt>
                <c:pt idx="65">
                  <c:v>11.67</c:v>
                </c:pt>
                <c:pt idx="66">
                  <c:v>11.55</c:v>
                </c:pt>
                <c:pt idx="67">
                  <c:v>11.56</c:v>
                </c:pt>
                <c:pt idx="68">
                  <c:v>10.23</c:v>
                </c:pt>
                <c:pt idx="69">
                  <c:v>10.68</c:v>
                </c:pt>
                <c:pt idx="70">
                  <c:v>10.5</c:v>
                </c:pt>
                <c:pt idx="71">
                  <c:v>9.95</c:v>
                </c:pt>
                <c:pt idx="72">
                  <c:v>9.34</c:v>
                </c:pt>
                <c:pt idx="73">
                  <c:v>10.1</c:v>
                </c:pt>
                <c:pt idx="74">
                  <c:v>9.43</c:v>
                </c:pt>
                <c:pt idx="75">
                  <c:v>9.9</c:v>
                </c:pt>
                <c:pt idx="76">
                  <c:v>9.56</c:v>
                </c:pt>
                <c:pt idx="77">
                  <c:v>9.01</c:v>
                </c:pt>
                <c:pt idx="78">
                  <c:v>8.76</c:v>
                </c:pt>
                <c:pt idx="79">
                  <c:v>8.38</c:v>
                </c:pt>
                <c:pt idx="80">
                  <c:v>8.51</c:v>
                </c:pt>
                <c:pt idx="81">
                  <c:v>7.9</c:v>
                </c:pt>
                <c:pt idx="82">
                  <c:v>8.4</c:v>
                </c:pt>
                <c:pt idx="83">
                  <c:v>8.23</c:v>
                </c:pt>
                <c:pt idx="84">
                  <c:v>8.63</c:v>
                </c:pt>
                <c:pt idx="85">
                  <c:v>8.01</c:v>
                </c:pt>
                <c:pt idx="86">
                  <c:v>8.27</c:v>
                </c:pt>
                <c:pt idx="87">
                  <c:v>8.96</c:v>
                </c:pt>
                <c:pt idx="88">
                  <c:v>8.25</c:v>
                </c:pt>
                <c:pt idx="89">
                  <c:v>6.66</c:v>
                </c:pt>
                <c:pt idx="90">
                  <c:v>5.88</c:v>
                </c:pt>
                <c:pt idx="91">
                  <c:v>5.69</c:v>
                </c:pt>
                <c:pt idx="92">
                  <c:v>7.16</c:v>
                </c:pt>
                <c:pt idx="93">
                  <c:v>6.47</c:v>
                </c:pt>
                <c:pt idx="94">
                  <c:v>7.0</c:v>
                </c:pt>
                <c:pt idx="95">
                  <c:v>8.23</c:v>
                </c:pt>
                <c:pt idx="96">
                  <c:v>7.62</c:v>
                </c:pt>
                <c:pt idx="97">
                  <c:v>8.61</c:v>
                </c:pt>
                <c:pt idx="98">
                  <c:v>8.14</c:v>
                </c:pt>
                <c:pt idx="99">
                  <c:v>7.88</c:v>
                </c:pt>
                <c:pt idx="100">
                  <c:v>12.7</c:v>
                </c:pt>
                <c:pt idx="101">
                  <c:v>14.21</c:v>
                </c:pt>
                <c:pt idx="102">
                  <c:v>14.55</c:v>
                </c:pt>
                <c:pt idx="103">
                  <c:v>14.65</c:v>
                </c:pt>
                <c:pt idx="104">
                  <c:v>19.16</c:v>
                </c:pt>
                <c:pt idx="105">
                  <c:v>19.16</c:v>
                </c:pt>
                <c:pt idx="106">
                  <c:v>18.71</c:v>
                </c:pt>
                <c:pt idx="107">
                  <c:v>18.95</c:v>
                </c:pt>
                <c:pt idx="108">
                  <c:v>18.77</c:v>
                </c:pt>
                <c:pt idx="109">
                  <c:v>18.74</c:v>
                </c:pt>
                <c:pt idx="110">
                  <c:v>18.75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Jan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'18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'18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'19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'19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'20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7">
                  <c:v>25.16</c:v>
                </c:pt>
                <c:pt idx="18">
                  <c:v>10.8</c:v>
                </c:pt>
                <c:pt idx="48">
                  <c:v>9.89</c:v>
                </c:pt>
                <c:pt idx="61">
                  <c:v>6.84</c:v>
                </c:pt>
                <c:pt idx="91">
                  <c:v>5.69</c:v>
                </c:pt>
                <c:pt idx="99">
                  <c:v>7.88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Jan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'18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'18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'19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'19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'20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04">
                  <c:v>19.16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Dermira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DERM  ·  acquired by Eli Lilly and Company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$18.75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Jan 10, 2020   ·   Closed Feb 20, 2020   ·   Status: completed   ·   Pre-ann. volume 1.03×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Dermira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Dermira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972092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057692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313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569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627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467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332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954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1722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6337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0439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Aug 2019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Feb 2020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29, 2019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Dermira contacts Lilly regarding potential lebrikizumab…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10, 2019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Dermira and Lilly enter into a Mutual Non-Disclosure…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25, 2019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submits a non-binding proposal to acquire Dermira for…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02, 2019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Dermira Board meets to discuss Lilly proposal and…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16, 2019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Dermira informs Lilly the $13.00 price is unacceptable but…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27, 2019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increases its offer to $16.75 per share in cash.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30, 2019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Dermira counters at $18.75 per share.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31, 2019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agrees to the $18.75 per share price.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10, 2020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publicly announced.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22, 2020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commences the tender offer.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19, 2020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74.8% of shares tendered.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20, 2020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Dermira becomes a wholly owned subsidiary…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Dermira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6 unexplained pre-announcement move weeks (of 7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2019-03-22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+90%  ($6.84→$12.99)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294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2018-03-09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-62%  ($25.16→$9.43)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672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2019-12-13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+61%  ($7.88→$12.7)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28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2019-10-18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($5.69→$7.16)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84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2018-12-21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($9.89→$7.55)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385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2018-05-25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-21%  ($10.8→$8.52)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595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Dermira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2020-01-10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Dermira and Eli Lilly and Company announce definitive agreement for Lilly to acquire Dermira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