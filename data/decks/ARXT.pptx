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42.55</c:v>
                </c:pt>
                <c:pt idx="1">
                  <c:v>41.7</c:v>
                </c:pt>
                <c:pt idx="2">
                  <c:v>40.66</c:v>
                </c:pt>
                <c:pt idx="3">
                  <c:v>42.86</c:v>
                </c:pt>
                <c:pt idx="4">
                  <c:v>45.0</c:v>
                </c:pt>
                <c:pt idx="5">
                  <c:v>43.0</c:v>
                </c:pt>
                <c:pt idx="6">
                  <c:v>46.05</c:v>
                </c:pt>
                <c:pt idx="7">
                  <c:v>41.15</c:v>
                </c:pt>
                <c:pt idx="8">
                  <c:v>39.43</c:v>
                </c:pt>
                <c:pt idx="9">
                  <c:v>39.08</c:v>
                </c:pt>
                <c:pt idx="10">
                  <c:v>38.24</c:v>
                </c:pt>
                <c:pt idx="11">
                  <c:v>37.34</c:v>
                </c:pt>
                <c:pt idx="12">
                  <c:v>36.51</c:v>
                </c:pt>
                <c:pt idx="13">
                  <c:v>36.39</c:v>
                </c:pt>
                <c:pt idx="14">
                  <c:v>38.97</c:v>
                </c:pt>
                <c:pt idx="15">
                  <c:v>39.77</c:v>
                </c:pt>
                <c:pt idx="16">
                  <c:v>41.39</c:v>
                </c:pt>
                <c:pt idx="17">
                  <c:v>40.2</c:v>
                </c:pt>
                <c:pt idx="18">
                  <c:v>40.7</c:v>
                </c:pt>
                <c:pt idx="19">
                  <c:v>42.89</c:v>
                </c:pt>
                <c:pt idx="20">
                  <c:v>43.85</c:v>
                </c:pt>
                <c:pt idx="21">
                  <c:v>44.31</c:v>
                </c:pt>
                <c:pt idx="22">
                  <c:v>46.05</c:v>
                </c:pt>
                <c:pt idx="23">
                  <c:v>45.52</c:v>
                </c:pt>
                <c:pt idx="24">
                  <c:v>47.28</c:v>
                </c:pt>
                <c:pt idx="25">
                  <c:v>46.16</c:v>
                </c:pt>
                <c:pt idx="26">
                  <c:v>42.16</c:v>
                </c:pt>
                <c:pt idx="27">
                  <c:v>43.71</c:v>
                </c:pt>
                <c:pt idx="28">
                  <c:v>44.62</c:v>
                </c:pt>
                <c:pt idx="29">
                  <c:v>43.65</c:v>
                </c:pt>
                <c:pt idx="30">
                  <c:v>42.92</c:v>
                </c:pt>
                <c:pt idx="31">
                  <c:v>40.54</c:v>
                </c:pt>
                <c:pt idx="32">
                  <c:v>44.1</c:v>
                </c:pt>
                <c:pt idx="33">
                  <c:v>43.62</c:v>
                </c:pt>
                <c:pt idx="34">
                  <c:v>43.69</c:v>
                </c:pt>
                <c:pt idx="35">
                  <c:v>41.75</c:v>
                </c:pt>
                <c:pt idx="36">
                  <c:v>39.05</c:v>
                </c:pt>
                <c:pt idx="37">
                  <c:v>40.35</c:v>
                </c:pt>
                <c:pt idx="38">
                  <c:v>40.65</c:v>
                </c:pt>
                <c:pt idx="39">
                  <c:v>39.97</c:v>
                </c:pt>
                <c:pt idx="40">
                  <c:v>38.66</c:v>
                </c:pt>
                <c:pt idx="41">
                  <c:v>36.59</c:v>
                </c:pt>
                <c:pt idx="42">
                  <c:v>38.82</c:v>
                </c:pt>
                <c:pt idx="43">
                  <c:v>40.04</c:v>
                </c:pt>
                <c:pt idx="44">
                  <c:v>43.93</c:v>
                </c:pt>
                <c:pt idx="45">
                  <c:v>43.01</c:v>
                </c:pt>
                <c:pt idx="46">
                  <c:v>41.61</c:v>
                </c:pt>
                <c:pt idx="47">
                  <c:v>42.32</c:v>
                </c:pt>
                <c:pt idx="48">
                  <c:v>42.66</c:v>
                </c:pt>
                <c:pt idx="49">
                  <c:v>41.43</c:v>
                </c:pt>
                <c:pt idx="50">
                  <c:v>39.9</c:v>
                </c:pt>
                <c:pt idx="51">
                  <c:v>39.54</c:v>
                </c:pt>
                <c:pt idx="52">
                  <c:v>40.85</c:v>
                </c:pt>
                <c:pt idx="53">
                  <c:v>40.09</c:v>
                </c:pt>
                <c:pt idx="54">
                  <c:v>40.81</c:v>
                </c:pt>
                <c:pt idx="55">
                  <c:v>42.45</c:v>
                </c:pt>
                <c:pt idx="56">
                  <c:v>44.92</c:v>
                </c:pt>
                <c:pt idx="57">
                  <c:v>45.53</c:v>
                </c:pt>
                <c:pt idx="58">
                  <c:v>44.97</c:v>
                </c:pt>
                <c:pt idx="59">
                  <c:v>45.07</c:v>
                </c:pt>
                <c:pt idx="60">
                  <c:v>41.54</c:v>
                </c:pt>
                <c:pt idx="61">
                  <c:v>41.22</c:v>
                </c:pt>
                <c:pt idx="62">
                  <c:v>39.78</c:v>
                </c:pt>
                <c:pt idx="63">
                  <c:v>37.08</c:v>
                </c:pt>
                <c:pt idx="64">
                  <c:v>37.92</c:v>
                </c:pt>
                <c:pt idx="65">
                  <c:v>28.22</c:v>
                </c:pt>
                <c:pt idx="66">
                  <c:v>35.01</c:v>
                </c:pt>
                <c:pt idx="67">
                  <c:v>33.63</c:v>
                </c:pt>
                <c:pt idx="68">
                  <c:v>36.1</c:v>
                </c:pt>
                <c:pt idx="69">
                  <c:v>36.98</c:v>
                </c:pt>
                <c:pt idx="70">
                  <c:v>38.54</c:v>
                </c:pt>
                <c:pt idx="71">
                  <c:v>38.28</c:v>
                </c:pt>
                <c:pt idx="72">
                  <c:v>38.66</c:v>
                </c:pt>
                <c:pt idx="73">
                  <c:v>38.96</c:v>
                </c:pt>
                <c:pt idx="74">
                  <c:v>39.65</c:v>
                </c:pt>
                <c:pt idx="75">
                  <c:v>43.94</c:v>
                </c:pt>
                <c:pt idx="76">
                  <c:v>45.95</c:v>
                </c:pt>
                <c:pt idx="77">
                  <c:v>43.25</c:v>
                </c:pt>
                <c:pt idx="78">
                  <c:v>43.2</c:v>
                </c:pt>
                <c:pt idx="79">
                  <c:v>40.55</c:v>
                </c:pt>
                <c:pt idx="80">
                  <c:v>39.39</c:v>
                </c:pt>
                <c:pt idx="81">
                  <c:v>40.57</c:v>
                </c:pt>
                <c:pt idx="82">
                  <c:v>41.97</c:v>
                </c:pt>
                <c:pt idx="83">
                  <c:v>40.04</c:v>
                </c:pt>
                <c:pt idx="84">
                  <c:v>37.38</c:v>
                </c:pt>
                <c:pt idx="85">
                  <c:v>38.68</c:v>
                </c:pt>
                <c:pt idx="86">
                  <c:v>41.62</c:v>
                </c:pt>
                <c:pt idx="87">
                  <c:v>41.0</c:v>
                </c:pt>
                <c:pt idx="88">
                  <c:v>36.91</c:v>
                </c:pt>
                <c:pt idx="89">
                  <c:v>38.56</c:v>
                </c:pt>
                <c:pt idx="90">
                  <c:v>39.47</c:v>
                </c:pt>
                <c:pt idx="91">
                  <c:v>38.48</c:v>
                </c:pt>
                <c:pt idx="92">
                  <c:v>39.83</c:v>
                </c:pt>
                <c:pt idx="93">
                  <c:v>38.54</c:v>
                </c:pt>
                <c:pt idx="94">
                  <c:v>39.9</c:v>
                </c:pt>
                <c:pt idx="95">
                  <c:v>41.87</c:v>
                </c:pt>
                <c:pt idx="96">
                  <c:v>39.21</c:v>
                </c:pt>
                <c:pt idx="97">
                  <c:v>40.58</c:v>
                </c:pt>
                <c:pt idx="98">
                  <c:v>43.75</c:v>
                </c:pt>
                <c:pt idx="99">
                  <c:v>43.15</c:v>
                </c:pt>
                <c:pt idx="100">
                  <c:v>44.15</c:v>
                </c:pt>
                <c:pt idx="101">
                  <c:v>42.41</c:v>
                </c:pt>
                <c:pt idx="102">
                  <c:v>43.14</c:v>
                </c:pt>
                <c:pt idx="103">
                  <c:v>43.68</c:v>
                </c:pt>
                <c:pt idx="104">
                  <c:v>59.86</c:v>
                </c:pt>
                <c:pt idx="105">
                  <c:v>59.92</c:v>
                </c:pt>
                <c:pt idx="106">
                  <c:v>59.67</c:v>
                </c:pt>
                <c:pt idx="107">
                  <c:v>59.53</c:v>
                </c:pt>
                <c:pt idx="108">
                  <c:v>59.64</c:v>
                </c:pt>
                <c:pt idx="109">
                  <c:v>59.77</c:v>
                </c:pt>
                <c:pt idx="110">
                  <c:v>59.99</c:v>
                </c:pt>
                <c:pt idx="111">
                  <c:v>59.96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64">
                  <c:v>37.92</c:v>
                </c:pt>
                <c:pt idx="65">
                  <c:v>28.22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Dec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'08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59.86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Adams Respiratory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ARXT  ·  acquired by Reckitt Benckiser Group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10, 2007   ·   Closed Jan 29, 2008   ·   Status: completed   ·   Pre-ann. volume 0.73×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Adams Respiratory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Adams Respiratory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16299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4859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97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704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764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667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975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394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09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0813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4698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35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Michael J. Valentino, Adams CEO, is contacted by Company 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29, 2007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Adams Board engages Morgan Stanley as financial advisor and…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26, 2007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 provides a non-binding value range of $48 to $50…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authorizes Morgan Stanley to contact nine…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Adams and Reckitt Benckiser enter into a Confidentiality…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Adams receives preliminary indications of interest from…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06, 2007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Reckitt Benckiser submits a final bid of $60.00 per share…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Adams Board unanimously determines the merger is fair and…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10, 2007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a joint press release is…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21, 2007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95.9%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completed; Adams becomes a wholly owned…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Adams Respiratory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2007-03-16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($37.92→$28.22)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2007-03-23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($28.22→$35.01)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262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Adams Respiratory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2007-12-10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Adams Respiratory Therapeutics and Reckitt Benckiser Announce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2008-01-29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Merger of Twickenham Inc. into Adams Respiratory Therapeutics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