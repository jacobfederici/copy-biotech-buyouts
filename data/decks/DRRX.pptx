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Aug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'25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3.37</c:v>
                </c:pt>
                <c:pt idx="1">
                  <c:v>3.22</c:v>
                </c:pt>
                <c:pt idx="2">
                  <c:v>3.11</c:v>
                </c:pt>
                <c:pt idx="3">
                  <c:v>3.11</c:v>
                </c:pt>
                <c:pt idx="4">
                  <c:v>3.06</c:v>
                </c:pt>
                <c:pt idx="5">
                  <c:v>2.86</c:v>
                </c:pt>
                <c:pt idx="6">
                  <c:v>2.88</c:v>
                </c:pt>
                <c:pt idx="7">
                  <c:v>2.66</c:v>
                </c:pt>
                <c:pt idx="8">
                  <c:v>2.49</c:v>
                </c:pt>
                <c:pt idx="9">
                  <c:v>2.35</c:v>
                </c:pt>
                <c:pt idx="10">
                  <c:v>2.53</c:v>
                </c:pt>
                <c:pt idx="11">
                  <c:v>2.56</c:v>
                </c:pt>
                <c:pt idx="12">
                  <c:v>2.24</c:v>
                </c:pt>
                <c:pt idx="13">
                  <c:v>2.73</c:v>
                </c:pt>
                <c:pt idx="14">
                  <c:v>0.53</c:v>
                </c:pt>
                <c:pt idx="15">
                  <c:v>0.61</c:v>
                </c:pt>
                <c:pt idx="16">
                  <c:v>0.66</c:v>
                </c:pt>
                <c:pt idx="17">
                  <c:v>0.65</c:v>
                </c:pt>
                <c:pt idx="18">
                  <c:v>0.64</c:v>
                </c:pt>
                <c:pt idx="19">
                  <c:v>0.59</c:v>
                </c:pt>
                <c:pt idx="20">
                  <c:v>0.52</c:v>
                </c:pt>
                <c:pt idx="21">
                  <c:v>0.59</c:v>
                </c:pt>
                <c:pt idx="22">
                  <c:v>0.56</c:v>
                </c:pt>
                <c:pt idx="23">
                  <c:v>0.66</c:v>
                </c:pt>
                <c:pt idx="24">
                  <c:v>0.73</c:v>
                </c:pt>
                <c:pt idx="25">
                  <c:v>0.78</c:v>
                </c:pt>
                <c:pt idx="26">
                  <c:v>0.85</c:v>
                </c:pt>
                <c:pt idx="27">
                  <c:v>0.77</c:v>
                </c:pt>
                <c:pt idx="28">
                  <c:v>1.04</c:v>
                </c:pt>
                <c:pt idx="29">
                  <c:v>0.98</c:v>
                </c:pt>
                <c:pt idx="30">
                  <c:v>0.98</c:v>
                </c:pt>
                <c:pt idx="31">
                  <c:v>1.01</c:v>
                </c:pt>
                <c:pt idx="32">
                  <c:v>1.29</c:v>
                </c:pt>
                <c:pt idx="33">
                  <c:v>1.17</c:v>
                </c:pt>
                <c:pt idx="34">
                  <c:v>1.21</c:v>
                </c:pt>
                <c:pt idx="35">
                  <c:v>0.93</c:v>
                </c:pt>
                <c:pt idx="36">
                  <c:v>0.77</c:v>
                </c:pt>
                <c:pt idx="37">
                  <c:v>0.87</c:v>
                </c:pt>
                <c:pt idx="38">
                  <c:v>0.93</c:v>
                </c:pt>
                <c:pt idx="39">
                  <c:v>1.16</c:v>
                </c:pt>
                <c:pt idx="40">
                  <c:v>1.06</c:v>
                </c:pt>
                <c:pt idx="41">
                  <c:v>0.93</c:v>
                </c:pt>
                <c:pt idx="42">
                  <c:v>1.3</c:v>
                </c:pt>
                <c:pt idx="43">
                  <c:v>1.71</c:v>
                </c:pt>
                <c:pt idx="44">
                  <c:v>1.52</c:v>
                </c:pt>
                <c:pt idx="45">
                  <c:v>1.65</c:v>
                </c:pt>
                <c:pt idx="46">
                  <c:v>1.51</c:v>
                </c:pt>
                <c:pt idx="47">
                  <c:v>1.29</c:v>
                </c:pt>
                <c:pt idx="48">
                  <c:v>1.31</c:v>
                </c:pt>
                <c:pt idx="49">
                  <c:v>1.38</c:v>
                </c:pt>
                <c:pt idx="50">
                  <c:v>1.59</c:v>
                </c:pt>
                <c:pt idx="51">
                  <c:v>1.67</c:v>
                </c:pt>
                <c:pt idx="52">
                  <c:v>1.52</c:v>
                </c:pt>
                <c:pt idx="53">
                  <c:v>1.43</c:v>
                </c:pt>
                <c:pt idx="54">
                  <c:v>1.12</c:v>
                </c:pt>
                <c:pt idx="55">
                  <c:v>1.43</c:v>
                </c:pt>
                <c:pt idx="56">
                  <c:v>1.48</c:v>
                </c:pt>
                <c:pt idx="57">
                  <c:v>1.57</c:v>
                </c:pt>
                <c:pt idx="58">
                  <c:v>1.51</c:v>
                </c:pt>
                <c:pt idx="59">
                  <c:v>1.34</c:v>
                </c:pt>
                <c:pt idx="60">
                  <c:v>1.31</c:v>
                </c:pt>
                <c:pt idx="61">
                  <c:v>1.24</c:v>
                </c:pt>
                <c:pt idx="62">
                  <c:v>1.3</c:v>
                </c:pt>
                <c:pt idx="63">
                  <c:v>1.32</c:v>
                </c:pt>
                <c:pt idx="64">
                  <c:v>1.43</c:v>
                </c:pt>
                <c:pt idx="65">
                  <c:v>1.34</c:v>
                </c:pt>
                <c:pt idx="66">
                  <c:v>1.33</c:v>
                </c:pt>
                <c:pt idx="67">
                  <c:v>1.01</c:v>
                </c:pt>
                <c:pt idx="68">
                  <c:v>1.01</c:v>
                </c:pt>
                <c:pt idx="69">
                  <c:v>0.88</c:v>
                </c:pt>
                <c:pt idx="70">
                  <c:v>0.8</c:v>
                </c:pt>
                <c:pt idx="71">
                  <c:v>0.75</c:v>
                </c:pt>
                <c:pt idx="72">
                  <c:v>0.95</c:v>
                </c:pt>
                <c:pt idx="73">
                  <c:v>0.95</c:v>
                </c:pt>
                <c:pt idx="74">
                  <c:v>0.87</c:v>
                </c:pt>
                <c:pt idx="75">
                  <c:v>0.77</c:v>
                </c:pt>
                <c:pt idx="76">
                  <c:v>0.85</c:v>
                </c:pt>
                <c:pt idx="77">
                  <c:v>0.84</c:v>
                </c:pt>
                <c:pt idx="78">
                  <c:v>0.77</c:v>
                </c:pt>
                <c:pt idx="79">
                  <c:v>0.76</c:v>
                </c:pt>
                <c:pt idx="80">
                  <c:v>0.77</c:v>
                </c:pt>
                <c:pt idx="81">
                  <c:v>0.8</c:v>
                </c:pt>
                <c:pt idx="82">
                  <c:v>0.8</c:v>
                </c:pt>
                <c:pt idx="83">
                  <c:v>0.77</c:v>
                </c:pt>
                <c:pt idx="84">
                  <c:v>0.86</c:v>
                </c:pt>
                <c:pt idx="85">
                  <c:v>0.85</c:v>
                </c:pt>
                <c:pt idx="86">
                  <c:v>0.8</c:v>
                </c:pt>
                <c:pt idx="87">
                  <c:v>0.78</c:v>
                </c:pt>
                <c:pt idx="88">
                  <c:v>0.75</c:v>
                </c:pt>
                <c:pt idx="89">
                  <c:v>0.75</c:v>
                </c:pt>
                <c:pt idx="90">
                  <c:v>0.67</c:v>
                </c:pt>
                <c:pt idx="91">
                  <c:v>0.6</c:v>
                </c:pt>
                <c:pt idx="92">
                  <c:v>0.73</c:v>
                </c:pt>
                <c:pt idx="93">
                  <c:v>0.63</c:v>
                </c:pt>
                <c:pt idx="94">
                  <c:v>0.54</c:v>
                </c:pt>
                <c:pt idx="95">
                  <c:v>0.53</c:v>
                </c:pt>
                <c:pt idx="96">
                  <c:v>0.54</c:v>
                </c:pt>
                <c:pt idx="97">
                  <c:v>0.61</c:v>
                </c:pt>
                <c:pt idx="98">
                  <c:v>0.69</c:v>
                </c:pt>
                <c:pt idx="99">
                  <c:v>0.63</c:v>
                </c:pt>
                <c:pt idx="100">
                  <c:v>0.67</c:v>
                </c:pt>
                <c:pt idx="101">
                  <c:v>0.63</c:v>
                </c:pt>
                <c:pt idx="102">
                  <c:v>0.54</c:v>
                </c:pt>
                <c:pt idx="103">
                  <c:v>0.57</c:v>
                </c:pt>
                <c:pt idx="104">
                  <c:v>1.83</c:v>
                </c:pt>
                <c:pt idx="105">
                  <c:v>1.87</c:v>
                </c:pt>
                <c:pt idx="106">
                  <c:v>1.91</c:v>
                </c:pt>
                <c:pt idx="107">
                  <c:v>1.92</c:v>
                </c:pt>
                <c:pt idx="108">
                  <c:v>1.92</c:v>
                </c:pt>
                <c:pt idx="109">
                  <c:v>1.91</c:v>
                </c:pt>
                <c:pt idx="110">
                  <c:v>1.91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Aug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'25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2">
                  <c:v>2.24</c:v>
                </c:pt>
                <c:pt idx="13">
                  <c:v>2.73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Aug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'25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27">
                  <c:v>0.77</c:v>
                </c:pt>
                <c:pt idx="31">
                  <c:v>1.01</c:v>
                </c:pt>
                <c:pt idx="34">
                  <c:v>1.21</c:v>
                </c:pt>
                <c:pt idx="38">
                  <c:v>0.93</c:v>
                </c:pt>
                <c:pt idx="41">
                  <c:v>0.93</c:v>
                </c:pt>
                <c:pt idx="42">
                  <c:v>1.3</c:v>
                </c:pt>
                <c:pt idx="54">
                  <c:v>1.12</c:v>
                </c:pt>
                <c:pt idx="66">
                  <c:v>1.33</c:v>
                </c:pt>
                <c:pt idx="71">
                  <c:v>0.75</c:v>
                </c:pt>
                <c:pt idx="9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Aug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'25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1.83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DURECT CORPORATION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DRRX  ·  acquired by Bausch Health Companies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178%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29, 2025   ·   Closed Sep 11, 2025   ·   Status: completed   ·   Pre-ann. volume 0.39×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DURECT CORPORATION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DURECT CORPORATION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4415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22975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960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645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049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335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878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568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283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570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402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406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949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807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8928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20933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5800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Mar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Sep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22, 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DURECT engages Locust Walk as business development advisor.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17,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DURECT Board forms a Transaction Committee to evaluate…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25, 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DURECT and Bausch Health US, LLC enter into 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02,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initial non-binding offer for U.S. licensing…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17,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first non-binding offer to acquire 100% of…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04, 2024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informs DURECT it will not proceed with the proposal…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new non-binding offer with $70M upfront cash.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15, 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revises proposal to $72.5M upfront cash.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04, 2024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pauses pursuit of the transaction due to internal…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17,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revised terms with $25M upfront, citing…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and DURECT reach preliminary agreement on $60M…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18, 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reduces upfront offer to $56M for equity holders…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28,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DURECT Board unanimously approves the Merger Agreement.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29,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12, 2025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commences the tender offer.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10, 2025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~62% of shares tendered.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11, 2025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DURECT becomes a wholly owned subsidiary…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17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DURECT CORPORATION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13 unexplained pre-announcement move weeks (of 14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-81%  ($2.73→$0.53)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2024-05-24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+40%  ($0.93→$1.3)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2024-02-16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+35%  ($0.77→$1.04)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2024-05-31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+32%  ($1.3→$1.71)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424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($1.01→$1.29)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2024-08-23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($1.12→$1.43)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340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2024-12-20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($0.75→$0.95)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221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2024-05-03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($0.93→$1.16)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452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DURECT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DURECT Corporation Reports Second Quarter 2023 Financial Results and Business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DURECT Corporation Announces Topline Results from Phase 2b AHFIRM Trial of Larsucosterol in…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DURECT Corporation to Announce Third Quarter 2023 Financial Results and Provide a Business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DURECT Corporation Reports Third Quarter 2023 Financial Results and Business Update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Bausch Health Announces Second Quarter 2025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DURECT Corporation Reports Second Quarter 2025 Financial Results and Provides Update on Proposed…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The M&amp;amp;A Class Action Firm Continues To Investigate Merger of VBTX, CFSB, PVBC, and…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Bausch Health Completes $63 Mln Acquisition Of DURECT, Adds Breakthrough AH Therapy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Bausch Health Completes US$63 Million Durect Acquisition, Adds Breakthrough Hepatitis Therapy to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