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Dec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'15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2.57</c:v>
                </c:pt>
                <c:pt idx="1">
                  <c:v>2.53</c:v>
                </c:pt>
                <c:pt idx="2">
                  <c:v>2.65</c:v>
                </c:pt>
                <c:pt idx="3">
                  <c:v>2.57</c:v>
                </c:pt>
                <c:pt idx="4">
                  <c:v>2.94</c:v>
                </c:pt>
                <c:pt idx="5">
                  <c:v>3.14</c:v>
                </c:pt>
                <c:pt idx="6">
                  <c:v>3.02</c:v>
                </c:pt>
                <c:pt idx="7">
                  <c:v>2.96</c:v>
                </c:pt>
                <c:pt idx="8">
                  <c:v>2.91</c:v>
                </c:pt>
                <c:pt idx="9">
                  <c:v>2.81</c:v>
                </c:pt>
                <c:pt idx="10">
                  <c:v>2.8</c:v>
                </c:pt>
                <c:pt idx="11">
                  <c:v>2.73</c:v>
                </c:pt>
                <c:pt idx="12">
                  <c:v>2.78</c:v>
                </c:pt>
                <c:pt idx="13">
                  <c:v>3.09</c:v>
                </c:pt>
                <c:pt idx="14">
                  <c:v>3.06</c:v>
                </c:pt>
                <c:pt idx="15">
                  <c:v>2.91</c:v>
                </c:pt>
                <c:pt idx="16">
                  <c:v>2.75</c:v>
                </c:pt>
                <c:pt idx="17">
                  <c:v>2.65</c:v>
                </c:pt>
                <c:pt idx="18">
                  <c:v>2.92</c:v>
                </c:pt>
                <c:pt idx="19">
                  <c:v>3.0</c:v>
                </c:pt>
                <c:pt idx="20">
                  <c:v>3.29</c:v>
                </c:pt>
                <c:pt idx="21">
                  <c:v>3.1</c:v>
                </c:pt>
                <c:pt idx="22">
                  <c:v>3.2</c:v>
                </c:pt>
                <c:pt idx="23">
                  <c:v>3.32</c:v>
                </c:pt>
                <c:pt idx="24">
                  <c:v>3.41</c:v>
                </c:pt>
                <c:pt idx="25">
                  <c:v>3.32</c:v>
                </c:pt>
                <c:pt idx="26">
                  <c:v>3.77</c:v>
                </c:pt>
                <c:pt idx="27">
                  <c:v>4.5</c:v>
                </c:pt>
                <c:pt idx="28">
                  <c:v>4.32</c:v>
                </c:pt>
                <c:pt idx="29">
                  <c:v>4.6</c:v>
                </c:pt>
                <c:pt idx="30">
                  <c:v>4.26</c:v>
                </c:pt>
                <c:pt idx="31">
                  <c:v>4.56</c:v>
                </c:pt>
                <c:pt idx="32">
                  <c:v>4.81</c:v>
                </c:pt>
                <c:pt idx="33">
                  <c:v>4.7</c:v>
                </c:pt>
                <c:pt idx="34">
                  <c:v>4.89</c:v>
                </c:pt>
                <c:pt idx="35">
                  <c:v>4.4</c:v>
                </c:pt>
                <c:pt idx="36">
                  <c:v>4.89</c:v>
                </c:pt>
                <c:pt idx="37">
                  <c:v>4.98</c:v>
                </c:pt>
                <c:pt idx="38">
                  <c:v>5.1</c:v>
                </c:pt>
                <c:pt idx="39">
                  <c:v>5.84</c:v>
                </c:pt>
                <c:pt idx="40">
                  <c:v>4.08</c:v>
                </c:pt>
                <c:pt idx="41">
                  <c:v>4.35</c:v>
                </c:pt>
                <c:pt idx="42">
                  <c:v>4.3</c:v>
                </c:pt>
                <c:pt idx="43">
                  <c:v>4.56</c:v>
                </c:pt>
                <c:pt idx="44">
                  <c:v>4.54</c:v>
                </c:pt>
                <c:pt idx="45">
                  <c:v>4.51</c:v>
                </c:pt>
                <c:pt idx="46">
                  <c:v>4.9</c:v>
                </c:pt>
                <c:pt idx="47">
                  <c:v>4.28</c:v>
                </c:pt>
                <c:pt idx="48">
                  <c:v>4.12</c:v>
                </c:pt>
                <c:pt idx="49">
                  <c:v>4.59</c:v>
                </c:pt>
                <c:pt idx="50">
                  <c:v>4.33</c:v>
                </c:pt>
                <c:pt idx="51">
                  <c:v>4.44</c:v>
                </c:pt>
                <c:pt idx="52">
                  <c:v>4.34</c:v>
                </c:pt>
                <c:pt idx="53">
                  <c:v>2.84</c:v>
                </c:pt>
                <c:pt idx="54">
                  <c:v>3.44</c:v>
                </c:pt>
                <c:pt idx="55">
                  <c:v>3.23</c:v>
                </c:pt>
                <c:pt idx="56">
                  <c:v>3.31</c:v>
                </c:pt>
                <c:pt idx="57">
                  <c:v>3.24</c:v>
                </c:pt>
                <c:pt idx="58">
                  <c:v>3.83</c:v>
                </c:pt>
                <c:pt idx="59">
                  <c:v>3.44</c:v>
                </c:pt>
                <c:pt idx="60">
                  <c:v>3.75</c:v>
                </c:pt>
                <c:pt idx="61">
                  <c:v>3.59</c:v>
                </c:pt>
                <c:pt idx="62">
                  <c:v>4.04</c:v>
                </c:pt>
                <c:pt idx="63">
                  <c:v>4.0</c:v>
                </c:pt>
                <c:pt idx="64">
                  <c:v>4.16</c:v>
                </c:pt>
                <c:pt idx="65">
                  <c:v>4.47</c:v>
                </c:pt>
                <c:pt idx="66">
                  <c:v>3.86</c:v>
                </c:pt>
                <c:pt idx="67">
                  <c:v>3.98</c:v>
                </c:pt>
                <c:pt idx="68">
                  <c:v>3.55</c:v>
                </c:pt>
                <c:pt idx="69">
                  <c:v>3.46</c:v>
                </c:pt>
                <c:pt idx="70">
                  <c:v>3.29</c:v>
                </c:pt>
                <c:pt idx="71">
                  <c:v>3.46</c:v>
                </c:pt>
                <c:pt idx="72">
                  <c:v>3.3</c:v>
                </c:pt>
                <c:pt idx="73">
                  <c:v>4.63</c:v>
                </c:pt>
                <c:pt idx="74">
                  <c:v>4.87</c:v>
                </c:pt>
                <c:pt idx="75">
                  <c:v>4.92</c:v>
                </c:pt>
                <c:pt idx="76">
                  <c:v>4.84</c:v>
                </c:pt>
                <c:pt idx="77">
                  <c:v>5.28</c:v>
                </c:pt>
                <c:pt idx="78">
                  <c:v>5.28</c:v>
                </c:pt>
                <c:pt idx="79">
                  <c:v>5.73</c:v>
                </c:pt>
                <c:pt idx="80">
                  <c:v>5.28</c:v>
                </c:pt>
                <c:pt idx="81">
                  <c:v>5.56</c:v>
                </c:pt>
                <c:pt idx="82">
                  <c:v>5.84</c:v>
                </c:pt>
                <c:pt idx="83">
                  <c:v>5.76</c:v>
                </c:pt>
                <c:pt idx="84">
                  <c:v>5.39</c:v>
                </c:pt>
                <c:pt idx="85">
                  <c:v>5.22</c:v>
                </c:pt>
                <c:pt idx="86">
                  <c:v>5.27</c:v>
                </c:pt>
                <c:pt idx="87">
                  <c:v>5.41</c:v>
                </c:pt>
                <c:pt idx="88">
                  <c:v>5.57</c:v>
                </c:pt>
                <c:pt idx="89">
                  <c:v>5.8</c:v>
                </c:pt>
                <c:pt idx="90">
                  <c:v>6.22</c:v>
                </c:pt>
                <c:pt idx="91">
                  <c:v>6.17</c:v>
                </c:pt>
                <c:pt idx="92">
                  <c:v>6.74</c:v>
                </c:pt>
                <c:pt idx="93">
                  <c:v>11.04</c:v>
                </c:pt>
                <c:pt idx="94">
                  <c:v>11.61</c:v>
                </c:pt>
                <c:pt idx="95">
                  <c:v>11.39</c:v>
                </c:pt>
                <c:pt idx="96">
                  <c:v>11.5</c:v>
                </c:pt>
                <c:pt idx="97">
                  <c:v>10.92</c:v>
                </c:pt>
                <c:pt idx="98">
                  <c:v>11.85</c:v>
                </c:pt>
                <c:pt idx="99">
                  <c:v>12.94</c:v>
                </c:pt>
                <c:pt idx="100">
                  <c:v>13.02</c:v>
                </c:pt>
                <c:pt idx="101">
                  <c:v>13.13</c:v>
                </c:pt>
                <c:pt idx="102">
                  <c:v>13.88</c:v>
                </c:pt>
                <c:pt idx="103">
                  <c:v>14.92</c:v>
                </c:pt>
                <c:pt idx="104">
                  <c:v>16.99</c:v>
                </c:pt>
                <c:pt idx="105">
                  <c:v>16.95</c:v>
                </c:pt>
                <c:pt idx="106">
                  <c:v>16.85</c:v>
                </c:pt>
                <c:pt idx="107">
                  <c:v>16.92</c:v>
                </c:pt>
                <c:pt idx="108">
                  <c:v>16.94</c:v>
                </c:pt>
                <c:pt idx="109">
                  <c:v>16.96</c:v>
                </c:pt>
                <c:pt idx="110">
                  <c:v>16.96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Dec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'14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'15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39">
                  <c:v>5.84</c:v>
                </c:pt>
                <c:pt idx="52">
                  <c:v>4.34</c:v>
                </c:pt>
                <c:pt idx="53">
                  <c:v>2.84</c:v>
                </c:pt>
                <c:pt idx="72">
                  <c:v>3.3</c:v>
                </c:pt>
                <c:pt idx="92">
                  <c:v>6.74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AVANIR PHARMACEUTICALS,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AVNR  ·  acquired by Otsuka Pharmaceutical Co.,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02, 2014   ·   Closed Jan 13, 2015   ·   Status: completed   ·   Pre-ann. volume 0.32×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AVANIR PHARMACEUTICALS,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AVANIR PHARMACEUTICALS,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7223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5783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588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702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59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89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930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287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103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6995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1736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9575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4873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Avanir and Otsuka enter into a mutual non-disclosure…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30, 2014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Otsuka suspends discussions due to internal factors.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Otsuka proposes to resume discussions and expresses…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Avanir announces positive Phase II results for AVP-923 in…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16, 2014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Otsuka submits a written non-binding proposal to acquire…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28, 2014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Otsuka verbally increases its proposal to $16.25 per share.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Otsuka verbally increases its proposal to $17.00 per share.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26, 2014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Avanir announces that AVP-825 was not approved by the FDA…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Avanir Board unanimously approves the Merger Agreement at…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13, 2015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Avanir becomes a wholly owned subsidiary…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AVANIR PHARMACEUTICALS,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5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2014-09-19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+64%  ($6.74→$11.04)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2014-05-02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+40%  ($3.3→$4.63)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214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2013-12-13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-35%  ($4.34→$2.84)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354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2013-09-13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-30%  ($5.84→$4.08)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445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2013-12-20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($2.84→$3.44)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347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AVANIR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2014-11-26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Avanir Announces FDA Issues Complete Response Letter for AVP-825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