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'21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40.41</c:v>
                </c:pt>
                <c:pt idx="1">
                  <c:v>39.47</c:v>
                </c:pt>
                <c:pt idx="2">
                  <c:v>42.15</c:v>
                </c:pt>
                <c:pt idx="3">
                  <c:v>42.29</c:v>
                </c:pt>
                <c:pt idx="4">
                  <c:v>46.32</c:v>
                </c:pt>
                <c:pt idx="5">
                  <c:v>43.28</c:v>
                </c:pt>
                <c:pt idx="6">
                  <c:v>40.97</c:v>
                </c:pt>
                <c:pt idx="7">
                  <c:v>44.37</c:v>
                </c:pt>
                <c:pt idx="8">
                  <c:v>48.96</c:v>
                </c:pt>
                <c:pt idx="9">
                  <c:v>49.88</c:v>
                </c:pt>
                <c:pt idx="10">
                  <c:v>50.46</c:v>
                </c:pt>
                <c:pt idx="11">
                  <c:v>52.21</c:v>
                </c:pt>
                <c:pt idx="12">
                  <c:v>51.13</c:v>
                </c:pt>
                <c:pt idx="13">
                  <c:v>50.95</c:v>
                </c:pt>
                <c:pt idx="14">
                  <c:v>52.38</c:v>
                </c:pt>
                <c:pt idx="15">
                  <c:v>56.14</c:v>
                </c:pt>
                <c:pt idx="16">
                  <c:v>52.05</c:v>
                </c:pt>
                <c:pt idx="17">
                  <c:v>90.78</c:v>
                </c:pt>
                <c:pt idx="18">
                  <c:v>94.45</c:v>
                </c:pt>
                <c:pt idx="19">
                  <c:v>93.66</c:v>
                </c:pt>
                <c:pt idx="20">
                  <c:v>94.51</c:v>
                </c:pt>
                <c:pt idx="21">
                  <c:v>85.93</c:v>
                </c:pt>
                <c:pt idx="22">
                  <c:v>91.33</c:v>
                </c:pt>
                <c:pt idx="23">
                  <c:v>81.59</c:v>
                </c:pt>
                <c:pt idx="24">
                  <c:v>72.0</c:v>
                </c:pt>
                <c:pt idx="25">
                  <c:v>87.05</c:v>
                </c:pt>
                <c:pt idx="26">
                  <c:v>80.78</c:v>
                </c:pt>
                <c:pt idx="27">
                  <c:v>88.87</c:v>
                </c:pt>
                <c:pt idx="28">
                  <c:v>97.78</c:v>
                </c:pt>
                <c:pt idx="29">
                  <c:v>99.5</c:v>
                </c:pt>
                <c:pt idx="30">
                  <c:v>88.72</c:v>
                </c:pt>
                <c:pt idx="31">
                  <c:v>101.79</c:v>
                </c:pt>
                <c:pt idx="32">
                  <c:v>102.11</c:v>
                </c:pt>
                <c:pt idx="33">
                  <c:v>98.59</c:v>
                </c:pt>
                <c:pt idx="34">
                  <c:v>98.83</c:v>
                </c:pt>
                <c:pt idx="35">
                  <c:v>91.54</c:v>
                </c:pt>
                <c:pt idx="36">
                  <c:v>95.36</c:v>
                </c:pt>
                <c:pt idx="37">
                  <c:v>101.38</c:v>
                </c:pt>
                <c:pt idx="38">
                  <c:v>97.86</c:v>
                </c:pt>
                <c:pt idx="39">
                  <c:v>101.35</c:v>
                </c:pt>
                <c:pt idx="40">
                  <c:v>99.99</c:v>
                </c:pt>
                <c:pt idx="41">
                  <c:v>99.43</c:v>
                </c:pt>
                <c:pt idx="42">
                  <c:v>106.15</c:v>
                </c:pt>
                <c:pt idx="43">
                  <c:v>99.17</c:v>
                </c:pt>
                <c:pt idx="44">
                  <c:v>99.12</c:v>
                </c:pt>
                <c:pt idx="45">
                  <c:v>91.5</c:v>
                </c:pt>
                <c:pt idx="46">
                  <c:v>93.38</c:v>
                </c:pt>
                <c:pt idx="47">
                  <c:v>95.7</c:v>
                </c:pt>
                <c:pt idx="48">
                  <c:v>90.34</c:v>
                </c:pt>
                <c:pt idx="49">
                  <c:v>90.39</c:v>
                </c:pt>
                <c:pt idx="50">
                  <c:v>106.56</c:v>
                </c:pt>
                <c:pt idx="51">
                  <c:v>108.14</c:v>
                </c:pt>
                <c:pt idx="52">
                  <c:v>106.48</c:v>
                </c:pt>
                <c:pt idx="53">
                  <c:v>118.98</c:v>
                </c:pt>
                <c:pt idx="54">
                  <c:v>116.81</c:v>
                </c:pt>
                <c:pt idx="55">
                  <c:v>109.34</c:v>
                </c:pt>
                <c:pt idx="56">
                  <c:v>104.58</c:v>
                </c:pt>
                <c:pt idx="57">
                  <c:v>113.44</c:v>
                </c:pt>
                <c:pt idx="58">
                  <c:v>114.03</c:v>
                </c:pt>
                <c:pt idx="59">
                  <c:v>113.54</c:v>
                </c:pt>
                <c:pt idx="60">
                  <c:v>117.75</c:v>
                </c:pt>
                <c:pt idx="61">
                  <c:v>118.85</c:v>
                </c:pt>
                <c:pt idx="62">
                  <c:v>124.28</c:v>
                </c:pt>
                <c:pt idx="63">
                  <c:v>134.95</c:v>
                </c:pt>
                <c:pt idx="64">
                  <c:v>130.92</c:v>
                </c:pt>
                <c:pt idx="65">
                  <c:v>127.94</c:v>
                </c:pt>
                <c:pt idx="66">
                  <c:v>115.79</c:v>
                </c:pt>
                <c:pt idx="67">
                  <c:v>126.19</c:v>
                </c:pt>
                <c:pt idx="68">
                  <c:v>124.61</c:v>
                </c:pt>
                <c:pt idx="69">
                  <c:v>115.53</c:v>
                </c:pt>
                <c:pt idx="70">
                  <c:v>128.02</c:v>
                </c:pt>
                <c:pt idx="71">
                  <c:v>130.87</c:v>
                </c:pt>
                <c:pt idx="72">
                  <c:v>134.72</c:v>
                </c:pt>
                <c:pt idx="73">
                  <c:v>136.16</c:v>
                </c:pt>
                <c:pt idx="74">
                  <c:v>127.79</c:v>
                </c:pt>
                <c:pt idx="75">
                  <c:v>137.56</c:v>
                </c:pt>
                <c:pt idx="76">
                  <c:v>138.01</c:v>
                </c:pt>
                <c:pt idx="77">
                  <c:v>136.61</c:v>
                </c:pt>
                <c:pt idx="78">
                  <c:v>138.03</c:v>
                </c:pt>
                <c:pt idx="79">
                  <c:v>126.85</c:v>
                </c:pt>
                <c:pt idx="80">
                  <c:v>122.05</c:v>
                </c:pt>
                <c:pt idx="81">
                  <c:v>122.13</c:v>
                </c:pt>
                <c:pt idx="82">
                  <c:v>124.97</c:v>
                </c:pt>
                <c:pt idx="83">
                  <c:v>118.18</c:v>
                </c:pt>
                <c:pt idx="84">
                  <c:v>126.09</c:v>
                </c:pt>
                <c:pt idx="85">
                  <c:v>129.68</c:v>
                </c:pt>
                <c:pt idx="86">
                  <c:v>130.89</c:v>
                </c:pt>
                <c:pt idx="87">
                  <c:v>124.52</c:v>
                </c:pt>
                <c:pt idx="88">
                  <c:v>133.44</c:v>
                </c:pt>
                <c:pt idx="89">
                  <c:v>128.24</c:v>
                </c:pt>
                <c:pt idx="90">
                  <c:v>127.22</c:v>
                </c:pt>
                <c:pt idx="91">
                  <c:v>126.33</c:v>
                </c:pt>
                <c:pt idx="92">
                  <c:v>120.24</c:v>
                </c:pt>
                <c:pt idx="93">
                  <c:v>117.26</c:v>
                </c:pt>
                <c:pt idx="94">
                  <c:v>122.81</c:v>
                </c:pt>
                <c:pt idx="95">
                  <c:v>125.06</c:v>
                </c:pt>
                <c:pt idx="96">
                  <c:v>124.57</c:v>
                </c:pt>
                <c:pt idx="97">
                  <c:v>122.67</c:v>
                </c:pt>
                <c:pt idx="98">
                  <c:v>122.14</c:v>
                </c:pt>
                <c:pt idx="99">
                  <c:v>129.52</c:v>
                </c:pt>
                <c:pt idx="100">
                  <c:v>131.32</c:v>
                </c:pt>
                <c:pt idx="101">
                  <c:v>132.43</c:v>
                </c:pt>
                <c:pt idx="102">
                  <c:v>137.6</c:v>
                </c:pt>
                <c:pt idx="103">
                  <c:v>167.65</c:v>
                </c:pt>
                <c:pt idx="104">
                  <c:v>174.35</c:v>
                </c:pt>
                <c:pt idx="105">
                  <c:v>175.0</c:v>
                </c:pt>
                <c:pt idx="106">
                  <c:v>172.94</c:v>
                </c:pt>
                <c:pt idx="107">
                  <c:v>173.95</c:v>
                </c:pt>
                <c:pt idx="108">
                  <c:v>174.18</c:v>
                </c:pt>
                <c:pt idx="109">
                  <c:v>173.38</c:v>
                </c:pt>
                <c:pt idx="110">
                  <c:v>173.11</c:v>
                </c:pt>
                <c:pt idx="111">
                  <c:v>178.75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'21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02">
                  <c:v>137.6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'21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6">
                  <c:v>52.05</c:v>
                </c:pt>
                <c:pt idx="24">
                  <c:v>72.0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ACCELERON PHARMA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XLRN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30, 2021   ·   Closed Nov 19, 2021   ·   Status: completed   ·   Pre-ann. volume 1.39×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ACCELERON PHARMA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ACCELERON PHARMA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5080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3640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268385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353985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26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13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974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096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627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70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001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436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619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98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741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115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959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81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135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Sunil Patel of Merck contacts Acceleron CEO Habib Dable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20, 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a non-binding proposal to acquire Acceleron…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22, 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Acceleron Board meets to discuss the Merck proposal 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and Acceleron execute a limited confidentiality…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Acceleron informs Merck the $160 offer is insufficient…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increases its proposal to $175 per share.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Acceleron contacts Party C, who declines interest.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executes a confidentiality agreement; Acceleron…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informs Acceleron it will not pursue an acquisition…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its 'best and final' proposal of $180 per…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Press reports emerge regarding a potential $180 per share…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contacts Acceleron but later declines to bid due to…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Acceleron Board unanimously approves the Merger Agreement…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Merck consummates the merger.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Acceleron delists from Nasdaq.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ACCELERON PHARMA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2020-01-31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+74%  ($52.05→$90.78)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($72→$87.05)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ACCELERON PHARMA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- TGP, XLRN, and VNE: Levi &amp;amp; Korsinsky, LLP Reminds Investors of Investigations Concerning…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- TGP, XLRN, and VNE: Levi &amp;amp; Korsinsky, LLP Reminds Investors of Investigations Concerning…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Monteverde &amp;amp; Associates PC Continues to Investigate the Following Merger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Monteverde &amp;amp; Associates PC Continues to Investigate the Following Merger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Investigation Alert: Monteverde &amp;amp; Associates PC Reminds Shareholders Of Ongoing Investigation Regarding…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Merck to Refile Notification of Acceleron Merger Deal, Extending Deadline for Shareholders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2021-11-01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Merck Pushes Acceleron Buyout By Refiling For Antitrust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2021-11-04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Acceleron Reports Third Quarter 2021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2021-11-09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Daily Biotech Pulse: Double Dose Of Positive Tidings For Merck, Alkermes Slips On Partial Termination…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