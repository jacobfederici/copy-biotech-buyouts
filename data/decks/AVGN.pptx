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Sheet1!$A$2:$A$123</c:f>
              <c:strCache>
                <c:ptCount val="122"/>
                <c:pt idx="0">
                  <c:v>Aug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Nov '07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Jan '08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>Apr '08</c:v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Jun '08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Sep '08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>Nov '08</c:v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Feb '09</c:v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May '09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Jul '09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'09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>Dec '09</c:v>
                </c:pt>
              </c:strCache>
            </c:strRef>
          </c:cat>
          <c:val>
            <c:numRef>
              <c:f>Sheet1!$B$2:$B$123</c:f>
              <c:numCache>
                <c:formatCode>General</c:formatCode>
                <c:ptCount val="122"/>
                <c:pt idx="0">
                  <c:v>5.74</c:v>
                </c:pt>
                <c:pt idx="1">
                  <c:v>5.15</c:v>
                </c:pt>
                <c:pt idx="2">
                  <c:v>5.45</c:v>
                </c:pt>
                <c:pt idx="3">
                  <c:v>5.36</c:v>
                </c:pt>
                <c:pt idx="4">
                  <c:v>5.39</c:v>
                </c:pt>
                <c:pt idx="5">
                  <c:v>5.4</c:v>
                </c:pt>
                <c:pt idx="6">
                  <c:v>5.24</c:v>
                </c:pt>
                <c:pt idx="7">
                  <c:v>5.33</c:v>
                </c:pt>
                <c:pt idx="8">
                  <c:v>5.21</c:v>
                </c:pt>
                <c:pt idx="9">
                  <c:v>5.15</c:v>
                </c:pt>
                <c:pt idx="10">
                  <c:v>4.48</c:v>
                </c:pt>
                <c:pt idx="11">
                  <c:v>3.94</c:v>
                </c:pt>
                <c:pt idx="12">
                  <c:v>3.99</c:v>
                </c:pt>
                <c:pt idx="13">
                  <c:v>4.28</c:v>
                </c:pt>
                <c:pt idx="14">
                  <c:v>4.18</c:v>
                </c:pt>
                <c:pt idx="15">
                  <c:v>4.16</c:v>
                </c:pt>
                <c:pt idx="16">
                  <c:v>4.05</c:v>
                </c:pt>
                <c:pt idx="17">
                  <c:v>4.01</c:v>
                </c:pt>
                <c:pt idx="18">
                  <c:v>4.1</c:v>
                </c:pt>
                <c:pt idx="19">
                  <c:v>4.32</c:v>
                </c:pt>
                <c:pt idx="20">
                  <c:v>4.68</c:v>
                </c:pt>
                <c:pt idx="21">
                  <c:v>4.48</c:v>
                </c:pt>
                <c:pt idx="22">
                  <c:v>4.16</c:v>
                </c:pt>
                <c:pt idx="23">
                  <c:v>4.05</c:v>
                </c:pt>
                <c:pt idx="24">
                  <c:v>3.36</c:v>
                </c:pt>
                <c:pt idx="25">
                  <c:v>3.02</c:v>
                </c:pt>
                <c:pt idx="26">
                  <c:v>2.98</c:v>
                </c:pt>
                <c:pt idx="27">
                  <c:v>3.31</c:v>
                </c:pt>
                <c:pt idx="28">
                  <c:v>3.41</c:v>
                </c:pt>
                <c:pt idx="29">
                  <c:v>3.06</c:v>
                </c:pt>
                <c:pt idx="30">
                  <c:v>2.69</c:v>
                </c:pt>
                <c:pt idx="31">
                  <c:v>2.7</c:v>
                </c:pt>
                <c:pt idx="32">
                  <c:v>2.53</c:v>
                </c:pt>
                <c:pt idx="33">
                  <c:v>2.75</c:v>
                </c:pt>
                <c:pt idx="34">
                  <c:v>2.8</c:v>
                </c:pt>
                <c:pt idx="35">
                  <c:v>2.77</c:v>
                </c:pt>
                <c:pt idx="36">
                  <c:v>3.45</c:v>
                </c:pt>
                <c:pt idx="37">
                  <c:v>3.05</c:v>
                </c:pt>
                <c:pt idx="38">
                  <c:v>3.0</c:v>
                </c:pt>
                <c:pt idx="39">
                  <c:v>2.81</c:v>
                </c:pt>
                <c:pt idx="40">
                  <c:v>2.97</c:v>
                </c:pt>
                <c:pt idx="41">
                  <c:v>3.1</c:v>
                </c:pt>
                <c:pt idx="42">
                  <c:v>3.09</c:v>
                </c:pt>
                <c:pt idx="43">
                  <c:v>2.75</c:v>
                </c:pt>
                <c:pt idx="44">
                  <c:v>2.85</c:v>
                </c:pt>
                <c:pt idx="45">
                  <c:v>2.7</c:v>
                </c:pt>
                <c:pt idx="46">
                  <c:v>3.0</c:v>
                </c:pt>
                <c:pt idx="47">
                  <c:v>3.22</c:v>
                </c:pt>
                <c:pt idx="48">
                  <c:v>3.22</c:v>
                </c:pt>
                <c:pt idx="49">
                  <c:v>3.35</c:v>
                </c:pt>
                <c:pt idx="50">
                  <c:v>3.34</c:v>
                </c:pt>
                <c:pt idx="51">
                  <c:v>3.55</c:v>
                </c:pt>
                <c:pt idx="52">
                  <c:v>3.49</c:v>
                </c:pt>
                <c:pt idx="53">
                  <c:v>4.08</c:v>
                </c:pt>
                <c:pt idx="54">
                  <c:v>4.55</c:v>
                </c:pt>
                <c:pt idx="55">
                  <c:v>4.33</c:v>
                </c:pt>
                <c:pt idx="56">
                  <c:v>4.4</c:v>
                </c:pt>
                <c:pt idx="57">
                  <c:v>3.51</c:v>
                </c:pt>
                <c:pt idx="58">
                  <c:v>3.65</c:v>
                </c:pt>
                <c:pt idx="59">
                  <c:v>2.99</c:v>
                </c:pt>
                <c:pt idx="60">
                  <c:v>3.26</c:v>
                </c:pt>
                <c:pt idx="61">
                  <c:v>0.57</c:v>
                </c:pt>
                <c:pt idx="62">
                  <c:v>0.6</c:v>
                </c:pt>
                <c:pt idx="63">
                  <c:v>0.75</c:v>
                </c:pt>
                <c:pt idx="64">
                  <c:v>0.77</c:v>
                </c:pt>
                <c:pt idx="65">
                  <c:v>0.71</c:v>
                </c:pt>
                <c:pt idx="66">
                  <c:v>0.69</c:v>
                </c:pt>
                <c:pt idx="67">
                  <c:v>0.57</c:v>
                </c:pt>
                <c:pt idx="68">
                  <c:v>0.51</c:v>
                </c:pt>
                <c:pt idx="69">
                  <c:v>0.66</c:v>
                </c:pt>
                <c:pt idx="70">
                  <c:v>0.75</c:v>
                </c:pt>
                <c:pt idx="71">
                  <c:v>0.78</c:v>
                </c:pt>
                <c:pt idx="72">
                  <c:v>0.86</c:v>
                </c:pt>
                <c:pt idx="73">
                  <c:v>0.93</c:v>
                </c:pt>
                <c:pt idx="74">
                  <c:v>0.93</c:v>
                </c:pt>
                <c:pt idx="75">
                  <c:v>0.98</c:v>
                </c:pt>
                <c:pt idx="76">
                  <c:v>1.07</c:v>
                </c:pt>
                <c:pt idx="77">
                  <c:v>1.05</c:v>
                </c:pt>
                <c:pt idx="78">
                  <c:v>0.98</c:v>
                </c:pt>
                <c:pt idx="79">
                  <c:v>1.03</c:v>
                </c:pt>
                <c:pt idx="80">
                  <c:v>1.0</c:v>
                </c:pt>
                <c:pt idx="81">
                  <c:v>1.09</c:v>
                </c:pt>
                <c:pt idx="82">
                  <c:v>1.15</c:v>
                </c:pt>
                <c:pt idx="83">
                  <c:v>1.23</c:v>
                </c:pt>
                <c:pt idx="84">
                  <c:v>1.25</c:v>
                </c:pt>
                <c:pt idx="85">
                  <c:v>1.22</c:v>
                </c:pt>
                <c:pt idx="86">
                  <c:v>1.24</c:v>
                </c:pt>
                <c:pt idx="87">
                  <c:v>1.21</c:v>
                </c:pt>
                <c:pt idx="88">
                  <c:v>1.27</c:v>
                </c:pt>
                <c:pt idx="89">
                  <c:v>1.25</c:v>
                </c:pt>
                <c:pt idx="90">
                  <c:v>1.31</c:v>
                </c:pt>
                <c:pt idx="91">
                  <c:v>1.29</c:v>
                </c:pt>
                <c:pt idx="92">
                  <c:v>1.28</c:v>
                </c:pt>
                <c:pt idx="93">
                  <c:v>1.27</c:v>
                </c:pt>
                <c:pt idx="94">
                  <c:v>1.27</c:v>
                </c:pt>
                <c:pt idx="95">
                  <c:v>1.28</c:v>
                </c:pt>
                <c:pt idx="96">
                  <c:v>1.33</c:v>
                </c:pt>
                <c:pt idx="97">
                  <c:v>1.32</c:v>
                </c:pt>
                <c:pt idx="98">
                  <c:v>1.31</c:v>
                </c:pt>
                <c:pt idx="99">
                  <c:v>1.33</c:v>
                </c:pt>
                <c:pt idx="100">
                  <c:v>1.31</c:v>
                </c:pt>
                <c:pt idx="101">
                  <c:v>1.34</c:v>
                </c:pt>
                <c:pt idx="102">
                  <c:v>1.34</c:v>
                </c:pt>
                <c:pt idx="103">
                  <c:v>1.34</c:v>
                </c:pt>
                <c:pt idx="104">
                  <c:v>1.29</c:v>
                </c:pt>
                <c:pt idx="105">
                  <c:v>1.29</c:v>
                </c:pt>
                <c:pt idx="106">
                  <c:v>1.3</c:v>
                </c:pt>
                <c:pt idx="107">
                  <c:v>1.54</c:v>
                </c:pt>
                <c:pt idx="108">
                  <c:v>1.57</c:v>
                </c:pt>
                <c:pt idx="109">
                  <c:v>1.51</c:v>
                </c:pt>
                <c:pt idx="110">
                  <c:v>1.53</c:v>
                </c:pt>
                <c:pt idx="111">
                  <c:v>1.52</c:v>
                </c:pt>
                <c:pt idx="112">
                  <c:v>1.54</c:v>
                </c:pt>
                <c:pt idx="113">
                  <c:v>1.5</c:v>
                </c:pt>
                <c:pt idx="114">
                  <c:v>1.42</c:v>
                </c:pt>
                <c:pt idx="115">
                  <c:v>1.45</c:v>
                </c:pt>
                <c:pt idx="116">
                  <c:v>1.46</c:v>
                </c:pt>
                <c:pt idx="117">
                  <c:v>1.42</c:v>
                </c:pt>
                <c:pt idx="118">
                  <c:v>1.43</c:v>
                </c:pt>
                <c:pt idx="119">
                  <c:v>1.41</c:v>
                </c:pt>
                <c:pt idx="120">
                  <c:v>1.38</c:v>
                </c:pt>
                <c:pt idx="121">
                  <c:v>1.3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Sheet1!$A$2:$A$123</c:f>
              <c:strCache>
                <c:ptCount val="122"/>
                <c:pt idx="0">
                  <c:v>Aug '07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>Nov '07</c:v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>Jan '08</c:v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/>
                </c:pt>
                <c:pt idx="33">
                  <c:v>Apr '08</c:v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>Jun '08</c:v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>Sep '08</c:v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/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>Nov '08</c:v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/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>Feb '09</c:v>
                </c:pt>
                <c:pt idx="78">
                  <c:v/>
                </c:pt>
                <c:pt idx="79">
                  <c:v/>
                </c:pt>
                <c:pt idx="80">
                  <c:v/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>May '09</c:v>
                </c:pt>
                <c:pt idx="89">
                  <c:v/>
                </c:pt>
                <c:pt idx="90">
                  <c:v/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>Jul '09</c:v>
                </c:pt>
                <c:pt idx="100">
                  <c:v/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Oct '09</c:v>
                </c:pt>
                <c:pt idx="111">
                  <c:v/>
                </c:pt>
                <c:pt idx="112">
                  <c:v/>
                </c:pt>
                <c:pt idx="113">
                  <c:v/>
                </c:pt>
                <c:pt idx="114">
                  <c:v/>
                </c:pt>
                <c:pt idx="115">
                  <c:v/>
                </c:pt>
                <c:pt idx="116">
                  <c:v/>
                </c:pt>
                <c:pt idx="117">
                  <c:v/>
                </c:pt>
                <c:pt idx="118">
                  <c:v/>
                </c:pt>
                <c:pt idx="119">
                  <c:v/>
                </c:pt>
                <c:pt idx="120">
                  <c:v/>
                </c:pt>
                <c:pt idx="121">
                  <c:v>Dec '09</c:v>
                </c:pt>
              </c:strCache>
            </c:strRef>
          </c:cat>
          <c:val>
            <c:numRef>
              <c:f>Sheet1!$C$2:$C$123</c:f>
              <c:numCache>
                <c:formatCode>General</c:formatCode>
                <c:ptCount val="122"/>
                <c:pt idx="35">
                  <c:v>2.77</c:v>
                </c:pt>
                <c:pt idx="56">
                  <c:v>4.4</c:v>
                </c:pt>
                <c:pt idx="60">
                  <c:v>3.26</c:v>
                </c:pt>
                <c:pt idx="62">
                  <c:v>0.6</c:v>
                </c:pt>
                <c:pt idx="68">
                  <c:v>0.51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Avigen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AVGN  ·  acquired by MediciNova,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$1.19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-9%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Aug 21, 2009   ·   Closed Dec 15, 2009   ·   Status: completed   ·   Pre-ann. volume 0.49×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Avigen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Avigen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516112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60171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1838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3883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8288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8788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1330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02056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760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626864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98449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3534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Oct 2008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Dec 2009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21, 2008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Avigen announces AV650 trial failed to meet primary…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30, 2008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BVF President Mark Lampert recommends immediate liquidation…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21, 2008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Avigen adopts a Stockholder Rights Agreement (Poison Pill).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08, 2008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MediciNova submits initial acquisition proposal.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18, 2008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Avigen sells AV513 asset to Baxter Healthcare for $7…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15, 2009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BVF announces intention to launch a hostile tender offer at…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23, 2009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BVF formally commences tender offer via BVF Acquisition LLC.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29, 2009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Avigen Board formally recommends stockholders reject the…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26, 2009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Avigen Board briefly announces intent to develop a…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25, 2009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Avigen and MediciNova announce they have resumed…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Aug 20, 2009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Definitive Merger Agreement signed with MediciNova.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15, 2009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Compensation Committee approves bonuses contingent on…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Avigen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5 unexplained pre-announcement move weeks (of 5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2008-10-24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-82%  ($3.26→$0.57)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301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2008-12-19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+29%  ($0.51→$0.66)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245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2008-11-07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($0.6→$0.75)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287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2008-05-02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($2.77→$3.45)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476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2008-09-26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-20%  ($4.4→$3.51)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329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Avigen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2009-03-27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Avigen Announces Results of Special Meeting of Stockholders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2009-08-20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Avigen Enters into Definitive Merger Agreement with MediciNova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2009-08-25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Class Action Lawsuit Filed Against Avigen Regarding MediciNova Merger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