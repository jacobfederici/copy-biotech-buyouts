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Apr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24.68</c:v>
                </c:pt>
                <c:pt idx="1">
                  <c:v>24.88</c:v>
                </c:pt>
                <c:pt idx="2">
                  <c:v>24.29</c:v>
                </c:pt>
                <c:pt idx="3">
                  <c:v>23.94</c:v>
                </c:pt>
                <c:pt idx="4">
                  <c:v>20.33</c:v>
                </c:pt>
                <c:pt idx="5">
                  <c:v>21.75</c:v>
                </c:pt>
                <c:pt idx="6">
                  <c:v>22.33</c:v>
                </c:pt>
                <c:pt idx="7">
                  <c:v>21.15</c:v>
                </c:pt>
                <c:pt idx="8">
                  <c:v>20.07</c:v>
                </c:pt>
                <c:pt idx="9">
                  <c:v>18.77</c:v>
                </c:pt>
                <c:pt idx="10">
                  <c:v>19.87</c:v>
                </c:pt>
                <c:pt idx="11">
                  <c:v>19.81</c:v>
                </c:pt>
                <c:pt idx="12">
                  <c:v>22.0</c:v>
                </c:pt>
                <c:pt idx="13">
                  <c:v>22.49</c:v>
                </c:pt>
                <c:pt idx="14">
                  <c:v>25.61</c:v>
                </c:pt>
                <c:pt idx="15">
                  <c:v>26.5</c:v>
                </c:pt>
                <c:pt idx="16">
                  <c:v>26.62</c:v>
                </c:pt>
                <c:pt idx="17">
                  <c:v>25.3</c:v>
                </c:pt>
                <c:pt idx="18">
                  <c:v>24.12</c:v>
                </c:pt>
                <c:pt idx="19">
                  <c:v>22.06</c:v>
                </c:pt>
                <c:pt idx="20">
                  <c:v>25.92</c:v>
                </c:pt>
                <c:pt idx="21">
                  <c:v>24.38</c:v>
                </c:pt>
                <c:pt idx="22">
                  <c:v>25.5</c:v>
                </c:pt>
                <c:pt idx="23">
                  <c:v>26.17</c:v>
                </c:pt>
                <c:pt idx="24">
                  <c:v>25.71</c:v>
                </c:pt>
                <c:pt idx="25">
                  <c:v>26.67</c:v>
                </c:pt>
                <c:pt idx="26">
                  <c:v>28.94</c:v>
                </c:pt>
                <c:pt idx="27">
                  <c:v>27.06</c:v>
                </c:pt>
                <c:pt idx="28">
                  <c:v>24.48</c:v>
                </c:pt>
                <c:pt idx="29">
                  <c:v>22.74</c:v>
                </c:pt>
                <c:pt idx="30">
                  <c:v>21.48</c:v>
                </c:pt>
                <c:pt idx="31">
                  <c:v>20.23</c:v>
                </c:pt>
                <c:pt idx="32">
                  <c:v>25.12</c:v>
                </c:pt>
                <c:pt idx="33">
                  <c:v>24.79</c:v>
                </c:pt>
                <c:pt idx="34">
                  <c:v>25.54</c:v>
                </c:pt>
                <c:pt idx="35">
                  <c:v>23.45</c:v>
                </c:pt>
                <c:pt idx="36">
                  <c:v>22.3</c:v>
                </c:pt>
                <c:pt idx="37">
                  <c:v>21.62</c:v>
                </c:pt>
                <c:pt idx="38">
                  <c:v>20.93</c:v>
                </c:pt>
                <c:pt idx="39">
                  <c:v>20.39</c:v>
                </c:pt>
                <c:pt idx="40">
                  <c:v>23.94</c:v>
                </c:pt>
                <c:pt idx="41">
                  <c:v>28.44</c:v>
                </c:pt>
                <c:pt idx="42">
                  <c:v>28.64</c:v>
                </c:pt>
                <c:pt idx="43">
                  <c:v>28.08</c:v>
                </c:pt>
                <c:pt idx="44">
                  <c:v>25.27</c:v>
                </c:pt>
                <c:pt idx="45">
                  <c:v>28.03</c:v>
                </c:pt>
                <c:pt idx="46">
                  <c:v>27.65</c:v>
                </c:pt>
                <c:pt idx="47">
                  <c:v>31.0</c:v>
                </c:pt>
                <c:pt idx="48">
                  <c:v>28.82</c:v>
                </c:pt>
                <c:pt idx="49">
                  <c:v>27.42</c:v>
                </c:pt>
                <c:pt idx="50">
                  <c:v>27.5</c:v>
                </c:pt>
                <c:pt idx="51">
                  <c:v>24.95</c:v>
                </c:pt>
                <c:pt idx="52">
                  <c:v>24.27</c:v>
                </c:pt>
                <c:pt idx="53">
                  <c:v>24.07</c:v>
                </c:pt>
                <c:pt idx="54">
                  <c:v>24.71</c:v>
                </c:pt>
                <c:pt idx="55">
                  <c:v>24.39</c:v>
                </c:pt>
                <c:pt idx="56">
                  <c:v>23.82</c:v>
                </c:pt>
                <c:pt idx="57">
                  <c:v>24.76</c:v>
                </c:pt>
                <c:pt idx="58">
                  <c:v>25.43</c:v>
                </c:pt>
                <c:pt idx="59">
                  <c:v>25.79</c:v>
                </c:pt>
                <c:pt idx="60">
                  <c:v>29.27</c:v>
                </c:pt>
                <c:pt idx="61">
                  <c:v>26.95</c:v>
                </c:pt>
                <c:pt idx="62">
                  <c:v>24.86</c:v>
                </c:pt>
                <c:pt idx="63">
                  <c:v>25.36</c:v>
                </c:pt>
                <c:pt idx="64">
                  <c:v>26.0</c:v>
                </c:pt>
                <c:pt idx="65">
                  <c:v>27.48</c:v>
                </c:pt>
                <c:pt idx="66">
                  <c:v>25.42</c:v>
                </c:pt>
                <c:pt idx="67">
                  <c:v>24.43</c:v>
                </c:pt>
                <c:pt idx="68">
                  <c:v>23.05</c:v>
                </c:pt>
                <c:pt idx="69">
                  <c:v>22.63</c:v>
                </c:pt>
                <c:pt idx="70">
                  <c:v>22.79</c:v>
                </c:pt>
                <c:pt idx="71">
                  <c:v>25.1</c:v>
                </c:pt>
                <c:pt idx="72">
                  <c:v>24.06</c:v>
                </c:pt>
                <c:pt idx="73">
                  <c:v>25.86</c:v>
                </c:pt>
                <c:pt idx="74">
                  <c:v>27.64</c:v>
                </c:pt>
                <c:pt idx="75">
                  <c:v>25.92</c:v>
                </c:pt>
                <c:pt idx="76">
                  <c:v>24.62</c:v>
                </c:pt>
                <c:pt idx="77">
                  <c:v>25.95</c:v>
                </c:pt>
                <c:pt idx="78">
                  <c:v>25.23</c:v>
                </c:pt>
                <c:pt idx="79">
                  <c:v>23.37</c:v>
                </c:pt>
                <c:pt idx="80">
                  <c:v>22.76</c:v>
                </c:pt>
                <c:pt idx="81">
                  <c:v>23.88</c:v>
                </c:pt>
                <c:pt idx="82">
                  <c:v>24.3</c:v>
                </c:pt>
                <c:pt idx="83">
                  <c:v>21.82</c:v>
                </c:pt>
                <c:pt idx="84">
                  <c:v>21.19</c:v>
                </c:pt>
                <c:pt idx="85">
                  <c:v>20.67</c:v>
                </c:pt>
                <c:pt idx="86">
                  <c:v>20.49</c:v>
                </c:pt>
                <c:pt idx="87">
                  <c:v>21.58</c:v>
                </c:pt>
                <c:pt idx="88">
                  <c:v>21.89</c:v>
                </c:pt>
                <c:pt idx="89">
                  <c:v>22.97</c:v>
                </c:pt>
                <c:pt idx="90">
                  <c:v>22.5</c:v>
                </c:pt>
                <c:pt idx="91">
                  <c:v>24.28</c:v>
                </c:pt>
                <c:pt idx="92">
                  <c:v>24.95</c:v>
                </c:pt>
                <c:pt idx="93">
                  <c:v>24.79</c:v>
                </c:pt>
                <c:pt idx="94">
                  <c:v>24.95</c:v>
                </c:pt>
                <c:pt idx="95">
                  <c:v>25.3</c:v>
                </c:pt>
                <c:pt idx="96">
                  <c:v>26.28</c:v>
                </c:pt>
                <c:pt idx="97">
                  <c:v>26.83</c:v>
                </c:pt>
                <c:pt idx="98">
                  <c:v>27.42</c:v>
                </c:pt>
                <c:pt idx="99">
                  <c:v>29.55</c:v>
                </c:pt>
                <c:pt idx="100">
                  <c:v>29.43</c:v>
                </c:pt>
                <c:pt idx="101">
                  <c:v>35.12</c:v>
                </c:pt>
                <c:pt idx="102">
                  <c:v>40.49</c:v>
                </c:pt>
                <c:pt idx="103">
                  <c:v>42.74</c:v>
                </c:pt>
                <c:pt idx="104">
                  <c:v>45.89</c:v>
                </c:pt>
                <c:pt idx="105">
                  <c:v>45.79</c:v>
                </c:pt>
                <c:pt idx="106">
                  <c:v>46.06</c:v>
                </c:pt>
                <c:pt idx="107">
                  <c:v>45.97</c:v>
                </c:pt>
                <c:pt idx="108">
                  <c:v>45.99</c:v>
                </c:pt>
                <c:pt idx="109">
                  <c:v>45.99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1">
                  <c:v>20.23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HYPERION THERAPEUTICS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HPTX  ·  acquired by Horizon Pharma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30, 2015   ·   Closed May 07, 2015   ·   Status: completed   ·   Pre-ann. volume 4.53×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HYPERION THERAPEUTICS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HYPERION THERAPEUTICS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9452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801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521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456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656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25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326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061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96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32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863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396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730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Donald J. Santel receives unsolicited call from Party 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indication of interest at…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CEO calls Santel to express interest in a…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letter for a stock-for-stock transaction…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revised proposal for stock-for-stock deal…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Santel and CFO Jeffrey Farrow meet with Horizon CEO Timothy…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submits non-binding proposal to acquire Hyperion…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Hyperion and Horizon execute a confidentiality agreement…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completes due diligence and proposes $44.00 per…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Hyperion Board rejects $44.00; Horizon submits final offer…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Hyperion Board unanimously approves the Merger Agreement at…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issued announcing the transaction.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86% of shares tendered; Merger…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HYPERION THERAPEUTICS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2013-11-15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($20.23→$25.12)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HYPERION THERAPEUTICS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