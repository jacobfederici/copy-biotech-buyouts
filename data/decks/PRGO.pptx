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Apr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119.92</c:v>
                </c:pt>
                <c:pt idx="1">
                  <c:v>119.47</c:v>
                </c:pt>
                <c:pt idx="2">
                  <c:v>118.81</c:v>
                </c:pt>
                <c:pt idx="3">
                  <c:v>119.23</c:v>
                </c:pt>
                <c:pt idx="4">
                  <c:v>119.64</c:v>
                </c:pt>
                <c:pt idx="5">
                  <c:v>119.48</c:v>
                </c:pt>
                <c:pt idx="6">
                  <c:v>118.92</c:v>
                </c:pt>
                <c:pt idx="7">
                  <c:v>115.84</c:v>
                </c:pt>
                <c:pt idx="8">
                  <c:v>116.81</c:v>
                </c:pt>
                <c:pt idx="9">
                  <c:v>118.6</c:v>
                </c:pt>
                <c:pt idx="10">
                  <c:v>119.61</c:v>
                </c:pt>
                <c:pt idx="11">
                  <c:v>121.0</c:v>
                </c:pt>
                <c:pt idx="12">
                  <c:v>123.77</c:v>
                </c:pt>
                <c:pt idx="13">
                  <c:v>128.49</c:v>
                </c:pt>
                <c:pt idx="14">
                  <c:v>129.37</c:v>
                </c:pt>
                <c:pt idx="15">
                  <c:v>134.23</c:v>
                </c:pt>
                <c:pt idx="16">
                  <c:v>128.39</c:v>
                </c:pt>
                <c:pt idx="17">
                  <c:v>128.37</c:v>
                </c:pt>
                <c:pt idx="18">
                  <c:v>120.0</c:v>
                </c:pt>
                <c:pt idx="19">
                  <c:v>119.38</c:v>
                </c:pt>
                <c:pt idx="20">
                  <c:v>121.55</c:v>
                </c:pt>
                <c:pt idx="21">
                  <c:v>123.94</c:v>
                </c:pt>
                <c:pt idx="22">
                  <c:v>123.44</c:v>
                </c:pt>
                <c:pt idx="23">
                  <c:v>124.98</c:v>
                </c:pt>
                <c:pt idx="24">
                  <c:v>123.7</c:v>
                </c:pt>
                <c:pt idx="25">
                  <c:v>129.05</c:v>
                </c:pt>
                <c:pt idx="26">
                  <c:v>129.59</c:v>
                </c:pt>
                <c:pt idx="27">
                  <c:v>132.65</c:v>
                </c:pt>
                <c:pt idx="28">
                  <c:v>130.61</c:v>
                </c:pt>
                <c:pt idx="29">
                  <c:v>142.38</c:v>
                </c:pt>
                <c:pt idx="30">
                  <c:v>148.75</c:v>
                </c:pt>
                <c:pt idx="31">
                  <c:v>153.13</c:v>
                </c:pt>
                <c:pt idx="32">
                  <c:v>155.28</c:v>
                </c:pt>
                <c:pt idx="33">
                  <c:v>155.89</c:v>
                </c:pt>
                <c:pt idx="34">
                  <c:v>155.63</c:v>
                </c:pt>
                <c:pt idx="35">
                  <c:v>151.82</c:v>
                </c:pt>
                <c:pt idx="36">
                  <c:v>152.26</c:v>
                </c:pt>
                <c:pt idx="37">
                  <c:v>152.12</c:v>
                </c:pt>
                <c:pt idx="38">
                  <c:v>154.23</c:v>
                </c:pt>
                <c:pt idx="39">
                  <c:v>161.7</c:v>
                </c:pt>
                <c:pt idx="40">
                  <c:v>156.03</c:v>
                </c:pt>
                <c:pt idx="41">
                  <c:v>152.79</c:v>
                </c:pt>
                <c:pt idx="42">
                  <c:v>155.66</c:v>
                </c:pt>
                <c:pt idx="43">
                  <c:v>145.74</c:v>
                </c:pt>
                <c:pt idx="44">
                  <c:v>149.28</c:v>
                </c:pt>
                <c:pt idx="45">
                  <c:v>159.06</c:v>
                </c:pt>
                <c:pt idx="46">
                  <c:v>164.44</c:v>
                </c:pt>
                <c:pt idx="47">
                  <c:v>164.48</c:v>
                </c:pt>
                <c:pt idx="48">
                  <c:v>165.49</c:v>
                </c:pt>
                <c:pt idx="49">
                  <c:v>159.01</c:v>
                </c:pt>
                <c:pt idx="50">
                  <c:v>153.16</c:v>
                </c:pt>
                <c:pt idx="51">
                  <c:v>151.03</c:v>
                </c:pt>
                <c:pt idx="52">
                  <c:v>140.07</c:v>
                </c:pt>
                <c:pt idx="53">
                  <c:v>141.99</c:v>
                </c:pt>
                <c:pt idx="54">
                  <c:v>146.7</c:v>
                </c:pt>
                <c:pt idx="55">
                  <c:v>145.28</c:v>
                </c:pt>
                <c:pt idx="56">
                  <c:v>129.51</c:v>
                </c:pt>
                <c:pt idx="57">
                  <c:v>132.8</c:v>
                </c:pt>
                <c:pt idx="58">
                  <c:v>138.63</c:v>
                </c:pt>
                <c:pt idx="59">
                  <c:v>138.2</c:v>
                </c:pt>
                <c:pt idx="60">
                  <c:v>138.95</c:v>
                </c:pt>
                <c:pt idx="61">
                  <c:v>140.39</c:v>
                </c:pt>
                <c:pt idx="62">
                  <c:v>143.91</c:v>
                </c:pt>
                <c:pt idx="63">
                  <c:v>145.97</c:v>
                </c:pt>
                <c:pt idx="64">
                  <c:v>153.31</c:v>
                </c:pt>
                <c:pt idx="65">
                  <c:v>146.15</c:v>
                </c:pt>
                <c:pt idx="66">
                  <c:v>154.81</c:v>
                </c:pt>
                <c:pt idx="67">
                  <c:v>154.99</c:v>
                </c:pt>
                <c:pt idx="68">
                  <c:v>151.59</c:v>
                </c:pt>
                <c:pt idx="69">
                  <c:v>143.28</c:v>
                </c:pt>
                <c:pt idx="70">
                  <c:v>148.53</c:v>
                </c:pt>
                <c:pt idx="71">
                  <c:v>149.22</c:v>
                </c:pt>
                <c:pt idx="72">
                  <c:v>148.74</c:v>
                </c:pt>
                <c:pt idx="73">
                  <c:v>146.27</c:v>
                </c:pt>
                <c:pt idx="74">
                  <c:v>144.5</c:v>
                </c:pt>
                <c:pt idx="75">
                  <c:v>147.27</c:v>
                </c:pt>
                <c:pt idx="76">
                  <c:v>150.72</c:v>
                </c:pt>
                <c:pt idx="77">
                  <c:v>155.16</c:v>
                </c:pt>
                <c:pt idx="78">
                  <c:v>149.19</c:v>
                </c:pt>
                <c:pt idx="79">
                  <c:v>145.78</c:v>
                </c:pt>
                <c:pt idx="80">
                  <c:v>155.15</c:v>
                </c:pt>
                <c:pt idx="81">
                  <c:v>161.45</c:v>
                </c:pt>
                <c:pt idx="82">
                  <c:v>155.77</c:v>
                </c:pt>
                <c:pt idx="83">
                  <c:v>154.46</c:v>
                </c:pt>
                <c:pt idx="84">
                  <c:v>154.5</c:v>
                </c:pt>
                <c:pt idx="85">
                  <c:v>160.19</c:v>
                </c:pt>
                <c:pt idx="86">
                  <c:v>157.13</c:v>
                </c:pt>
                <c:pt idx="87">
                  <c:v>153.41</c:v>
                </c:pt>
                <c:pt idx="88">
                  <c:v>168.14</c:v>
                </c:pt>
                <c:pt idx="89">
                  <c:v>165.96</c:v>
                </c:pt>
                <c:pt idx="90">
                  <c:v>166.63</c:v>
                </c:pt>
                <c:pt idx="91">
                  <c:v>169.75</c:v>
                </c:pt>
                <c:pt idx="92">
                  <c:v>160.52</c:v>
                </c:pt>
                <c:pt idx="93">
                  <c:v>157.0</c:v>
                </c:pt>
                <c:pt idx="94">
                  <c:v>151.74</c:v>
                </c:pt>
                <c:pt idx="95">
                  <c:v>150.33</c:v>
                </c:pt>
                <c:pt idx="96">
                  <c:v>150.9</c:v>
                </c:pt>
                <c:pt idx="97">
                  <c:v>151.37</c:v>
                </c:pt>
                <c:pt idx="98">
                  <c:v>154.47</c:v>
                </c:pt>
                <c:pt idx="99">
                  <c:v>156.83</c:v>
                </c:pt>
                <c:pt idx="100">
                  <c:v>166.42</c:v>
                </c:pt>
                <c:pt idx="101">
                  <c:v>172.87</c:v>
                </c:pt>
                <c:pt idx="102">
                  <c:v>165.97</c:v>
                </c:pt>
                <c:pt idx="103">
                  <c:v>163.73</c:v>
                </c:pt>
                <c:pt idx="104">
                  <c:v>198.55</c:v>
                </c:pt>
                <c:pt idx="105">
                  <c:v>198.98</c:v>
                </c:pt>
                <c:pt idx="106">
                  <c:v>192.89</c:v>
                </c:pt>
                <c:pt idx="107">
                  <c:v>186.26</c:v>
                </c:pt>
                <c:pt idx="108">
                  <c:v>192.6</c:v>
                </c:pt>
                <c:pt idx="109">
                  <c:v>194.5</c:v>
                </c:pt>
                <c:pt idx="110">
                  <c:v>198.47</c:v>
                </c:pt>
                <c:pt idx="111">
                  <c:v>190.3</c:v>
                </c:pt>
                <c:pt idx="112">
                  <c:v>191.26</c:v>
                </c:pt>
                <c:pt idx="113">
                  <c:v>184.57</c:v>
                </c:pt>
                <c:pt idx="114">
                  <c:v>185.0</c:v>
                </c:pt>
                <c:pt idx="115">
                  <c:v>190.55</c:v>
                </c:pt>
                <c:pt idx="116">
                  <c:v>183.68</c:v>
                </c:pt>
                <c:pt idx="117">
                  <c:v>182.94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Apr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104">
                  <c:v>198.55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Perrigo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PRGO  ·  acquired by Mylan N.V.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08, 2015   ·   Closed n/a   ·   Status: terminated   ·   Pre-ann. volume 1.03×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Perrigo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Perrigo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52334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0894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370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6848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726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971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982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6261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981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50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964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121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Informal high-level discussions between Joseph Papa and…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Mylan makes an unsolicited proposal to acquire Perrigo for…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Mylan publicly announces the Initial Proposal.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Perrigo Board unanimously rejects the Initial Proposal.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24,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Mylan announces a firm intention to make an offer of $60…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Mylan revises the offer to $75 cash and 2.3 Mylan shares…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Mylan lowers the acceptance condition from 80% to greater…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Mylan shareholders approve the issuance of shares for the…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14, 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Mylan formally commences the tender offer.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16, 2015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Perrigo Board receives inadequacy opinion from Morgan…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Perrigo files litigation against Mylan in the U.S. District…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24,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Joseph C. Papa resigns as CEO of Perrigo to join Valeant…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Perrigo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Perrigo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Perrigo Reports Third Quarter 2025 Financial Results From Continuing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Perrigo to Release Fourth Quarter and Fiscal Year 2025 Financial Results on February 26,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Exchange-Traded Funds, Equity Futures Higher Pre-Bell Thursday as Investors Analyze Nvidia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Perrigo Reports Fourth Quarter and Fiscal Year 2025 Financial Results From Continuing Operations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Perrigo to Release First Quarter 2026 Financial Results on May 6,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Perrigo Reports First Quarter 2026 Financial Results From Continuing Operations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Perrigo reaffirms 2026 outlook, targets $60M-$80M cost savings as results shift to 2H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Assessing Perrigo (PRGO) Valuation After Weak Q1 Results And Lowered Guidance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2026-06-18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Seeks Updated Labeling for Testosterone Therapies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