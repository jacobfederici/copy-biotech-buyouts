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Sheet1!$A$2:$A$28</c:f>
              <c:strCache>
                <c:ptCount val="27"/>
                <c:pt idx="0">
                  <c:v>Oct '17</c:v>
                </c:pt>
                <c:pt idx="1">
                  <c:v/>
                </c:pt>
                <c:pt idx="2">
                  <c:v>Nov '17</c:v>
                </c:pt>
                <c:pt idx="3">
                  <c:v/>
                </c:pt>
                <c:pt idx="4">
                  <c:v>Nov '17</c:v>
                </c:pt>
                <c:pt idx="5">
                  <c:v/>
                </c:pt>
                <c:pt idx="6">
                  <c:v>Dec '17</c:v>
                </c:pt>
                <c:pt idx="7">
                  <c:v/>
                </c:pt>
                <c:pt idx="8">
                  <c:v>Dec '17</c:v>
                </c:pt>
                <c:pt idx="9">
                  <c:v/>
                </c:pt>
                <c:pt idx="10">
                  <c:v>Jan '18</c:v>
                </c:pt>
                <c:pt idx="11">
                  <c:v/>
                </c:pt>
                <c:pt idx="12">
                  <c:v>Jan '18</c:v>
                </c:pt>
                <c:pt idx="13">
                  <c:v/>
                </c:pt>
                <c:pt idx="14">
                  <c:v>Feb '18</c:v>
                </c:pt>
                <c:pt idx="15">
                  <c:v/>
                </c:pt>
                <c:pt idx="16">
                  <c:v>Feb '18</c:v>
                </c:pt>
                <c:pt idx="17">
                  <c:v/>
                </c:pt>
                <c:pt idx="18">
                  <c:v>Mar '18</c:v>
                </c:pt>
                <c:pt idx="19">
                  <c:v/>
                </c:pt>
                <c:pt idx="20">
                  <c:v>Mar '18</c:v>
                </c:pt>
                <c:pt idx="21">
                  <c:v/>
                </c:pt>
                <c:pt idx="22">
                  <c:v>Mar '18</c:v>
                </c:pt>
                <c:pt idx="23">
                  <c:v/>
                </c:pt>
                <c:pt idx="24">
                  <c:v>Apr '18</c:v>
                </c:pt>
                <c:pt idx="25">
                  <c:v/>
                </c:pt>
                <c:pt idx="26">
                  <c:v>Apr '18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20.51</c:v>
                </c:pt>
                <c:pt idx="1">
                  <c:v>20.87</c:v>
                </c:pt>
                <c:pt idx="2">
                  <c:v>20.87</c:v>
                </c:pt>
                <c:pt idx="3">
                  <c:v>21.14</c:v>
                </c:pt>
                <c:pt idx="4">
                  <c:v>22.8</c:v>
                </c:pt>
                <c:pt idx="5">
                  <c:v>23.44</c:v>
                </c:pt>
                <c:pt idx="6">
                  <c:v>23.92</c:v>
                </c:pt>
                <c:pt idx="7">
                  <c:v>24.3</c:v>
                </c:pt>
                <c:pt idx="8">
                  <c:v>23.72</c:v>
                </c:pt>
                <c:pt idx="9">
                  <c:v>24.99</c:v>
                </c:pt>
                <c:pt idx="10">
                  <c:v>25.91</c:v>
                </c:pt>
                <c:pt idx="11">
                  <c:v>42.28</c:v>
                </c:pt>
                <c:pt idx="12">
                  <c:v>41.63</c:v>
                </c:pt>
                <c:pt idx="13">
                  <c:v>47.65</c:v>
                </c:pt>
                <c:pt idx="14">
                  <c:v>54.57</c:v>
                </c:pt>
                <c:pt idx="15">
                  <c:v>53.18</c:v>
                </c:pt>
                <c:pt idx="16">
                  <c:v>54.35</c:v>
                </c:pt>
                <c:pt idx="17">
                  <c:v>53.95</c:v>
                </c:pt>
                <c:pt idx="18">
                  <c:v>53.98</c:v>
                </c:pt>
                <c:pt idx="19">
                  <c:v>54.16</c:v>
                </c:pt>
                <c:pt idx="20">
                  <c:v>54.04</c:v>
                </c:pt>
                <c:pt idx="21">
                  <c:v>54.08</c:v>
                </c:pt>
                <c:pt idx="22">
                  <c:v>54.56</c:v>
                </c:pt>
                <c:pt idx="23">
                  <c:v>54.61</c:v>
                </c:pt>
                <c:pt idx="24">
                  <c:v>54.73</c:v>
                </c:pt>
                <c:pt idx="25">
                  <c:v>54.62</c:v>
                </c:pt>
                <c:pt idx="26">
                  <c:v>54.37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Sheet1!$A$2:$A$28</c:f>
              <c:strCache>
                <c:ptCount val="27"/>
                <c:pt idx="0">
                  <c:v>Oct '17</c:v>
                </c:pt>
                <c:pt idx="1">
                  <c:v/>
                </c:pt>
                <c:pt idx="2">
                  <c:v>Nov '17</c:v>
                </c:pt>
                <c:pt idx="3">
                  <c:v/>
                </c:pt>
                <c:pt idx="4">
                  <c:v>Nov '17</c:v>
                </c:pt>
                <c:pt idx="5">
                  <c:v/>
                </c:pt>
                <c:pt idx="6">
                  <c:v>Dec '17</c:v>
                </c:pt>
                <c:pt idx="7">
                  <c:v/>
                </c:pt>
                <c:pt idx="8">
                  <c:v>Dec '17</c:v>
                </c:pt>
                <c:pt idx="9">
                  <c:v/>
                </c:pt>
                <c:pt idx="10">
                  <c:v>Jan '18</c:v>
                </c:pt>
                <c:pt idx="11">
                  <c:v/>
                </c:pt>
                <c:pt idx="12">
                  <c:v>Jan '18</c:v>
                </c:pt>
                <c:pt idx="13">
                  <c:v/>
                </c:pt>
                <c:pt idx="14">
                  <c:v>Feb '18</c:v>
                </c:pt>
                <c:pt idx="15">
                  <c:v/>
                </c:pt>
                <c:pt idx="16">
                  <c:v>Feb '18</c:v>
                </c:pt>
                <c:pt idx="17">
                  <c:v/>
                </c:pt>
                <c:pt idx="18">
                  <c:v>Mar '18</c:v>
                </c:pt>
                <c:pt idx="19">
                  <c:v/>
                </c:pt>
                <c:pt idx="20">
                  <c:v>Mar '18</c:v>
                </c:pt>
                <c:pt idx="21">
                  <c:v/>
                </c:pt>
                <c:pt idx="22">
                  <c:v>Mar '18</c:v>
                </c:pt>
                <c:pt idx="23">
                  <c:v/>
                </c:pt>
                <c:pt idx="24">
                  <c:v>Apr '18</c:v>
                </c:pt>
                <c:pt idx="25">
                  <c:v/>
                </c:pt>
                <c:pt idx="26">
                  <c:v>Apr '18</c:v>
                </c:pt>
              </c:strCache>
            </c:strRef>
          </c:cat>
          <c:val>
            <c:numRef>
              <c:f>Sheet1!$C$2:$C$28</c:f>
              <c:numCache>
                <c:formatCode>General</c:formatCode>
                <c:ptCount val="27"/>
                <c:pt idx="10">
                  <c:v>25.91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Ablynx NV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ABLX  ·  acquired by Sanofi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91%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113%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Jan 29, 2018   ·   Closed n/a   ·   Status: pending   ·   Pre-ann. volume 2.96×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Ablynx NV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Ablynx NV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52747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61307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sp>
        <p:nvSpPr>
          <p:cNvPr id="8" name="Oval 7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850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96843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3609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2052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045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2710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8039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7260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4683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3905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Dec 2017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Apr 2018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07, 2017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Novo Nordisk Chairman Goran Ando contacts Ablynx Chairman…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13, 2017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Ablynx Board determines the Novo offer fundamentally…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22, 2017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Novo submits a revised proposal of €28.00 cash plus a €2.50…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08, 2018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Novo publicly discloses its proposal; Ablynx confirms…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10, 2018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Ablynx CEO Edwin Moses meets with Sanofi CEO Olivier…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19, 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Board approves a non-binding proposal in the range…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22, 2018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Ablynx and Sanofi enter into a Confidentiality Agreement…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28, 2018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Ablynx Board unanimously approves the Heads of Agreement at…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29, 2018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Joint press release announcing the transaction.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27, 2018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German Federal Cartel Office clears the transaction.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28, 2018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HSR Act waiting period expires, satisfying the Antitrust…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04, 2018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Commencement of the U.S. and Belgian tender offers.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12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Ablynx NV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 unexplained pre-announcement move weeks (of 1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2018-01-12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+63%  ($25.91→$42.28)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17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Ablynx NV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C8F"/>
                </a:solidFill>
                <a:latin typeface="Calibri"/>
              </a:rPr>
              <a:t>No catalyst-tagged news in the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