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Feb '23</c:v>
                </c:pt>
                <c:pt idx="1">
                  <c:v>Feb '23</c:v>
                </c:pt>
                <c:pt idx="2">
                  <c:v>Mar '23</c:v>
                </c:pt>
                <c:pt idx="3">
                  <c:v>Mar '23</c:v>
                </c:pt>
                <c:pt idx="4">
                  <c:v>Mar '23</c:v>
                </c:pt>
                <c:pt idx="5">
                  <c:v>Mar '23</c:v>
                </c:pt>
                <c:pt idx="6">
                  <c:v>Mar '23</c:v>
                </c:pt>
                <c:pt idx="7">
                  <c:v>Apr '23</c:v>
                </c:pt>
                <c:pt idx="8">
                  <c:v>Apr '23</c:v>
                </c:pt>
                <c:pt idx="9">
                  <c:v>Apr '23</c:v>
                </c:pt>
                <c:pt idx="10">
                  <c:v>Apr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1.01</c:v>
                </c:pt>
                <c:pt idx="1">
                  <c:v>1.36</c:v>
                </c:pt>
                <c:pt idx="2">
                  <c:v>1.11</c:v>
                </c:pt>
                <c:pt idx="3">
                  <c:v>1.01</c:v>
                </c:pt>
                <c:pt idx="4">
                  <c:v>1.5</c:v>
                </c:pt>
                <c:pt idx="5">
                  <c:v>1.52</c:v>
                </c:pt>
                <c:pt idx="6">
                  <c:v>1.81</c:v>
                </c:pt>
                <c:pt idx="7">
                  <c:v>1.8</c:v>
                </c:pt>
                <c:pt idx="8">
                  <c:v>1.81</c:v>
                </c:pt>
                <c:pt idx="9">
                  <c:v>1.81</c:v>
                </c:pt>
                <c:pt idx="10">
                  <c:v>1.82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Feb '23</c:v>
                </c:pt>
                <c:pt idx="1">
                  <c:v>Feb '23</c:v>
                </c:pt>
                <c:pt idx="2">
                  <c:v>Mar '23</c:v>
                </c:pt>
                <c:pt idx="3">
                  <c:v>Mar '23</c:v>
                </c:pt>
                <c:pt idx="4">
                  <c:v>Mar '23</c:v>
                </c:pt>
                <c:pt idx="5">
                  <c:v>Mar '23</c:v>
                </c:pt>
                <c:pt idx="6">
                  <c:v>Mar '23</c:v>
                </c:pt>
                <c:pt idx="7">
                  <c:v>Apr '23</c:v>
                </c:pt>
                <c:pt idx="8">
                  <c:v>Apr '23</c:v>
                </c:pt>
                <c:pt idx="9">
                  <c:v>Apr '23</c:v>
                </c:pt>
                <c:pt idx="10">
                  <c:v>Apr '23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1.01</c:v>
                </c:pt>
                <c:pt idx="3">
                  <c:v>1.01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Jounce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JNCE  ·  acquired by Concentra Biosciences,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27, 2023   ·   Closed May 03, 2023   ·   Status: completed   ·   Pre-ann. volume 1.9×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Jounce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Jounce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5314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3874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375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817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500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661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062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342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982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7435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Jounce Board instructed senior management to identify…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Jounce consummated an asset sale, license amendment,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Jounce received an initial reverse merger proposal from…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Jounce and Redx announced a definitive agreement for 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14,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submitted an unsolicited proposal to acquire…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24,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submitted a revised proposal of $1.85 per share…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Jounce Board determined Concentra's offer was superior…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Jounce and Concentra announced the definitive merger…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Concentra commenced the tender offer.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 and the merger was completed.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Jounce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Jounce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