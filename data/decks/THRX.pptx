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Dec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'24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11.14</c:v>
                </c:pt>
                <c:pt idx="1">
                  <c:v>12.68</c:v>
                </c:pt>
                <c:pt idx="2">
                  <c:v>9.83</c:v>
                </c:pt>
                <c:pt idx="3">
                  <c:v>11.73</c:v>
                </c:pt>
                <c:pt idx="4">
                  <c:v>9.96</c:v>
                </c:pt>
                <c:pt idx="5">
                  <c:v>8.99</c:v>
                </c:pt>
                <c:pt idx="6">
                  <c:v>10.14</c:v>
                </c:pt>
                <c:pt idx="7">
                  <c:v>10.67</c:v>
                </c:pt>
                <c:pt idx="8">
                  <c:v>11.21</c:v>
                </c:pt>
                <c:pt idx="9">
                  <c:v>9.98</c:v>
                </c:pt>
                <c:pt idx="10">
                  <c:v>9.58</c:v>
                </c:pt>
                <c:pt idx="11">
                  <c:v>9.71</c:v>
                </c:pt>
                <c:pt idx="12">
                  <c:v>14.51</c:v>
                </c:pt>
                <c:pt idx="13">
                  <c:v>13.47</c:v>
                </c:pt>
                <c:pt idx="14">
                  <c:v>12.38</c:v>
                </c:pt>
                <c:pt idx="15">
                  <c:v>13.74</c:v>
                </c:pt>
                <c:pt idx="16">
                  <c:v>12.4</c:v>
                </c:pt>
                <c:pt idx="17">
                  <c:v>10.36</c:v>
                </c:pt>
                <c:pt idx="18">
                  <c:v>8.17</c:v>
                </c:pt>
                <c:pt idx="19">
                  <c:v>7.85</c:v>
                </c:pt>
                <c:pt idx="20">
                  <c:v>7.59</c:v>
                </c:pt>
                <c:pt idx="21">
                  <c:v>7.16</c:v>
                </c:pt>
                <c:pt idx="22">
                  <c:v>6.99</c:v>
                </c:pt>
                <c:pt idx="23">
                  <c:v>6.01</c:v>
                </c:pt>
                <c:pt idx="24">
                  <c:v>5.75</c:v>
                </c:pt>
                <c:pt idx="25">
                  <c:v>5.77</c:v>
                </c:pt>
                <c:pt idx="26">
                  <c:v>6.02</c:v>
                </c:pt>
                <c:pt idx="27">
                  <c:v>5.7</c:v>
                </c:pt>
                <c:pt idx="28">
                  <c:v>6.84</c:v>
                </c:pt>
                <c:pt idx="29">
                  <c:v>6.87</c:v>
                </c:pt>
                <c:pt idx="30">
                  <c:v>6.58</c:v>
                </c:pt>
                <c:pt idx="31">
                  <c:v>7.21</c:v>
                </c:pt>
                <c:pt idx="32">
                  <c:v>8.38</c:v>
                </c:pt>
                <c:pt idx="33">
                  <c:v>8.0</c:v>
                </c:pt>
                <c:pt idx="34">
                  <c:v>7.59</c:v>
                </c:pt>
                <c:pt idx="35">
                  <c:v>6.83</c:v>
                </c:pt>
                <c:pt idx="36">
                  <c:v>6.91</c:v>
                </c:pt>
                <c:pt idx="37">
                  <c:v>7.53</c:v>
                </c:pt>
                <c:pt idx="38">
                  <c:v>6.92</c:v>
                </c:pt>
                <c:pt idx="39">
                  <c:v>6.04</c:v>
                </c:pt>
                <c:pt idx="40">
                  <c:v>5.8</c:v>
                </c:pt>
                <c:pt idx="41">
                  <c:v>5.24</c:v>
                </c:pt>
                <c:pt idx="42">
                  <c:v>5.85</c:v>
                </c:pt>
                <c:pt idx="43">
                  <c:v>6.0</c:v>
                </c:pt>
                <c:pt idx="44">
                  <c:v>5.5</c:v>
                </c:pt>
                <c:pt idx="45">
                  <c:v>4.92</c:v>
                </c:pt>
                <c:pt idx="46">
                  <c:v>6.38</c:v>
                </c:pt>
                <c:pt idx="47">
                  <c:v>6.53</c:v>
                </c:pt>
                <c:pt idx="48">
                  <c:v>6.52</c:v>
                </c:pt>
                <c:pt idx="49">
                  <c:v>6.52</c:v>
                </c:pt>
                <c:pt idx="50">
                  <c:v>5.66</c:v>
                </c:pt>
                <c:pt idx="51">
                  <c:v>5.4</c:v>
                </c:pt>
                <c:pt idx="52">
                  <c:v>5.4</c:v>
                </c:pt>
                <c:pt idx="53">
                  <c:v>4.98</c:v>
                </c:pt>
                <c:pt idx="54">
                  <c:v>8.3</c:v>
                </c:pt>
                <c:pt idx="55">
                  <c:v>9.6</c:v>
                </c:pt>
                <c:pt idx="56">
                  <c:v>11.05</c:v>
                </c:pt>
                <c:pt idx="57">
                  <c:v>12.13</c:v>
                </c:pt>
                <c:pt idx="58">
                  <c:v>13.69</c:v>
                </c:pt>
                <c:pt idx="59">
                  <c:v>12.31</c:v>
                </c:pt>
                <c:pt idx="60">
                  <c:v>11.42</c:v>
                </c:pt>
                <c:pt idx="61">
                  <c:v>9.06</c:v>
                </c:pt>
                <c:pt idx="62">
                  <c:v>9.39</c:v>
                </c:pt>
                <c:pt idx="63">
                  <c:v>7.61</c:v>
                </c:pt>
                <c:pt idx="64">
                  <c:v>8.09</c:v>
                </c:pt>
                <c:pt idx="65">
                  <c:v>7.43</c:v>
                </c:pt>
                <c:pt idx="66">
                  <c:v>8.88</c:v>
                </c:pt>
                <c:pt idx="67">
                  <c:v>10.35</c:v>
                </c:pt>
                <c:pt idx="68">
                  <c:v>9.47</c:v>
                </c:pt>
                <c:pt idx="69">
                  <c:v>9.58</c:v>
                </c:pt>
                <c:pt idx="70">
                  <c:v>10.24</c:v>
                </c:pt>
                <c:pt idx="71">
                  <c:v>11.81</c:v>
                </c:pt>
                <c:pt idx="72">
                  <c:v>10.58</c:v>
                </c:pt>
                <c:pt idx="73">
                  <c:v>11.0</c:v>
                </c:pt>
                <c:pt idx="74">
                  <c:v>7.74</c:v>
                </c:pt>
                <c:pt idx="75">
                  <c:v>8.78</c:v>
                </c:pt>
                <c:pt idx="76">
                  <c:v>8.87</c:v>
                </c:pt>
                <c:pt idx="77">
                  <c:v>10.09</c:v>
                </c:pt>
                <c:pt idx="78">
                  <c:v>9.52</c:v>
                </c:pt>
                <c:pt idx="79">
                  <c:v>9.33</c:v>
                </c:pt>
                <c:pt idx="80">
                  <c:v>9.68</c:v>
                </c:pt>
                <c:pt idx="81">
                  <c:v>2.66</c:v>
                </c:pt>
                <c:pt idx="82">
                  <c:v>3.59</c:v>
                </c:pt>
                <c:pt idx="83">
                  <c:v>3.34</c:v>
                </c:pt>
                <c:pt idx="84">
                  <c:v>3.32</c:v>
                </c:pt>
                <c:pt idx="85">
                  <c:v>3.12</c:v>
                </c:pt>
                <c:pt idx="86">
                  <c:v>2.92</c:v>
                </c:pt>
                <c:pt idx="87">
                  <c:v>3.12</c:v>
                </c:pt>
                <c:pt idx="88">
                  <c:v>3.22</c:v>
                </c:pt>
                <c:pt idx="89">
                  <c:v>3.0</c:v>
                </c:pt>
                <c:pt idx="90">
                  <c:v>2.89</c:v>
                </c:pt>
                <c:pt idx="91">
                  <c:v>2.8</c:v>
                </c:pt>
                <c:pt idx="92">
                  <c:v>2.69</c:v>
                </c:pt>
                <c:pt idx="93">
                  <c:v>2.52</c:v>
                </c:pt>
                <c:pt idx="94">
                  <c:v>2.35</c:v>
                </c:pt>
                <c:pt idx="95">
                  <c:v>2.33</c:v>
                </c:pt>
                <c:pt idx="96">
                  <c:v>2.15</c:v>
                </c:pt>
                <c:pt idx="97">
                  <c:v>2.44</c:v>
                </c:pt>
                <c:pt idx="98">
                  <c:v>2.12</c:v>
                </c:pt>
                <c:pt idx="99">
                  <c:v>3.47</c:v>
                </c:pt>
                <c:pt idx="100">
                  <c:v>3.62</c:v>
                </c:pt>
                <c:pt idx="101">
                  <c:v>3.86</c:v>
                </c:pt>
                <c:pt idx="102">
                  <c:v>3.78</c:v>
                </c:pt>
                <c:pt idx="103">
                  <c:v>3.75</c:v>
                </c:pt>
                <c:pt idx="104">
                  <c:v>4.1</c:v>
                </c:pt>
                <c:pt idx="105">
                  <c:v>4.05</c:v>
                </c:pt>
                <c:pt idx="106">
                  <c:v>3.97</c:v>
                </c:pt>
                <c:pt idx="107">
                  <c:v>4.03</c:v>
                </c:pt>
                <c:pt idx="108">
                  <c:v>4.0</c:v>
                </c:pt>
                <c:pt idx="109">
                  <c:v>4.0</c:v>
                </c:pt>
                <c:pt idx="110">
                  <c:v>4.06</c:v>
                </c:pt>
                <c:pt idx="111">
                  <c:v>4.07</c:v>
                </c:pt>
                <c:pt idx="112">
                  <c:v>4.06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Dec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'24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Sheet1!$C$2:$C$114</c:f>
              <c:numCache>
                <c:formatCode>General</c:formatCode>
                <c:ptCount val="113"/>
                <c:pt idx="73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Dec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'24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Sheet1!$D$2:$D$114</c:f>
              <c:numCache>
                <c:formatCode>General</c:formatCode>
                <c:ptCount val="113"/>
                <c:pt idx="1">
                  <c:v>12.68</c:v>
                </c:pt>
                <c:pt idx="11">
                  <c:v>9.71</c:v>
                </c:pt>
                <c:pt idx="17">
                  <c:v>10.36</c:v>
                </c:pt>
                <c:pt idx="45">
                  <c:v>4.92</c:v>
                </c:pt>
                <c:pt idx="53">
                  <c:v>4.98</c:v>
                </c:pt>
                <c:pt idx="60">
                  <c:v>11.42</c:v>
                </c:pt>
                <c:pt idx="80">
                  <c:v>9.68</c:v>
                </c:pt>
                <c:pt idx="81">
                  <c:v>2.66</c:v>
                </c:pt>
                <c:pt idx="98">
                  <c:v>2.12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Theseus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THRX  ·  acquired by Concentra Biosciences, LLC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22, 2023   ·   Closed Feb 14, 2024   ·   Status: completed   ·   Pre-ann. volume 0.43×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Theseus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Theseus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29570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8130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636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582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333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570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43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867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516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752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989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813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225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935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996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4084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8275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2535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26,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Theseus engages Leerink Partners to explore ex-U.S.…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13, 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Theseus announces discontinuation of lead candidate THE-630…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25, 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Leerink engagement amended to explore strategic…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Theseus publicly announces a formal review of strategic…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16, 2023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Theseus Board establishes a Special Committee of…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22, 2023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Affiliates Party A and Party B submit joint non-binding…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24, 2023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Concentra (Parent) submits initial proposal of $3.80 per…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28, 2023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Parties A and B submit joint proposal of $3.85 per share…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E submits proposal of $3.95 per share plus CVR.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04, 2023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revised offer based on net working capital…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06, 2023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E and Party F submit revised offers of $3.97 and…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07, 2023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second revised offer including two CVR…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Negotiations between Bradford Dahms (Theseus) and Kevin…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21, 2023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Theseus Board unanimously approves the Merger Agreement.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13, 2024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83.3% of shares tendered.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14, 2024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Theseus becomes a wholly owned subsidiary…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18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Theseus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10 unexplained pre-announcement move weeks (of 10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2023-07-14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-72%  ($9.68→$2.66)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161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2023-01-06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+67%  ($4.98→$8.3)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350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+64%  ($2.12→$3.47)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35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2022-03-18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+49%  ($9.71→$14.51)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644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2023-07-21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+35%  ($2.66→$3.59)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154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2022-11-11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($4.92→$6.38)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406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2023-05-26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-30%  ($11→$7.74)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210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2022-01-07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($12.68→$9.83)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714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Theseus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Weekly biotech pulse: Sana, aTyr, Theseus to release fresh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