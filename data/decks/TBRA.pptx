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'16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10.44</c:v>
                </c:pt>
                <c:pt idx="1">
                  <c:v>9.63</c:v>
                </c:pt>
                <c:pt idx="2">
                  <c:v>9.36</c:v>
                </c:pt>
                <c:pt idx="3">
                  <c:v>10.08</c:v>
                </c:pt>
                <c:pt idx="4">
                  <c:v>9.9</c:v>
                </c:pt>
                <c:pt idx="5">
                  <c:v>9.18</c:v>
                </c:pt>
                <c:pt idx="6">
                  <c:v>8.37</c:v>
                </c:pt>
                <c:pt idx="7">
                  <c:v>7.74</c:v>
                </c:pt>
                <c:pt idx="8">
                  <c:v>7.67</c:v>
                </c:pt>
                <c:pt idx="9">
                  <c:v>7.44</c:v>
                </c:pt>
                <c:pt idx="10">
                  <c:v>8.01</c:v>
                </c:pt>
                <c:pt idx="11">
                  <c:v>8.01</c:v>
                </c:pt>
                <c:pt idx="12">
                  <c:v>7.74</c:v>
                </c:pt>
                <c:pt idx="13">
                  <c:v>8.01</c:v>
                </c:pt>
                <c:pt idx="14">
                  <c:v>8.24</c:v>
                </c:pt>
                <c:pt idx="15">
                  <c:v>8.28</c:v>
                </c:pt>
                <c:pt idx="16">
                  <c:v>10.08</c:v>
                </c:pt>
                <c:pt idx="17">
                  <c:v>9.54</c:v>
                </c:pt>
                <c:pt idx="18">
                  <c:v>11.07</c:v>
                </c:pt>
                <c:pt idx="19">
                  <c:v>10.44</c:v>
                </c:pt>
                <c:pt idx="20">
                  <c:v>10.53</c:v>
                </c:pt>
                <c:pt idx="21">
                  <c:v>10.17</c:v>
                </c:pt>
                <c:pt idx="22">
                  <c:v>10.35</c:v>
                </c:pt>
                <c:pt idx="23">
                  <c:v>14.4</c:v>
                </c:pt>
                <c:pt idx="24">
                  <c:v>13.23</c:v>
                </c:pt>
                <c:pt idx="25">
                  <c:v>12.69</c:v>
                </c:pt>
                <c:pt idx="26">
                  <c:v>10.89</c:v>
                </c:pt>
                <c:pt idx="27">
                  <c:v>11.07</c:v>
                </c:pt>
                <c:pt idx="28">
                  <c:v>10.71</c:v>
                </c:pt>
                <c:pt idx="29">
                  <c:v>10.98</c:v>
                </c:pt>
                <c:pt idx="30">
                  <c:v>12.78</c:v>
                </c:pt>
                <c:pt idx="31">
                  <c:v>10.89</c:v>
                </c:pt>
                <c:pt idx="32">
                  <c:v>15.84</c:v>
                </c:pt>
                <c:pt idx="33">
                  <c:v>14.0</c:v>
                </c:pt>
                <c:pt idx="34">
                  <c:v>13.6</c:v>
                </c:pt>
                <c:pt idx="35">
                  <c:v>13.14</c:v>
                </c:pt>
                <c:pt idx="36">
                  <c:v>17.84</c:v>
                </c:pt>
                <c:pt idx="37">
                  <c:v>22.49</c:v>
                </c:pt>
                <c:pt idx="38">
                  <c:v>17.26</c:v>
                </c:pt>
                <c:pt idx="39">
                  <c:v>17.93</c:v>
                </c:pt>
                <c:pt idx="40">
                  <c:v>17.09</c:v>
                </c:pt>
                <c:pt idx="41">
                  <c:v>17.24</c:v>
                </c:pt>
                <c:pt idx="42">
                  <c:v>16.9</c:v>
                </c:pt>
                <c:pt idx="43">
                  <c:v>14.45</c:v>
                </c:pt>
                <c:pt idx="44">
                  <c:v>14.36</c:v>
                </c:pt>
                <c:pt idx="45">
                  <c:v>14.27</c:v>
                </c:pt>
                <c:pt idx="46">
                  <c:v>13.56</c:v>
                </c:pt>
                <c:pt idx="47">
                  <c:v>13.31</c:v>
                </c:pt>
                <c:pt idx="48">
                  <c:v>13.62</c:v>
                </c:pt>
                <c:pt idx="49">
                  <c:v>12.3</c:v>
                </c:pt>
                <c:pt idx="50">
                  <c:v>13.18</c:v>
                </c:pt>
                <c:pt idx="51">
                  <c:v>13.57</c:v>
                </c:pt>
                <c:pt idx="52">
                  <c:v>12.28</c:v>
                </c:pt>
                <c:pt idx="53">
                  <c:v>9.2</c:v>
                </c:pt>
                <c:pt idx="54">
                  <c:v>10.56</c:v>
                </c:pt>
                <c:pt idx="55">
                  <c:v>10.9</c:v>
                </c:pt>
                <c:pt idx="56">
                  <c:v>9.76</c:v>
                </c:pt>
                <c:pt idx="57">
                  <c:v>10.08</c:v>
                </c:pt>
                <c:pt idx="58">
                  <c:v>10.39</c:v>
                </c:pt>
                <c:pt idx="59">
                  <c:v>9.7</c:v>
                </c:pt>
                <c:pt idx="60">
                  <c:v>11.2</c:v>
                </c:pt>
                <c:pt idx="61">
                  <c:v>12.79</c:v>
                </c:pt>
                <c:pt idx="62">
                  <c:v>11.47</c:v>
                </c:pt>
                <c:pt idx="63">
                  <c:v>9.16</c:v>
                </c:pt>
                <c:pt idx="64">
                  <c:v>9.2</c:v>
                </c:pt>
                <c:pt idx="65">
                  <c:v>10.72</c:v>
                </c:pt>
                <c:pt idx="66">
                  <c:v>10.05</c:v>
                </c:pt>
                <c:pt idx="67">
                  <c:v>8.69</c:v>
                </c:pt>
                <c:pt idx="68">
                  <c:v>7.22</c:v>
                </c:pt>
                <c:pt idx="69">
                  <c:v>7.63</c:v>
                </c:pt>
                <c:pt idx="70">
                  <c:v>7.18</c:v>
                </c:pt>
                <c:pt idx="71">
                  <c:v>6.89</c:v>
                </c:pt>
                <c:pt idx="72">
                  <c:v>6.9</c:v>
                </c:pt>
                <c:pt idx="73">
                  <c:v>6.95</c:v>
                </c:pt>
                <c:pt idx="74">
                  <c:v>7.47</c:v>
                </c:pt>
                <c:pt idx="75">
                  <c:v>6.73</c:v>
                </c:pt>
                <c:pt idx="76">
                  <c:v>7.99</c:v>
                </c:pt>
                <c:pt idx="77">
                  <c:v>8.37</c:v>
                </c:pt>
                <c:pt idx="78">
                  <c:v>7.55</c:v>
                </c:pt>
                <c:pt idx="79">
                  <c:v>8.11</c:v>
                </c:pt>
                <c:pt idx="80">
                  <c:v>7.3</c:v>
                </c:pt>
                <c:pt idx="81">
                  <c:v>8.8</c:v>
                </c:pt>
                <c:pt idx="82">
                  <c:v>8.57</c:v>
                </c:pt>
                <c:pt idx="83">
                  <c:v>7.87</c:v>
                </c:pt>
                <c:pt idx="84">
                  <c:v>8.08</c:v>
                </c:pt>
                <c:pt idx="85">
                  <c:v>7.83</c:v>
                </c:pt>
                <c:pt idx="86">
                  <c:v>8.26</c:v>
                </c:pt>
                <c:pt idx="87">
                  <c:v>8.82</c:v>
                </c:pt>
                <c:pt idx="88">
                  <c:v>10.51</c:v>
                </c:pt>
                <c:pt idx="89">
                  <c:v>10.06</c:v>
                </c:pt>
                <c:pt idx="90">
                  <c:v>12.08</c:v>
                </c:pt>
                <c:pt idx="91">
                  <c:v>12.93</c:v>
                </c:pt>
                <c:pt idx="92">
                  <c:v>12.89</c:v>
                </c:pt>
                <c:pt idx="93">
                  <c:v>12.14</c:v>
                </c:pt>
                <c:pt idx="94">
                  <c:v>11.7</c:v>
                </c:pt>
                <c:pt idx="95">
                  <c:v>11.25</c:v>
                </c:pt>
                <c:pt idx="96">
                  <c:v>4.31</c:v>
                </c:pt>
                <c:pt idx="97">
                  <c:v>4.08</c:v>
                </c:pt>
                <c:pt idx="98">
                  <c:v>4.61</c:v>
                </c:pt>
                <c:pt idx="99">
                  <c:v>4.87</c:v>
                </c:pt>
                <c:pt idx="100">
                  <c:v>4.86</c:v>
                </c:pt>
                <c:pt idx="101">
                  <c:v>5.14</c:v>
                </c:pt>
                <c:pt idx="102">
                  <c:v>4.56</c:v>
                </c:pt>
                <c:pt idx="103">
                  <c:v>4.59</c:v>
                </c:pt>
                <c:pt idx="104">
                  <c:v>39.11</c:v>
                </c:pt>
                <c:pt idx="105">
                  <c:v>39.74</c:v>
                </c:pt>
                <c:pt idx="106">
                  <c:v>40.71</c:v>
                </c:pt>
                <c:pt idx="107">
                  <c:v>40.21</c:v>
                </c:pt>
                <c:pt idx="108">
                  <c:v>40.79</c:v>
                </c:pt>
                <c:pt idx="109">
                  <c:v>41.82</c:v>
                </c:pt>
                <c:pt idx="110">
                  <c:v>42.09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'16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95">
                  <c:v>11.25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'16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5">
                  <c:v>8.28</c:v>
                </c:pt>
                <c:pt idx="22">
                  <c:v>10.35</c:v>
                </c:pt>
                <c:pt idx="31">
                  <c:v>10.89</c:v>
                </c:pt>
                <c:pt idx="35">
                  <c:v>13.14</c:v>
                </c:pt>
                <c:pt idx="36">
                  <c:v>17.84</c:v>
                </c:pt>
                <c:pt idx="37">
                  <c:v>22.49</c:v>
                </c:pt>
                <c:pt idx="52">
                  <c:v>12.28</c:v>
                </c:pt>
                <c:pt idx="62">
                  <c:v>11.47</c:v>
                </c:pt>
                <c:pt idx="80">
                  <c:v>7.3</c:v>
                </c:pt>
                <c:pt idx="89">
                  <c:v>10.06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Dec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Feb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Sep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Apr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Nov '16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39.11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Tobira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TBRA  ·  acquired by Allergan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$28.35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482%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20, 2016   ·   Closed Nov 01, 2016   ·   Status: completed   ·   Pre-ann. volume 0.36×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Tobira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Tobira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8522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7082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06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669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849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213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849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758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576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849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485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3035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939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847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CEO Brenton Saunders meets with Tobira Chairman…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initial proposal of $310M upfront plus…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25, 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Tobira announces Phase 2b CENTAUR trial results; stock…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revised proposal of $400M upfront plus…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04, 2016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orally submits revised proposal of $450M upfront…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06, 2016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Allergan submits written proposal of $450M upfront plus…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indication of interest for $400M upfront…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offer to $500M upfront plus $900M in CVRs.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17, 2016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offer to $500M upfront plus $1.025B in…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bids: Party A offers $550M upfront + $1.05B CVR…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20, 2016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announced publicly.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92.2%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Tobira becomes a wholly owned subsidiary…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Tobira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11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2016-07-29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-62%  ($11.25→$4.31)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2015-05-08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($10.89→$15.84)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2015-03-06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+39%  ($10.35→$14.4)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($13.14→$17.84)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($17.84→$22.49)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466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2015-10-02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($12.28→$9.2)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2015-06-19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($22.49→$17.26)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2015-01-16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($8.28→$10.08)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Tobira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Tobira Therapeutics Announces Date of 2015 Third Quarter Financial Results and Conference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Tobira Therapeutics Announces Date of 2015 Fourth Quarter Financial Results and Conference 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Tobira Therapeutics Announces Date of 2016 First Quarter Financial Results and Conference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2016-08-01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Tobira Therapeutics Announces Date of 2016 Second Quarter Financial Results and CENTAUR Study Update…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