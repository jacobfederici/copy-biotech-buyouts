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Jul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9.84</c:v>
                </c:pt>
                <c:pt idx="1">
                  <c:v>10.0</c:v>
                </c:pt>
                <c:pt idx="2">
                  <c:v>10.18</c:v>
                </c:pt>
                <c:pt idx="3">
                  <c:v>10.53</c:v>
                </c:pt>
                <c:pt idx="4">
                  <c:v>9.06</c:v>
                </c:pt>
                <c:pt idx="5">
                  <c:v>7.98</c:v>
                </c:pt>
                <c:pt idx="6">
                  <c:v>7.74</c:v>
                </c:pt>
                <c:pt idx="7">
                  <c:v>7.45</c:v>
                </c:pt>
                <c:pt idx="8">
                  <c:v>6.97</c:v>
                </c:pt>
                <c:pt idx="9">
                  <c:v>7.5</c:v>
                </c:pt>
                <c:pt idx="10">
                  <c:v>7.36</c:v>
                </c:pt>
                <c:pt idx="11">
                  <c:v>7.28</c:v>
                </c:pt>
                <c:pt idx="12">
                  <c:v>8.35</c:v>
                </c:pt>
                <c:pt idx="13">
                  <c:v>5.98</c:v>
                </c:pt>
                <c:pt idx="14">
                  <c:v>4.41</c:v>
                </c:pt>
                <c:pt idx="15">
                  <c:v>4.36</c:v>
                </c:pt>
                <c:pt idx="16">
                  <c:v>4.12</c:v>
                </c:pt>
                <c:pt idx="17">
                  <c:v>4.94</c:v>
                </c:pt>
                <c:pt idx="18">
                  <c:v>4.51</c:v>
                </c:pt>
                <c:pt idx="19">
                  <c:v>6.01</c:v>
                </c:pt>
                <c:pt idx="20">
                  <c:v>5.33</c:v>
                </c:pt>
                <c:pt idx="21">
                  <c:v>6.21</c:v>
                </c:pt>
                <c:pt idx="22">
                  <c:v>6.65</c:v>
                </c:pt>
                <c:pt idx="23">
                  <c:v>6.6</c:v>
                </c:pt>
                <c:pt idx="24">
                  <c:v>8.36</c:v>
                </c:pt>
                <c:pt idx="25">
                  <c:v>8.31</c:v>
                </c:pt>
                <c:pt idx="26">
                  <c:v>10.11</c:v>
                </c:pt>
                <c:pt idx="27">
                  <c:v>10.94</c:v>
                </c:pt>
                <c:pt idx="28">
                  <c:v>10.52</c:v>
                </c:pt>
                <c:pt idx="29">
                  <c:v>10.63</c:v>
                </c:pt>
                <c:pt idx="30">
                  <c:v>11.49</c:v>
                </c:pt>
                <c:pt idx="31">
                  <c:v>14.5</c:v>
                </c:pt>
                <c:pt idx="32">
                  <c:v>17.36</c:v>
                </c:pt>
                <c:pt idx="33">
                  <c:v>12.94</c:v>
                </c:pt>
                <c:pt idx="34">
                  <c:v>12.65</c:v>
                </c:pt>
                <c:pt idx="35">
                  <c:v>12.51</c:v>
                </c:pt>
                <c:pt idx="36">
                  <c:v>10.64</c:v>
                </c:pt>
                <c:pt idx="37">
                  <c:v>10.29</c:v>
                </c:pt>
                <c:pt idx="38">
                  <c:v>9.65</c:v>
                </c:pt>
                <c:pt idx="39">
                  <c:v>8.76</c:v>
                </c:pt>
                <c:pt idx="40">
                  <c:v>9.16</c:v>
                </c:pt>
                <c:pt idx="41">
                  <c:v>7.2</c:v>
                </c:pt>
                <c:pt idx="42">
                  <c:v>9.4</c:v>
                </c:pt>
                <c:pt idx="43">
                  <c:v>10.07</c:v>
                </c:pt>
                <c:pt idx="44">
                  <c:v>9.34</c:v>
                </c:pt>
                <c:pt idx="45">
                  <c:v>9.22</c:v>
                </c:pt>
                <c:pt idx="46">
                  <c:v>9.55</c:v>
                </c:pt>
                <c:pt idx="47">
                  <c:v>8.33</c:v>
                </c:pt>
                <c:pt idx="48">
                  <c:v>8.22</c:v>
                </c:pt>
                <c:pt idx="49">
                  <c:v>7.28</c:v>
                </c:pt>
                <c:pt idx="50">
                  <c:v>7.3</c:v>
                </c:pt>
                <c:pt idx="51">
                  <c:v>6.87</c:v>
                </c:pt>
                <c:pt idx="52">
                  <c:v>6.28</c:v>
                </c:pt>
                <c:pt idx="53">
                  <c:v>9.64</c:v>
                </c:pt>
                <c:pt idx="54">
                  <c:v>10.74</c:v>
                </c:pt>
                <c:pt idx="55">
                  <c:v>11.18</c:v>
                </c:pt>
                <c:pt idx="56">
                  <c:v>8.75</c:v>
                </c:pt>
                <c:pt idx="57">
                  <c:v>8.62</c:v>
                </c:pt>
                <c:pt idx="58">
                  <c:v>9.15</c:v>
                </c:pt>
                <c:pt idx="59">
                  <c:v>10.45</c:v>
                </c:pt>
                <c:pt idx="60">
                  <c:v>10.19</c:v>
                </c:pt>
                <c:pt idx="61">
                  <c:v>9.31</c:v>
                </c:pt>
                <c:pt idx="62">
                  <c:v>12.3</c:v>
                </c:pt>
                <c:pt idx="63">
                  <c:v>16.16</c:v>
                </c:pt>
                <c:pt idx="64">
                  <c:v>17.0</c:v>
                </c:pt>
                <c:pt idx="65">
                  <c:v>15.41</c:v>
                </c:pt>
                <c:pt idx="66">
                  <c:v>15.0</c:v>
                </c:pt>
                <c:pt idx="67">
                  <c:v>16.72</c:v>
                </c:pt>
                <c:pt idx="68">
                  <c:v>16.84</c:v>
                </c:pt>
                <c:pt idx="69">
                  <c:v>16.22</c:v>
                </c:pt>
                <c:pt idx="70">
                  <c:v>13.03</c:v>
                </c:pt>
                <c:pt idx="71">
                  <c:v>9.47</c:v>
                </c:pt>
                <c:pt idx="72">
                  <c:v>8.89</c:v>
                </c:pt>
                <c:pt idx="73">
                  <c:v>10.04</c:v>
                </c:pt>
                <c:pt idx="74">
                  <c:v>10.31</c:v>
                </c:pt>
                <c:pt idx="75">
                  <c:v>7.17</c:v>
                </c:pt>
                <c:pt idx="76">
                  <c:v>6.9</c:v>
                </c:pt>
                <c:pt idx="77">
                  <c:v>6.37</c:v>
                </c:pt>
                <c:pt idx="78">
                  <c:v>6.56</c:v>
                </c:pt>
                <c:pt idx="79">
                  <c:v>2.09</c:v>
                </c:pt>
                <c:pt idx="80">
                  <c:v>1.77</c:v>
                </c:pt>
                <c:pt idx="81">
                  <c:v>1.69</c:v>
                </c:pt>
                <c:pt idx="82">
                  <c:v>1.51</c:v>
                </c:pt>
                <c:pt idx="83">
                  <c:v>1.42</c:v>
                </c:pt>
                <c:pt idx="84">
                  <c:v>1.43</c:v>
                </c:pt>
                <c:pt idx="85">
                  <c:v>1.38</c:v>
                </c:pt>
                <c:pt idx="86">
                  <c:v>1.36</c:v>
                </c:pt>
                <c:pt idx="87">
                  <c:v>1.32</c:v>
                </c:pt>
                <c:pt idx="88">
                  <c:v>1.24</c:v>
                </c:pt>
                <c:pt idx="89">
                  <c:v>1.19</c:v>
                </c:pt>
                <c:pt idx="90">
                  <c:v>1.24</c:v>
                </c:pt>
                <c:pt idx="91">
                  <c:v>1.13</c:v>
                </c:pt>
                <c:pt idx="92">
                  <c:v>1.2</c:v>
                </c:pt>
                <c:pt idx="93">
                  <c:v>1.22</c:v>
                </c:pt>
                <c:pt idx="94">
                  <c:v>1.32</c:v>
                </c:pt>
                <c:pt idx="95">
                  <c:v>1.35</c:v>
                </c:pt>
                <c:pt idx="96">
                  <c:v>1.13</c:v>
                </c:pt>
                <c:pt idx="97">
                  <c:v>1.18</c:v>
                </c:pt>
                <c:pt idx="98">
                  <c:v>1.25</c:v>
                </c:pt>
                <c:pt idx="99">
                  <c:v>1.27</c:v>
                </c:pt>
                <c:pt idx="100">
                  <c:v>1.32</c:v>
                </c:pt>
                <c:pt idx="101">
                  <c:v>1.21</c:v>
                </c:pt>
                <c:pt idx="102">
                  <c:v>1.17</c:v>
                </c:pt>
                <c:pt idx="103">
                  <c:v>1.08</c:v>
                </c:pt>
                <c:pt idx="104">
                  <c:v>1.36</c:v>
                </c:pt>
                <c:pt idx="105">
                  <c:v>1.36</c:v>
                </c:pt>
                <c:pt idx="106">
                  <c:v>1.28</c:v>
                </c:pt>
                <c:pt idx="107">
                  <c:v>1.27</c:v>
                </c:pt>
                <c:pt idx="108">
                  <c:v>1.31</c:v>
                </c:pt>
                <c:pt idx="109">
                  <c:v>1.27</c:v>
                </c:pt>
                <c:pt idx="110">
                  <c:v>1.27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8">
                  <c:v>4.51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'25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2">
                  <c:v>8.35</c:v>
                </c:pt>
                <c:pt idx="13">
                  <c:v>5.98</c:v>
                </c:pt>
                <c:pt idx="23">
                  <c:v>6.6</c:v>
                </c:pt>
                <c:pt idx="30">
                  <c:v>11.49</c:v>
                </c:pt>
                <c:pt idx="41">
                  <c:v>7.2</c:v>
                </c:pt>
                <c:pt idx="52">
                  <c:v>6.28</c:v>
                </c:pt>
                <c:pt idx="61">
                  <c:v>9.31</c:v>
                </c:pt>
                <c:pt idx="62">
                  <c:v>12.3</c:v>
                </c:pt>
                <c:pt idx="70">
                  <c:v>13.03</c:v>
                </c:pt>
                <c:pt idx="74">
                  <c:v>10.31</c:v>
                </c:pt>
                <c:pt idx="78">
                  <c:v>6.56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'25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1.36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IGM Biosciences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IGMS  ·  acquired by Tang Capital Partners, 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$1.247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01, 2025   ·   Closed Aug 14, 2025   ·   Status: completed   ·   Pre-ann. volume 1.73×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IGM Biosciences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IGM Biosciences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2991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1551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428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801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852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275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343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7505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8352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267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27,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IGM commits to a strategic pivot to prioritize autoimmune…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07,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IGM Board determines imvotamab data is insufficient for…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14,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of the Board is formed to oversee…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21,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determines financial buyer transactions…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06,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(Concentra) submits initial non-binding proposal of…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18,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revised proposal of $1.246 per share.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signed and announced.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16,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13,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77.53% of voting shares tendered.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14,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via DGCL Section 251(h).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IGM Biosciences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16 unexplained pre-announcement move weeks (of 17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2025-01-10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-68%  ($6.56→$2.09)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172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+54%  ($6.28→$9.64)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2023-11-17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($4.51→$6.01)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592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2024-09-13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+32%  ($9.31→$12.3)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291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2024-09-20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($12.3→$16.16)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2024-04-26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($7.2→$9.4)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431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2024-12-13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($10.31→$7.17)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200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2023-10-06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($8.35→$5.98)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634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IGM Biosciences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IGM Biosciences Announces FDA Clearance to Begin Clinical Studies of Imvotamab in Lupus and Rheumatoid…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IGM Biosciences Announces Update on IGM-8444 Phase 1 Trial and Future Clinical Development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IGM Biosciences Announces Update on IGM-8444 Phase 1 Trial and Future Clinical Development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IGM Biosciences Announces Second Quarter 2023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IGM Biosciences Announces Second Quarter 2023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IGM Biosciences Announces Third Quarter 2023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IGM Biosciences Announces Third Quarter 2023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IGM Biosciences Inc (IGMS) Reports Q3 2023 Financial Results and Pipeline Progress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2025-07-02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Class Action Attorney Juan Monteverde Investigates the Merger of IGM Biosciences, Inc.…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