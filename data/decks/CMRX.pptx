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Mar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'25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1.36</c:v>
                </c:pt>
                <c:pt idx="1">
                  <c:v>1.28</c:v>
                </c:pt>
                <c:pt idx="2">
                  <c:v>1.22</c:v>
                </c:pt>
                <c:pt idx="3">
                  <c:v>1.26</c:v>
                </c:pt>
                <c:pt idx="4">
                  <c:v>1.2</c:v>
                </c:pt>
                <c:pt idx="5">
                  <c:v>1.2</c:v>
                </c:pt>
                <c:pt idx="6">
                  <c:v>1.21</c:v>
                </c:pt>
                <c:pt idx="7">
                  <c:v>1.16</c:v>
                </c:pt>
                <c:pt idx="8">
                  <c:v>1.16</c:v>
                </c:pt>
                <c:pt idx="9">
                  <c:v>1.12</c:v>
                </c:pt>
                <c:pt idx="10">
                  <c:v>1.21</c:v>
                </c:pt>
                <c:pt idx="11">
                  <c:v>1.41</c:v>
                </c:pt>
                <c:pt idx="12">
                  <c:v>1.45</c:v>
                </c:pt>
                <c:pt idx="13">
                  <c:v>1.39</c:v>
                </c:pt>
                <c:pt idx="14">
                  <c:v>1.42</c:v>
                </c:pt>
                <c:pt idx="15">
                  <c:v>1.31</c:v>
                </c:pt>
                <c:pt idx="16">
                  <c:v>1.21</c:v>
                </c:pt>
                <c:pt idx="17">
                  <c:v>1.16</c:v>
                </c:pt>
                <c:pt idx="18">
                  <c:v>1.19</c:v>
                </c:pt>
                <c:pt idx="19">
                  <c:v>1.2</c:v>
                </c:pt>
                <c:pt idx="20">
                  <c:v>1.16</c:v>
                </c:pt>
                <c:pt idx="21">
                  <c:v>1.1</c:v>
                </c:pt>
                <c:pt idx="22">
                  <c:v>0.98</c:v>
                </c:pt>
                <c:pt idx="23">
                  <c:v>0.94</c:v>
                </c:pt>
                <c:pt idx="24">
                  <c:v>1.02</c:v>
                </c:pt>
                <c:pt idx="25">
                  <c:v>1.01</c:v>
                </c:pt>
                <c:pt idx="26">
                  <c:v>1.06</c:v>
                </c:pt>
                <c:pt idx="27">
                  <c:v>1.19</c:v>
                </c:pt>
                <c:pt idx="28">
                  <c:v>1.13</c:v>
                </c:pt>
                <c:pt idx="29">
                  <c:v>1.06</c:v>
                </c:pt>
                <c:pt idx="30">
                  <c:v>1.14</c:v>
                </c:pt>
                <c:pt idx="31">
                  <c:v>1.23</c:v>
                </c:pt>
                <c:pt idx="32">
                  <c:v>1.36</c:v>
                </c:pt>
                <c:pt idx="33">
                  <c:v>1.5</c:v>
                </c:pt>
                <c:pt idx="34">
                  <c:v>1.47</c:v>
                </c:pt>
                <c:pt idx="35">
                  <c:v>1.57</c:v>
                </c:pt>
                <c:pt idx="36">
                  <c:v>1.72</c:v>
                </c:pt>
                <c:pt idx="37">
                  <c:v>1.75</c:v>
                </c:pt>
                <c:pt idx="38">
                  <c:v>1.66</c:v>
                </c:pt>
                <c:pt idx="39">
                  <c:v>1.82</c:v>
                </c:pt>
                <c:pt idx="40">
                  <c:v>1.87</c:v>
                </c:pt>
                <c:pt idx="41">
                  <c:v>1.97</c:v>
                </c:pt>
                <c:pt idx="42">
                  <c:v>2.09</c:v>
                </c:pt>
                <c:pt idx="43">
                  <c:v>1.95</c:v>
                </c:pt>
                <c:pt idx="44">
                  <c:v>1.96</c:v>
                </c:pt>
                <c:pt idx="45">
                  <c:v>1.94</c:v>
                </c:pt>
                <c:pt idx="46">
                  <c:v>1.78</c:v>
                </c:pt>
                <c:pt idx="47">
                  <c:v>2.3</c:v>
                </c:pt>
                <c:pt idx="48">
                  <c:v>2.12</c:v>
                </c:pt>
                <c:pt idx="49">
                  <c:v>2.31</c:v>
                </c:pt>
                <c:pt idx="50">
                  <c:v>2.46</c:v>
                </c:pt>
                <c:pt idx="51">
                  <c:v>2.49</c:v>
                </c:pt>
                <c:pt idx="52">
                  <c:v>2.53</c:v>
                </c:pt>
                <c:pt idx="53">
                  <c:v>2.65</c:v>
                </c:pt>
                <c:pt idx="54">
                  <c:v>2.89</c:v>
                </c:pt>
                <c:pt idx="55">
                  <c:v>3.16</c:v>
                </c:pt>
                <c:pt idx="56">
                  <c:v>3.71</c:v>
                </c:pt>
                <c:pt idx="57">
                  <c:v>3.61</c:v>
                </c:pt>
                <c:pt idx="58">
                  <c:v>3.83</c:v>
                </c:pt>
                <c:pt idx="59">
                  <c:v>4.16</c:v>
                </c:pt>
                <c:pt idx="60">
                  <c:v>3.87</c:v>
                </c:pt>
                <c:pt idx="61">
                  <c:v>3.59</c:v>
                </c:pt>
                <c:pt idx="62">
                  <c:v>3.82</c:v>
                </c:pt>
                <c:pt idx="63">
                  <c:v>4.07</c:v>
                </c:pt>
                <c:pt idx="64">
                  <c:v>4.62</c:v>
                </c:pt>
                <c:pt idx="65">
                  <c:v>5.0</c:v>
                </c:pt>
                <c:pt idx="66">
                  <c:v>5.6</c:v>
                </c:pt>
                <c:pt idx="67">
                  <c:v>6.18</c:v>
                </c:pt>
                <c:pt idx="68">
                  <c:v>6.0</c:v>
                </c:pt>
                <c:pt idx="69">
                  <c:v>6.28</c:v>
                </c:pt>
                <c:pt idx="70">
                  <c:v>6.18</c:v>
                </c:pt>
                <c:pt idx="71">
                  <c:v>6.72</c:v>
                </c:pt>
                <c:pt idx="72">
                  <c:v>6.68</c:v>
                </c:pt>
                <c:pt idx="73">
                  <c:v>6.2</c:v>
                </c:pt>
                <c:pt idx="74">
                  <c:v>6.05</c:v>
                </c:pt>
                <c:pt idx="75">
                  <c:v>6.62</c:v>
                </c:pt>
                <c:pt idx="76">
                  <c:v>6.56</c:v>
                </c:pt>
                <c:pt idx="77">
                  <c:v>6.36</c:v>
                </c:pt>
                <c:pt idx="78">
                  <c:v>6.7</c:v>
                </c:pt>
                <c:pt idx="79">
                  <c:v>7.32</c:v>
                </c:pt>
                <c:pt idx="80">
                  <c:v>7.8</c:v>
                </c:pt>
                <c:pt idx="81">
                  <c:v>7.45</c:v>
                </c:pt>
                <c:pt idx="82">
                  <c:v>7.08</c:v>
                </c:pt>
                <c:pt idx="83">
                  <c:v>6.6</c:v>
                </c:pt>
                <c:pt idx="84">
                  <c:v>6.95</c:v>
                </c:pt>
                <c:pt idx="85">
                  <c:v>6.63</c:v>
                </c:pt>
                <c:pt idx="86">
                  <c:v>7.36</c:v>
                </c:pt>
                <c:pt idx="87">
                  <c:v>7.3</c:v>
                </c:pt>
                <c:pt idx="88">
                  <c:v>7.75</c:v>
                </c:pt>
                <c:pt idx="89">
                  <c:v>7.63</c:v>
                </c:pt>
                <c:pt idx="90">
                  <c:v>8.03</c:v>
                </c:pt>
                <c:pt idx="91">
                  <c:v>8.3</c:v>
                </c:pt>
                <c:pt idx="92">
                  <c:v>8.42</c:v>
                </c:pt>
                <c:pt idx="93">
                  <c:v>8.5</c:v>
                </c:pt>
                <c:pt idx="94">
                  <c:v>8.53</c:v>
                </c:pt>
                <c:pt idx="95">
                  <c:v>8.5</c:v>
                </c:pt>
                <c:pt idx="96">
                  <c:v>8.54</c:v>
                </c:pt>
                <c:pt idx="97">
                  <c:v>8.56</c:v>
                </c:pt>
                <c:pt idx="98">
                  <c:v>8.77</c:v>
                </c:pt>
                <c:pt idx="99">
                  <c:v>8.79</c:v>
                </c:pt>
                <c:pt idx="100">
                  <c:v>8.88</c:v>
                </c:pt>
                <c:pt idx="101">
                  <c:v>9.05</c:v>
                </c:pt>
                <c:pt idx="102">
                  <c:v>9.1</c:v>
                </c:pt>
                <c:pt idx="103">
                  <c:v>9.22</c:v>
                </c:pt>
                <c:pt idx="104">
                  <c:v>8.98</c:v>
                </c:pt>
                <c:pt idx="105">
                  <c:v>8.65</c:v>
                </c:pt>
                <c:pt idx="106">
                  <c:v>8.55</c:v>
                </c:pt>
                <c:pt idx="107">
                  <c:v>8.55</c:v>
                </c:pt>
                <c:pt idx="108">
                  <c:v>8.55</c:v>
                </c:pt>
                <c:pt idx="109">
                  <c:v>8.55</c:v>
                </c:pt>
                <c:pt idx="110">
                  <c:v>8.55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Mar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'25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46">
                  <c:v>1.78</c:v>
                </c:pt>
                <c:pt idx="54">
                  <c:v>2.89</c:v>
                </c:pt>
                <c:pt idx="55">
                  <c:v>3.16</c:v>
                </c:pt>
                <c:pt idx="66">
                  <c:v>5.6</c:v>
                </c:pt>
                <c:pt idx="78">
                  <c:v>6.7</c:v>
                </c:pt>
                <c:pt idx="91">
                  <c:v>8.3</c:v>
                </c:pt>
                <c:pt idx="105">
                  <c:v>8.65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Chimerix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CMRX  ·  acquired by Jazz Pharmaceuticals Public Limited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$8.55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05, 2025   ·   Closed Apr 21, 2025   ·   Status: completed   ·   Pre-ann. volume 1.11×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Chimerix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Chimerix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8441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77001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307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5129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513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787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458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527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74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486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979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335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513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226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404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582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760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5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897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500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678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856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212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8637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815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8993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528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884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062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240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308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87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843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021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99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377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555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733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2911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089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624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802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4158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870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5048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5583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939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6117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62954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91449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39533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19, 2023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Chimerix enters confidentiality agreement with Party A…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2024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Chimerix enters confidentiality agreement with Party C…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11, 2024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Chimerix enters confidentiality agreement with Party B…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30, 2024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submits licensing proposal for ex-U.S. ONC201…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24, 2024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representatives confirm interest in further…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2024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Chimerix enters new confidentiality agreement with Party A…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Chimerix enters confidentiality agreement with Party D…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21, 2024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Michael Andriole and Tom Riga meet with Party A…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25, 2024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Riga and Franzinger conduct call with Party B…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09, 2024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Chimerix publicly announces plan to submit complete NDA…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11, 2024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Chimerix enters confidentiality agreement with Party G…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2024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Jazz's Head of Corporate Development contacts Andriole and…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2024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Riga and Franzinger hold introductory call with Jazz…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17, 2024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Chimerix enters confidentiality agreement with Party E…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18, 2024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meeting with management, Observer, Centerview…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19, 2024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written proposal to acquire ONC201 and…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27, 2024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Chimerix enters confidentiality agreement with Party F…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31, 2024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and Party A's financial advisor discuss December…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2025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Chimerix management calls with Party A management to…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10, 2025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Riga and Franzinger call Party D representatives; provide…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11, 2025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revised written proposal for acquisition at…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13, 2025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Chimerix management conducts multiple conversations at 2025…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21, 2025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G communicates will not continue acquisition…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22, 2025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meeting with management, Observer, Centerview, and…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51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Chimerix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23,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communicates to Party A that Board views January…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26,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revised proposal (January 26 Party A…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28,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F communicates no longer interested due to risks…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management expresses continued interest in…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30,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Chimerix management communicates to Party A that January 26…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05,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Jazz representatives communicate to Chimerix management…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06,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Jazz submits February 6 Jazz Proposal at $5.50 upfront per…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08,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Andriole and Jazz CEO call; Andriole communicates February…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09,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Draft merger agreement and CVR agreement provided to Jazz…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meeting with management, Observer, Centerview…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11,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delivers process letter to Party A and Jazz…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12,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Riga meets with Jazz's Senior Director of Corporate…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13,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A's financial advisor confirms readiness to submit…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14,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Andriole calls Jazz CEO and Party A senior executive to…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Riga calls Party A's head of M&amp;A to discuss specifics of…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18,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Chimerix publicly announces FDA accepted NDA seeking…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meeting with management, Observer, Centerview…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21,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disclosure schedules to merger agreement provided…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calls Jazz confirming intent to submit final…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26,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Jazz and Party A counsel send merger agreement markups to…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Chimerix and Party A hold due diligence call; Centerview…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03,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Jazz submits Final Jazz Proposal at $8.55 per share all…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04,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calls Centerview morning discussing feedback but…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05, 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Chimerix and Jazz issue joint press release announcing…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21,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Jazz commences tender offer (Schedule TO filed); Offer to…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17,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ET; 84,845,016 Shares…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21, 2025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accepts for payment all validly tendered Shares…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Chimerix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Chimerix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2025-02-18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Accepts NDA for ONC201 with Priority Review; Target Action Date August 18,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