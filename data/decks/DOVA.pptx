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'19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27.85</c:v>
                </c:pt>
                <c:pt idx="1">
                  <c:v>28.46</c:v>
                </c:pt>
                <c:pt idx="2">
                  <c:v>26.73</c:v>
                </c:pt>
                <c:pt idx="3">
                  <c:v>24.8</c:v>
                </c:pt>
                <c:pt idx="4">
                  <c:v>24.95</c:v>
                </c:pt>
                <c:pt idx="5">
                  <c:v>23.13</c:v>
                </c:pt>
                <c:pt idx="6">
                  <c:v>26.7</c:v>
                </c:pt>
                <c:pt idx="7">
                  <c:v>28.76</c:v>
                </c:pt>
                <c:pt idx="8">
                  <c:v>30.09</c:v>
                </c:pt>
                <c:pt idx="9">
                  <c:v>29.99</c:v>
                </c:pt>
                <c:pt idx="10">
                  <c:v>31.21</c:v>
                </c:pt>
                <c:pt idx="11">
                  <c:v>28.7</c:v>
                </c:pt>
                <c:pt idx="12">
                  <c:v>28.8</c:v>
                </c:pt>
                <c:pt idx="13">
                  <c:v>28.55</c:v>
                </c:pt>
                <c:pt idx="14">
                  <c:v>29.72</c:v>
                </c:pt>
                <c:pt idx="15">
                  <c:v>30.9</c:v>
                </c:pt>
                <c:pt idx="16">
                  <c:v>31.85</c:v>
                </c:pt>
                <c:pt idx="17">
                  <c:v>30.74</c:v>
                </c:pt>
                <c:pt idx="18">
                  <c:v>30.58</c:v>
                </c:pt>
                <c:pt idx="19">
                  <c:v>34.68</c:v>
                </c:pt>
                <c:pt idx="20">
                  <c:v>32.31</c:v>
                </c:pt>
                <c:pt idx="21">
                  <c:v>29.51</c:v>
                </c:pt>
                <c:pt idx="22">
                  <c:v>29.62</c:v>
                </c:pt>
                <c:pt idx="23">
                  <c:v>27.18</c:v>
                </c:pt>
                <c:pt idx="24">
                  <c:v>29.33</c:v>
                </c:pt>
                <c:pt idx="25">
                  <c:v>27.12</c:v>
                </c:pt>
                <c:pt idx="26">
                  <c:v>28.31</c:v>
                </c:pt>
                <c:pt idx="27">
                  <c:v>26.17</c:v>
                </c:pt>
                <c:pt idx="28">
                  <c:v>25.33</c:v>
                </c:pt>
                <c:pt idx="29">
                  <c:v>25.31</c:v>
                </c:pt>
                <c:pt idx="30">
                  <c:v>26.22</c:v>
                </c:pt>
                <c:pt idx="31">
                  <c:v>25.23</c:v>
                </c:pt>
                <c:pt idx="32">
                  <c:v>27.84</c:v>
                </c:pt>
                <c:pt idx="33">
                  <c:v>24.86</c:v>
                </c:pt>
                <c:pt idx="34">
                  <c:v>23.49</c:v>
                </c:pt>
                <c:pt idx="35">
                  <c:v>28.81</c:v>
                </c:pt>
                <c:pt idx="36">
                  <c:v>30.31</c:v>
                </c:pt>
                <c:pt idx="37">
                  <c:v>31.85</c:v>
                </c:pt>
                <c:pt idx="38">
                  <c:v>29.92</c:v>
                </c:pt>
                <c:pt idx="39">
                  <c:v>29.21</c:v>
                </c:pt>
                <c:pt idx="40">
                  <c:v>23.3</c:v>
                </c:pt>
                <c:pt idx="41">
                  <c:v>24.33</c:v>
                </c:pt>
                <c:pt idx="42">
                  <c:v>23.27</c:v>
                </c:pt>
                <c:pt idx="43">
                  <c:v>21.9</c:v>
                </c:pt>
                <c:pt idx="44">
                  <c:v>21.49</c:v>
                </c:pt>
                <c:pt idx="45">
                  <c:v>23.44</c:v>
                </c:pt>
                <c:pt idx="46">
                  <c:v>25.07</c:v>
                </c:pt>
                <c:pt idx="47">
                  <c:v>25.45</c:v>
                </c:pt>
                <c:pt idx="48">
                  <c:v>23.79</c:v>
                </c:pt>
                <c:pt idx="49">
                  <c:v>24.24</c:v>
                </c:pt>
                <c:pt idx="50">
                  <c:v>23.95</c:v>
                </c:pt>
                <c:pt idx="51">
                  <c:v>20.97</c:v>
                </c:pt>
                <c:pt idx="52">
                  <c:v>20.38</c:v>
                </c:pt>
                <c:pt idx="53">
                  <c:v>20.27</c:v>
                </c:pt>
                <c:pt idx="54">
                  <c:v>20.63</c:v>
                </c:pt>
                <c:pt idx="55">
                  <c:v>19.44</c:v>
                </c:pt>
                <c:pt idx="56">
                  <c:v>18.94</c:v>
                </c:pt>
                <c:pt idx="57">
                  <c:v>16.89</c:v>
                </c:pt>
                <c:pt idx="58">
                  <c:v>15.5</c:v>
                </c:pt>
                <c:pt idx="59">
                  <c:v>15.37</c:v>
                </c:pt>
                <c:pt idx="60">
                  <c:v>14.9</c:v>
                </c:pt>
                <c:pt idx="61">
                  <c:v>14.48</c:v>
                </c:pt>
                <c:pt idx="62">
                  <c:v>14.81</c:v>
                </c:pt>
                <c:pt idx="63">
                  <c:v>6.8</c:v>
                </c:pt>
                <c:pt idx="64">
                  <c:v>8.11</c:v>
                </c:pt>
                <c:pt idx="65">
                  <c:v>8.82</c:v>
                </c:pt>
                <c:pt idx="66">
                  <c:v>8.0</c:v>
                </c:pt>
                <c:pt idx="67">
                  <c:v>8.23</c:v>
                </c:pt>
                <c:pt idx="68">
                  <c:v>7.98</c:v>
                </c:pt>
                <c:pt idx="69">
                  <c:v>7.69</c:v>
                </c:pt>
                <c:pt idx="70">
                  <c:v>7.6</c:v>
                </c:pt>
                <c:pt idx="71">
                  <c:v>7.92</c:v>
                </c:pt>
                <c:pt idx="72">
                  <c:v>7.88</c:v>
                </c:pt>
                <c:pt idx="73">
                  <c:v>8.1</c:v>
                </c:pt>
                <c:pt idx="74">
                  <c:v>7.65</c:v>
                </c:pt>
                <c:pt idx="75">
                  <c:v>8.94</c:v>
                </c:pt>
                <c:pt idx="76">
                  <c:v>8.8</c:v>
                </c:pt>
                <c:pt idx="77">
                  <c:v>8.89</c:v>
                </c:pt>
                <c:pt idx="78">
                  <c:v>9.15</c:v>
                </c:pt>
                <c:pt idx="79">
                  <c:v>8.74</c:v>
                </c:pt>
                <c:pt idx="80">
                  <c:v>8.24</c:v>
                </c:pt>
                <c:pt idx="81">
                  <c:v>9.36</c:v>
                </c:pt>
                <c:pt idx="82">
                  <c:v>9.62</c:v>
                </c:pt>
                <c:pt idx="83">
                  <c:v>10.92</c:v>
                </c:pt>
                <c:pt idx="84">
                  <c:v>10.76</c:v>
                </c:pt>
                <c:pt idx="85">
                  <c:v>9.93</c:v>
                </c:pt>
                <c:pt idx="86">
                  <c:v>8.82</c:v>
                </c:pt>
                <c:pt idx="87">
                  <c:v>9.05</c:v>
                </c:pt>
                <c:pt idx="88">
                  <c:v>9.25</c:v>
                </c:pt>
                <c:pt idx="89">
                  <c:v>8.93</c:v>
                </c:pt>
                <c:pt idx="90">
                  <c:v>14.1</c:v>
                </c:pt>
                <c:pt idx="91">
                  <c:v>16.11</c:v>
                </c:pt>
                <c:pt idx="92">
                  <c:v>16.99</c:v>
                </c:pt>
                <c:pt idx="93">
                  <c:v>16.02</c:v>
                </c:pt>
                <c:pt idx="94">
                  <c:v>15.53</c:v>
                </c:pt>
                <c:pt idx="95">
                  <c:v>16.14</c:v>
                </c:pt>
                <c:pt idx="96">
                  <c:v>16.01</c:v>
                </c:pt>
                <c:pt idx="97">
                  <c:v>14.52</c:v>
                </c:pt>
                <c:pt idx="98">
                  <c:v>14.52</c:v>
                </c:pt>
                <c:pt idx="99">
                  <c:v>14.99</c:v>
                </c:pt>
                <c:pt idx="100">
                  <c:v>14.82</c:v>
                </c:pt>
                <c:pt idx="101">
                  <c:v>16.02</c:v>
                </c:pt>
                <c:pt idx="102">
                  <c:v>15.1</c:v>
                </c:pt>
                <c:pt idx="103">
                  <c:v>20.19</c:v>
                </c:pt>
                <c:pt idx="104">
                  <c:v>28.2</c:v>
                </c:pt>
                <c:pt idx="105">
                  <c:v>28.4</c:v>
                </c:pt>
                <c:pt idx="106">
                  <c:v>28.07</c:v>
                </c:pt>
                <c:pt idx="107">
                  <c:v>28.32</c:v>
                </c:pt>
                <c:pt idx="108">
                  <c:v>28.27</c:v>
                </c:pt>
                <c:pt idx="109">
                  <c:v>28.0</c:v>
                </c:pt>
                <c:pt idx="110">
                  <c:v>28.04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'19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4">
                  <c:v>23.49</c:v>
                </c:pt>
                <c:pt idx="89">
                  <c:v>8.93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'19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39">
                  <c:v>29.21</c:v>
                </c:pt>
                <c:pt idx="62">
                  <c:v>14.81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'19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3">
                  <c:v>20.19</c:v>
                </c:pt>
                <c:pt idx="104">
                  <c:v>28.2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Dova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DOVA  ·  acquired by Swedish Orphan Biovitrum AB (publ)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30, 2019   ·   Closed Nov 12, 2019   ·   Status: completed   ·   Pre-ann. volume 1.46×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Dova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Dova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1888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0448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955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61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124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77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758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6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76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640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4374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012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Dova and Sobi enter a mutual commercial confidentiality…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Doptelet for the treatment of chronic immune…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CEO Guido Oelkers meets with Dova CEO David…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submits a non-binding proposal to acquire Dova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Dova and Sobi enter a transaction-specific confidentiality…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Dova distributes a process letter to Sobi and other…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verbally increases its offer to $27.50 per share in…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Dova Board unanimously approves the Merger Agreement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Dova becomes a wholly owned subsidiary of…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Dova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2019-06-28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+58%  ($8.93→$14.1)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-54%  ($14.81→$6.8)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($23.49→$28.81)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2018-07-13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($29.21→$23.3)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Dova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Dova Pharmaceuticals to Announce Second Quarter 2019 Financial Results on August 6,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2019-08-06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Dova Pharmaceuticals Reports Second Quarter 2019 Operating and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Dova Pharmaceuticals to be Acquired by Swedish Orphan Biovitrum AB (Sobi)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Levi &amp; Korsinsky, LLP Notifies Investors of an Investigation Regarding Whether the Sale…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–TSG, DOVA, ROAN, and HLND: Levi &amp; Korsinsky, LLP Reminds Investors of Investigations…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Dova Merger Investigation: Halper Sadeh LLP Announces Investigation Into Whether the Sale of Dova…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 RARX, DOVA, and ROAN: Levi &amp; Korsinsky, LLP Reminds Investors of Investigations Concerning…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Investigation Alert: Halper Sadeh LLP Continues to Investigate Whether the Sale of These Companies…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 RARX, DOVA, and SEMG: Levi &amp; Korsinsky, LLP Notifies Investors of Investigations Concerning…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