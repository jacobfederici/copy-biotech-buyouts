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Oct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'24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3.08</c:v>
                </c:pt>
                <c:pt idx="1">
                  <c:v>3.15</c:v>
                </c:pt>
                <c:pt idx="2">
                  <c:v>4.35</c:v>
                </c:pt>
                <c:pt idx="3">
                  <c:v>4.54</c:v>
                </c:pt>
                <c:pt idx="4">
                  <c:v>4.7</c:v>
                </c:pt>
                <c:pt idx="5">
                  <c:v>5.14</c:v>
                </c:pt>
                <c:pt idx="6">
                  <c:v>5.2</c:v>
                </c:pt>
                <c:pt idx="7">
                  <c:v>3.56</c:v>
                </c:pt>
                <c:pt idx="8">
                  <c:v>4.32</c:v>
                </c:pt>
                <c:pt idx="9">
                  <c:v>3.68</c:v>
                </c:pt>
                <c:pt idx="10">
                  <c:v>3.26</c:v>
                </c:pt>
                <c:pt idx="11">
                  <c:v>5.09</c:v>
                </c:pt>
                <c:pt idx="12">
                  <c:v>5.91</c:v>
                </c:pt>
                <c:pt idx="13">
                  <c:v>5.11</c:v>
                </c:pt>
                <c:pt idx="14">
                  <c:v>5.19</c:v>
                </c:pt>
                <c:pt idx="15">
                  <c:v>5.02</c:v>
                </c:pt>
                <c:pt idx="16">
                  <c:v>4.38</c:v>
                </c:pt>
                <c:pt idx="17">
                  <c:v>5.01</c:v>
                </c:pt>
                <c:pt idx="18">
                  <c:v>4.95</c:v>
                </c:pt>
                <c:pt idx="19">
                  <c:v>5.2</c:v>
                </c:pt>
                <c:pt idx="20">
                  <c:v>4.77</c:v>
                </c:pt>
                <c:pt idx="21">
                  <c:v>3.84</c:v>
                </c:pt>
                <c:pt idx="22">
                  <c:v>4.15</c:v>
                </c:pt>
                <c:pt idx="23">
                  <c:v>4.01</c:v>
                </c:pt>
                <c:pt idx="24">
                  <c:v>5.11</c:v>
                </c:pt>
                <c:pt idx="25">
                  <c:v>6.08</c:v>
                </c:pt>
                <c:pt idx="26">
                  <c:v>7.25</c:v>
                </c:pt>
                <c:pt idx="27">
                  <c:v>8.28</c:v>
                </c:pt>
                <c:pt idx="28">
                  <c:v>9.07</c:v>
                </c:pt>
                <c:pt idx="29">
                  <c:v>8.72</c:v>
                </c:pt>
                <c:pt idx="30">
                  <c:v>9.24</c:v>
                </c:pt>
                <c:pt idx="31">
                  <c:v>6.92</c:v>
                </c:pt>
                <c:pt idx="32">
                  <c:v>7.19</c:v>
                </c:pt>
                <c:pt idx="33">
                  <c:v>7.45</c:v>
                </c:pt>
                <c:pt idx="34">
                  <c:v>8.36</c:v>
                </c:pt>
                <c:pt idx="35">
                  <c:v>8.18</c:v>
                </c:pt>
                <c:pt idx="36">
                  <c:v>7.34</c:v>
                </c:pt>
                <c:pt idx="37">
                  <c:v>7.13</c:v>
                </c:pt>
                <c:pt idx="38">
                  <c:v>6.64</c:v>
                </c:pt>
                <c:pt idx="39">
                  <c:v>7.16</c:v>
                </c:pt>
                <c:pt idx="40">
                  <c:v>7.33</c:v>
                </c:pt>
                <c:pt idx="41">
                  <c:v>7.08</c:v>
                </c:pt>
                <c:pt idx="42">
                  <c:v>6.93</c:v>
                </c:pt>
                <c:pt idx="43">
                  <c:v>5.98</c:v>
                </c:pt>
                <c:pt idx="44">
                  <c:v>5.91</c:v>
                </c:pt>
                <c:pt idx="45">
                  <c:v>5.88</c:v>
                </c:pt>
                <c:pt idx="46">
                  <c:v>5.7</c:v>
                </c:pt>
                <c:pt idx="47">
                  <c:v>6.23</c:v>
                </c:pt>
                <c:pt idx="48">
                  <c:v>5.61</c:v>
                </c:pt>
                <c:pt idx="49">
                  <c:v>5.56</c:v>
                </c:pt>
                <c:pt idx="50">
                  <c:v>5.3</c:v>
                </c:pt>
                <c:pt idx="51">
                  <c:v>5.03</c:v>
                </c:pt>
                <c:pt idx="52">
                  <c:v>4.8</c:v>
                </c:pt>
                <c:pt idx="53">
                  <c:v>5.44</c:v>
                </c:pt>
                <c:pt idx="54">
                  <c:v>5.52</c:v>
                </c:pt>
                <c:pt idx="55">
                  <c:v>5.21</c:v>
                </c:pt>
                <c:pt idx="56">
                  <c:v>4.33</c:v>
                </c:pt>
                <c:pt idx="57">
                  <c:v>4.29</c:v>
                </c:pt>
                <c:pt idx="58">
                  <c:v>4.0</c:v>
                </c:pt>
                <c:pt idx="59">
                  <c:v>4.54</c:v>
                </c:pt>
                <c:pt idx="60">
                  <c:v>5.02</c:v>
                </c:pt>
                <c:pt idx="61">
                  <c:v>6.0</c:v>
                </c:pt>
                <c:pt idx="62">
                  <c:v>6.03</c:v>
                </c:pt>
                <c:pt idx="63">
                  <c:v>25.2</c:v>
                </c:pt>
                <c:pt idx="64">
                  <c:v>23.45</c:v>
                </c:pt>
                <c:pt idx="65">
                  <c:v>24.43</c:v>
                </c:pt>
                <c:pt idx="66">
                  <c:v>23.27</c:v>
                </c:pt>
                <c:pt idx="67">
                  <c:v>19.81</c:v>
                </c:pt>
                <c:pt idx="68">
                  <c:v>19.75</c:v>
                </c:pt>
                <c:pt idx="69">
                  <c:v>21.27</c:v>
                </c:pt>
                <c:pt idx="70">
                  <c:v>22.47</c:v>
                </c:pt>
                <c:pt idx="71">
                  <c:v>21.34</c:v>
                </c:pt>
                <c:pt idx="72">
                  <c:v>19.66</c:v>
                </c:pt>
                <c:pt idx="73">
                  <c:v>19.32</c:v>
                </c:pt>
                <c:pt idx="74">
                  <c:v>19.98</c:v>
                </c:pt>
                <c:pt idx="75">
                  <c:v>21.6</c:v>
                </c:pt>
                <c:pt idx="76">
                  <c:v>18.04</c:v>
                </c:pt>
                <c:pt idx="77">
                  <c:v>19.2</c:v>
                </c:pt>
                <c:pt idx="78">
                  <c:v>17.44</c:v>
                </c:pt>
                <c:pt idx="79">
                  <c:v>19.72</c:v>
                </c:pt>
                <c:pt idx="80">
                  <c:v>21.38</c:v>
                </c:pt>
                <c:pt idx="81">
                  <c:v>20.12</c:v>
                </c:pt>
                <c:pt idx="82">
                  <c:v>20.69</c:v>
                </c:pt>
                <c:pt idx="83">
                  <c:v>18.8</c:v>
                </c:pt>
                <c:pt idx="84">
                  <c:v>18.87</c:v>
                </c:pt>
                <c:pt idx="85">
                  <c:v>17.55</c:v>
                </c:pt>
                <c:pt idx="86">
                  <c:v>18.52</c:v>
                </c:pt>
                <c:pt idx="87">
                  <c:v>20.81</c:v>
                </c:pt>
                <c:pt idx="88">
                  <c:v>27.03</c:v>
                </c:pt>
                <c:pt idx="89">
                  <c:v>34.87</c:v>
                </c:pt>
                <c:pt idx="90">
                  <c:v>36.83</c:v>
                </c:pt>
                <c:pt idx="91">
                  <c:v>35.95</c:v>
                </c:pt>
                <c:pt idx="92">
                  <c:v>37.4</c:v>
                </c:pt>
                <c:pt idx="93">
                  <c:v>32.85</c:v>
                </c:pt>
                <c:pt idx="94">
                  <c:v>35.09</c:v>
                </c:pt>
                <c:pt idx="95">
                  <c:v>34.67</c:v>
                </c:pt>
                <c:pt idx="96">
                  <c:v>34.79</c:v>
                </c:pt>
                <c:pt idx="97">
                  <c:v>36.08</c:v>
                </c:pt>
                <c:pt idx="98">
                  <c:v>34.86</c:v>
                </c:pt>
                <c:pt idx="99">
                  <c:v>34.32</c:v>
                </c:pt>
                <c:pt idx="100">
                  <c:v>33.89</c:v>
                </c:pt>
                <c:pt idx="101">
                  <c:v>32.0</c:v>
                </c:pt>
                <c:pt idx="102">
                  <c:v>36.22</c:v>
                </c:pt>
                <c:pt idx="103">
                  <c:v>38.9</c:v>
                </c:pt>
                <c:pt idx="104">
                  <c:v>59.21</c:v>
                </c:pt>
                <c:pt idx="105">
                  <c:v>59.6</c:v>
                </c:pt>
                <c:pt idx="106">
                  <c:v>59.69</c:v>
                </c:pt>
                <c:pt idx="107">
                  <c:v>59.81</c:v>
                </c:pt>
                <c:pt idx="108">
                  <c:v>59.69</c:v>
                </c:pt>
                <c:pt idx="109">
                  <c:v>59.8</c:v>
                </c:pt>
                <c:pt idx="110">
                  <c:v>59.98</c:v>
                </c:pt>
                <c:pt idx="111">
                  <c:v>59.98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'24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1">
                  <c:v>3.15</c:v>
                </c:pt>
                <c:pt idx="6">
                  <c:v>5.2</c:v>
                </c:pt>
                <c:pt idx="7">
                  <c:v>3.56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'24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">
                  <c:v>3.26</c:v>
                </c:pt>
                <c:pt idx="23">
                  <c:v>4.01</c:v>
                </c:pt>
                <c:pt idx="30">
                  <c:v>9.24</c:v>
                </c:pt>
                <c:pt idx="62">
                  <c:v>6.03</c:v>
                </c:pt>
                <c:pt idx="87">
                  <c:v>20.81</c:v>
                </c:pt>
                <c:pt idx="88">
                  <c:v>27.03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'24</c:v>
                </c:pt>
                <c:pt idx="111">
                  <c:v/>
                </c:pt>
              </c:strCache>
            </c:strRef>
          </c:cat>
          <c:val>
            <c:numRef>
              <c:f>Sheet1!$E$2:$E$113</c:f>
              <c:numCache>
                <c:formatCode>General</c:formatCode>
                <c:ptCount val="112"/>
                <c:pt idx="104">
                  <c:v>59.21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Longboard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LBPH  ·  acquired by H. Lundbeck A/S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14, 2024   ·   Closed Dec 02, 2024   ·   Status: completed   ·   Pre-ann. volume 1.67×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Longboard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Longboard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260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3820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5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538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19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814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02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89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785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783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881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380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78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078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77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9774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773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166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contacts Longboard CEO Kevin Lind to request a…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02,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Longboard announces positive topline data from the PACIFIC…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Longboard and Lundbeck enter into a confidentiality…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19,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submits initial non-binding proposal to acquire…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submits revised proposal of $34.50 per share in…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grants Breakthrough Therapy designation for…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23, 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submits revised proposal of $54.00 per share in…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indication of interest at…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proposes $57.00 upfront plus a $2.00 CVR; Party A…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increases proposal to $60.00 per share in cash.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withdraws from the process citing perceived risks.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increases offer to $59.00 per share all-cash…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11, 2024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submits 'best and final' offer of $60.00 per share…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Longboard Board unanimously approves the Merger Agreement.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14, 2024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signed and publicly announced.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~88.6% of voting shares tendered.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Longboard becomes an indirect wholly…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Longboard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+318%  ($6.03→$25.2)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+56%  ($3.26→$5.09)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647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($3.15→$4.35)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710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-32%  ($5.2→$3.56)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2024-06-28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($20.81→$27.03)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($27.03→$34.87)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101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2023-04-07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($4.01→$5.11)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($9.24→$6.92)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507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Longboard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Longboard Pharmaceuticals Provides Corporate Update and Reports First Quarter 2022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Longboard Pharmaceuticals Provides Corporate Update and Reports Second Quarter 2022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Longboard Pharmaceuticals Provides Corporate Update and Reports Second Quarter 2022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Longboard Pharmaceuticals Provides Corporate Update and Reports Third Quarter 2022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Longboard Pharmaceuticals Announces Positive Topline Data from a Phase 1 Clinical Study Evaluating Central…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Longboard Pharmaceuticals to Report Full Year 2022 Financial Results and Key Corporate Initiatives on March…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Longboard Pharmaceuticals Reports Full Year 2022 Financial Results and Key Corporate Initiatives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Longboard Pharmaceuticals Provides Corporate Update and Reports First Quarter 2023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Longboard Pharmaceuticals Provides Corporate Update and Reports Second Quarter 2023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