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Sheet1!$A$2:$A$117</c:f>
              <c:strCache>
                <c:ptCount val="116"/>
                <c:pt idx="0">
                  <c:v>Jun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'22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</c:strCache>
            </c:strRef>
          </c:cat>
          <c:val>
            <c:numRef>
              <c:f>Sheet1!$B$2:$B$117</c:f>
              <c:numCache>
                <c:formatCode>General</c:formatCode>
                <c:ptCount val="116"/>
                <c:pt idx="0">
                  <c:v>62.98</c:v>
                </c:pt>
                <c:pt idx="1">
                  <c:v>61.25</c:v>
                </c:pt>
                <c:pt idx="2">
                  <c:v>65.56</c:v>
                </c:pt>
                <c:pt idx="3">
                  <c:v>63.16</c:v>
                </c:pt>
                <c:pt idx="4">
                  <c:v>64.35</c:v>
                </c:pt>
                <c:pt idx="5">
                  <c:v>60.38</c:v>
                </c:pt>
                <c:pt idx="6">
                  <c:v>64.26</c:v>
                </c:pt>
                <c:pt idx="7">
                  <c:v>60.02</c:v>
                </c:pt>
                <c:pt idx="8">
                  <c:v>59.23</c:v>
                </c:pt>
                <c:pt idx="9">
                  <c:v>56.99</c:v>
                </c:pt>
                <c:pt idx="10">
                  <c:v>62.49</c:v>
                </c:pt>
                <c:pt idx="11">
                  <c:v>71.25</c:v>
                </c:pt>
                <c:pt idx="12">
                  <c:v>75.59</c:v>
                </c:pt>
                <c:pt idx="13">
                  <c:v>72.33</c:v>
                </c:pt>
                <c:pt idx="14">
                  <c:v>71.1</c:v>
                </c:pt>
                <c:pt idx="15">
                  <c:v>88.57</c:v>
                </c:pt>
                <c:pt idx="16">
                  <c:v>86.69</c:v>
                </c:pt>
                <c:pt idx="17">
                  <c:v>88.19</c:v>
                </c:pt>
                <c:pt idx="18">
                  <c:v>111.81</c:v>
                </c:pt>
                <c:pt idx="19">
                  <c:v>114.99</c:v>
                </c:pt>
                <c:pt idx="20">
                  <c:v>102.56</c:v>
                </c:pt>
                <c:pt idx="21">
                  <c:v>92.19</c:v>
                </c:pt>
                <c:pt idx="22">
                  <c:v>103.42</c:v>
                </c:pt>
                <c:pt idx="23">
                  <c:v>110.4</c:v>
                </c:pt>
                <c:pt idx="24">
                  <c:v>103.1</c:v>
                </c:pt>
                <c:pt idx="25">
                  <c:v>108.0</c:v>
                </c:pt>
                <c:pt idx="26">
                  <c:v>107.34</c:v>
                </c:pt>
                <c:pt idx="27">
                  <c:v>118.61</c:v>
                </c:pt>
                <c:pt idx="28">
                  <c:v>124.54</c:v>
                </c:pt>
                <c:pt idx="29">
                  <c:v>130.1</c:v>
                </c:pt>
                <c:pt idx="30">
                  <c:v>121.85</c:v>
                </c:pt>
                <c:pt idx="31">
                  <c:v>131.07</c:v>
                </c:pt>
                <c:pt idx="32">
                  <c:v>131.6</c:v>
                </c:pt>
                <c:pt idx="33">
                  <c:v>131.96</c:v>
                </c:pt>
                <c:pt idx="34">
                  <c:v>125.49</c:v>
                </c:pt>
                <c:pt idx="35">
                  <c:v>133.39</c:v>
                </c:pt>
                <c:pt idx="36">
                  <c:v>133.64</c:v>
                </c:pt>
                <c:pt idx="37">
                  <c:v>121.93</c:v>
                </c:pt>
                <c:pt idx="38">
                  <c:v>117.91</c:v>
                </c:pt>
                <c:pt idx="39">
                  <c:v>111.95</c:v>
                </c:pt>
                <c:pt idx="40">
                  <c:v>114.6</c:v>
                </c:pt>
                <c:pt idx="41">
                  <c:v>105.72</c:v>
                </c:pt>
                <c:pt idx="42">
                  <c:v>91.54</c:v>
                </c:pt>
                <c:pt idx="43">
                  <c:v>90.59</c:v>
                </c:pt>
                <c:pt idx="44">
                  <c:v>78.95</c:v>
                </c:pt>
                <c:pt idx="45">
                  <c:v>73.03</c:v>
                </c:pt>
                <c:pt idx="46">
                  <c:v>72.35</c:v>
                </c:pt>
                <c:pt idx="47">
                  <c:v>76.23</c:v>
                </c:pt>
                <c:pt idx="48">
                  <c:v>64.96</c:v>
                </c:pt>
                <c:pt idx="49">
                  <c:v>69.35</c:v>
                </c:pt>
                <c:pt idx="50">
                  <c:v>70.34</c:v>
                </c:pt>
                <c:pt idx="51">
                  <c:v>66.18</c:v>
                </c:pt>
                <c:pt idx="52">
                  <c:v>64.86</c:v>
                </c:pt>
                <c:pt idx="53">
                  <c:v>74.93</c:v>
                </c:pt>
                <c:pt idx="54">
                  <c:v>81.11</c:v>
                </c:pt>
                <c:pt idx="55">
                  <c:v>80.4</c:v>
                </c:pt>
                <c:pt idx="56">
                  <c:v>76.22</c:v>
                </c:pt>
                <c:pt idx="57">
                  <c:v>74.43</c:v>
                </c:pt>
                <c:pt idx="58">
                  <c:v>67.35</c:v>
                </c:pt>
                <c:pt idx="59">
                  <c:v>65.06</c:v>
                </c:pt>
                <c:pt idx="60">
                  <c:v>63.82</c:v>
                </c:pt>
                <c:pt idx="61">
                  <c:v>64.21</c:v>
                </c:pt>
                <c:pt idx="62">
                  <c:v>66.35</c:v>
                </c:pt>
                <c:pt idx="63">
                  <c:v>64.11</c:v>
                </c:pt>
                <c:pt idx="64">
                  <c:v>77.53</c:v>
                </c:pt>
                <c:pt idx="65">
                  <c:v>79.72</c:v>
                </c:pt>
                <c:pt idx="66">
                  <c:v>78.68</c:v>
                </c:pt>
                <c:pt idx="67">
                  <c:v>78.06</c:v>
                </c:pt>
                <c:pt idx="68">
                  <c:v>74.47</c:v>
                </c:pt>
                <c:pt idx="69">
                  <c:v>67.33</c:v>
                </c:pt>
                <c:pt idx="70">
                  <c:v>47.76</c:v>
                </c:pt>
                <c:pt idx="71">
                  <c:v>46.83</c:v>
                </c:pt>
                <c:pt idx="72">
                  <c:v>42.88</c:v>
                </c:pt>
                <c:pt idx="73">
                  <c:v>41.58</c:v>
                </c:pt>
                <c:pt idx="74">
                  <c:v>44.27</c:v>
                </c:pt>
                <c:pt idx="75">
                  <c:v>43.56</c:v>
                </c:pt>
                <c:pt idx="76">
                  <c:v>40.08</c:v>
                </c:pt>
                <c:pt idx="77">
                  <c:v>39.3</c:v>
                </c:pt>
                <c:pt idx="78">
                  <c:v>35.82</c:v>
                </c:pt>
                <c:pt idx="79">
                  <c:v>39.72</c:v>
                </c:pt>
                <c:pt idx="80">
                  <c:v>44.79</c:v>
                </c:pt>
                <c:pt idx="81">
                  <c:v>49.8</c:v>
                </c:pt>
                <c:pt idx="82">
                  <c:v>47.7</c:v>
                </c:pt>
                <c:pt idx="83">
                  <c:v>42.95</c:v>
                </c:pt>
                <c:pt idx="84">
                  <c:v>38.34</c:v>
                </c:pt>
                <c:pt idx="85">
                  <c:v>35.91</c:v>
                </c:pt>
                <c:pt idx="86">
                  <c:v>33.76</c:v>
                </c:pt>
                <c:pt idx="87">
                  <c:v>35.56</c:v>
                </c:pt>
                <c:pt idx="88">
                  <c:v>34.72</c:v>
                </c:pt>
                <c:pt idx="89">
                  <c:v>32.36</c:v>
                </c:pt>
                <c:pt idx="90">
                  <c:v>31.45</c:v>
                </c:pt>
                <c:pt idx="91">
                  <c:v>27.57</c:v>
                </c:pt>
                <c:pt idx="92">
                  <c:v>26.9</c:v>
                </c:pt>
                <c:pt idx="93">
                  <c:v>30.26</c:v>
                </c:pt>
                <c:pt idx="94">
                  <c:v>28.35</c:v>
                </c:pt>
                <c:pt idx="95">
                  <c:v>28.76</c:v>
                </c:pt>
                <c:pt idx="96">
                  <c:v>25.48</c:v>
                </c:pt>
                <c:pt idx="97">
                  <c:v>32.9</c:v>
                </c:pt>
                <c:pt idx="98">
                  <c:v>30.6</c:v>
                </c:pt>
                <c:pt idx="99">
                  <c:v>29.44</c:v>
                </c:pt>
                <c:pt idx="100">
                  <c:v>26.8</c:v>
                </c:pt>
                <c:pt idx="101">
                  <c:v>32.6</c:v>
                </c:pt>
                <c:pt idx="102">
                  <c:v>36.74</c:v>
                </c:pt>
                <c:pt idx="103">
                  <c:v>36.16</c:v>
                </c:pt>
                <c:pt idx="104">
                  <c:v>74.59</c:v>
                </c:pt>
                <c:pt idx="105">
                  <c:v>74.47</c:v>
                </c:pt>
                <c:pt idx="106">
                  <c:v>74.46</c:v>
                </c:pt>
                <c:pt idx="107">
                  <c:v>75.17</c:v>
                </c:pt>
                <c:pt idx="108">
                  <c:v>75.11</c:v>
                </c:pt>
                <c:pt idx="109">
                  <c:v>75.38</c:v>
                </c:pt>
                <c:pt idx="110">
                  <c:v>74.65</c:v>
                </c:pt>
                <c:pt idx="111">
                  <c:v>75.0</c:v>
                </c:pt>
                <c:pt idx="112">
                  <c:v>74.98</c:v>
                </c:pt>
                <c:pt idx="113">
                  <c:v>74.97</c:v>
                </c:pt>
                <c:pt idx="114">
                  <c:v>75.4</c:v>
                </c:pt>
                <c:pt idx="115">
                  <c:v>76.01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Sheet1!$A$2:$A$117</c:f>
              <c:strCache>
                <c:ptCount val="116"/>
                <c:pt idx="0">
                  <c:v>Jun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'22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</c:strCache>
            </c:strRef>
          </c:cat>
          <c:val>
            <c:numRef>
              <c:f>Sheet1!$C$2:$C$117</c:f>
              <c:numCache>
                <c:formatCode>General</c:formatCode>
                <c:ptCount val="116"/>
                <c:pt idx="17">
                  <c:v>88.19</c:v>
                </c:pt>
                <c:pt idx="63">
                  <c:v>64.11</c:v>
                </c:pt>
                <c:pt idx="69">
                  <c:v>67.33</c:v>
                </c:pt>
                <c:pt idx="96">
                  <c:v>25.48</c:v>
                </c:pt>
                <c:pt idx="100">
                  <c:v>26.8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Sheet1!$A$2:$A$117</c:f>
              <c:strCache>
                <c:ptCount val="116"/>
                <c:pt idx="0">
                  <c:v>Jun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'22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</c:strCache>
            </c:strRef>
          </c:cat>
          <c:val>
            <c:numRef>
              <c:f>Sheet1!$D$2:$D$117</c:f>
              <c:numCache>
                <c:formatCode>General</c:formatCode>
                <c:ptCount val="116"/>
                <c:pt idx="14">
                  <c:v>71.1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Sheet1!$A$2:$A$117</c:f>
              <c:strCache>
                <c:ptCount val="116"/>
                <c:pt idx="0">
                  <c:v>Jun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'22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</c:strCache>
            </c:strRef>
          </c:cat>
          <c:val>
            <c:numRef>
              <c:f>Sheet1!$E$2:$E$117</c:f>
              <c:numCache>
                <c:formatCode>General</c:formatCode>
                <c:ptCount val="116"/>
                <c:pt idx="104">
                  <c:v>74.59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Turning Point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TPTX  ·  acquired by Bristol-Myers Squibb Company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184%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Jun 03, 2022   ·   Closed Aug 17, 2022   ·   Status: completed   ·   Pre-ann. volume 1.03×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Turning Point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Turning Point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76060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4620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01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4287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982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9005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16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21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028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7529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045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555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0573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0776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6628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12,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Introductory meeting between Turning Point and BMS at J.P.…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15, 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Turning Point initiates a formal partnering process for…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06, 2022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Turning Point and BMS enter into a mutual non-disclosure…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12, 2022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Turning Point announces positive top-line BICR data for…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28, 2022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submits a non-binding partnering proposal including a…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06, 2022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shifts from partnering interest to an acquisition…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09, 2022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Turning Point Board rejects the $58.00 offer as inadequate.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14, 2022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increases its acquisition offer to $70.00 per share.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15, 2022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Turning Point Board rejects the $70.00 offer, providing…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26, 2022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submits a revised offer of $75.00 per share and…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02, 2022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communicates a 'best and final' offer of $76.00 per…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03, 2022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Joint press release announcing the transaction.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17, 2022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BMS commences the tender offer.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15, 2022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approximately 84% of shares…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17, 2022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Turning Point becomes a wholly owned…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Turning Point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6 unexplained pre-announcement move weeks (of 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2021-10-08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-29%  ($67.33→$47.76)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238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2022-04-15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($25.48→$32.9)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49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2020-10-09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+27%  ($88.19→$111.81)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602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2020-09-18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($71.1→$88.57)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623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2022-05-13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($26.8→$32.6)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21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2021-08-27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($64.11→$77.53)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280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Turning Point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Turning Point Therapeutics Granted Breakthrough Therapy Designation for Repotrectinib Treatment in Patients…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Turning Point Therapeutics Reports First-Quarter 2022 Financial Results, Provides Operational Updates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Turning Point Therapeutics Reports First-Quarter 2022 Financial Results, Provides Operational Updates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2022-06-03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Turning Point Therapeutics stock more than doubles after Bristol Myers buyout deal valuing company at $3.8…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2022-06-06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TURNING POINT THERAPEUTICS ALERT: Bragar Eagel &amp;amp; Squire, P.C. Investigates Merger of TPTX and…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2022-06-22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IBD Stock Of The Day: Bristol Myers Eyes Breakout After $4.1 Billion Buyout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2022-07-27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Bristol Myers Squibb Reports Second Quarter Financial Results for 2022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2022-08-08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Turning Point Therapeutics Reports Second-Quarter 2022 Financial Results, Provides Operational Updates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2022-08-08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Turning Point Therapeutics Reports Second-Quarter 2022 Financial Results, Provides Operational Updates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