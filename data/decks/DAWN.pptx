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'26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15.56</c:v>
                </c:pt>
                <c:pt idx="1">
                  <c:v>14.39</c:v>
                </c:pt>
                <c:pt idx="2">
                  <c:v>15.55</c:v>
                </c:pt>
                <c:pt idx="3">
                  <c:v>16.52</c:v>
                </c:pt>
                <c:pt idx="4">
                  <c:v>14.57</c:v>
                </c:pt>
                <c:pt idx="5">
                  <c:v>13.77</c:v>
                </c:pt>
                <c:pt idx="6">
                  <c:v>14.96</c:v>
                </c:pt>
                <c:pt idx="7">
                  <c:v>14.92</c:v>
                </c:pt>
                <c:pt idx="8">
                  <c:v>17.17</c:v>
                </c:pt>
                <c:pt idx="9">
                  <c:v>16.0</c:v>
                </c:pt>
                <c:pt idx="10">
                  <c:v>16.17</c:v>
                </c:pt>
                <c:pt idx="11">
                  <c:v>13.77</c:v>
                </c:pt>
                <c:pt idx="12">
                  <c:v>13.27</c:v>
                </c:pt>
                <c:pt idx="13">
                  <c:v>12.77</c:v>
                </c:pt>
                <c:pt idx="14">
                  <c:v>12.61</c:v>
                </c:pt>
                <c:pt idx="15">
                  <c:v>13.68</c:v>
                </c:pt>
                <c:pt idx="16">
                  <c:v>13.78</c:v>
                </c:pt>
                <c:pt idx="17">
                  <c:v>13.71</c:v>
                </c:pt>
                <c:pt idx="18">
                  <c:v>15.21</c:v>
                </c:pt>
                <c:pt idx="19">
                  <c:v>14.98</c:v>
                </c:pt>
                <c:pt idx="20">
                  <c:v>16.03</c:v>
                </c:pt>
                <c:pt idx="21">
                  <c:v>13.92</c:v>
                </c:pt>
                <c:pt idx="22">
                  <c:v>13.3</c:v>
                </c:pt>
                <c:pt idx="23">
                  <c:v>13.92</c:v>
                </c:pt>
                <c:pt idx="24">
                  <c:v>14.09</c:v>
                </c:pt>
                <c:pt idx="25">
                  <c:v>13.84</c:v>
                </c:pt>
                <c:pt idx="26">
                  <c:v>14.2</c:v>
                </c:pt>
                <c:pt idx="27">
                  <c:v>14.13</c:v>
                </c:pt>
                <c:pt idx="28">
                  <c:v>14.78</c:v>
                </c:pt>
                <c:pt idx="29">
                  <c:v>14.16</c:v>
                </c:pt>
                <c:pt idx="30">
                  <c:v>14.1</c:v>
                </c:pt>
                <c:pt idx="31">
                  <c:v>13.88</c:v>
                </c:pt>
                <c:pt idx="32">
                  <c:v>15.01</c:v>
                </c:pt>
                <c:pt idx="33">
                  <c:v>14.6</c:v>
                </c:pt>
                <c:pt idx="34">
                  <c:v>14.65</c:v>
                </c:pt>
                <c:pt idx="35">
                  <c:v>16.39</c:v>
                </c:pt>
                <c:pt idx="36">
                  <c:v>13.31</c:v>
                </c:pt>
                <c:pt idx="37">
                  <c:v>13.72</c:v>
                </c:pt>
                <c:pt idx="38">
                  <c:v>13.93</c:v>
                </c:pt>
                <c:pt idx="39">
                  <c:v>13.75</c:v>
                </c:pt>
                <c:pt idx="40">
                  <c:v>12.75</c:v>
                </c:pt>
                <c:pt idx="41">
                  <c:v>12.79</c:v>
                </c:pt>
                <c:pt idx="42">
                  <c:v>12.87</c:v>
                </c:pt>
                <c:pt idx="43">
                  <c:v>12.59</c:v>
                </c:pt>
                <c:pt idx="44">
                  <c:v>11.8</c:v>
                </c:pt>
                <c:pt idx="45">
                  <c:v>12.54</c:v>
                </c:pt>
                <c:pt idx="46">
                  <c:v>12.21</c:v>
                </c:pt>
                <c:pt idx="47">
                  <c:v>12.37</c:v>
                </c:pt>
                <c:pt idx="48">
                  <c:v>12.05</c:v>
                </c:pt>
                <c:pt idx="49">
                  <c:v>12.26</c:v>
                </c:pt>
                <c:pt idx="50">
                  <c:v>12.43</c:v>
                </c:pt>
                <c:pt idx="51">
                  <c:v>9.06</c:v>
                </c:pt>
                <c:pt idx="52">
                  <c:v>8.67</c:v>
                </c:pt>
                <c:pt idx="53">
                  <c:v>8.12</c:v>
                </c:pt>
                <c:pt idx="54">
                  <c:v>8.23</c:v>
                </c:pt>
                <c:pt idx="55">
                  <c:v>8.07</c:v>
                </c:pt>
                <c:pt idx="56">
                  <c:v>7.22</c:v>
                </c:pt>
                <c:pt idx="57">
                  <c:v>7.12</c:v>
                </c:pt>
                <c:pt idx="58">
                  <c:v>6.84</c:v>
                </c:pt>
                <c:pt idx="59">
                  <c:v>7.74</c:v>
                </c:pt>
                <c:pt idx="60">
                  <c:v>7.93</c:v>
                </c:pt>
                <c:pt idx="61">
                  <c:v>6.45</c:v>
                </c:pt>
                <c:pt idx="62">
                  <c:v>6.25</c:v>
                </c:pt>
                <c:pt idx="63">
                  <c:v>6.27</c:v>
                </c:pt>
                <c:pt idx="64">
                  <c:v>6.38</c:v>
                </c:pt>
                <c:pt idx="65">
                  <c:v>7.19</c:v>
                </c:pt>
                <c:pt idx="66">
                  <c:v>6.67</c:v>
                </c:pt>
                <c:pt idx="67">
                  <c:v>6.32</c:v>
                </c:pt>
                <c:pt idx="68">
                  <c:v>6.47</c:v>
                </c:pt>
                <c:pt idx="69">
                  <c:v>6.8</c:v>
                </c:pt>
                <c:pt idx="70">
                  <c:v>6.79</c:v>
                </c:pt>
                <c:pt idx="71">
                  <c:v>6.4</c:v>
                </c:pt>
                <c:pt idx="72">
                  <c:v>7.23</c:v>
                </c:pt>
                <c:pt idx="73">
                  <c:v>6.65</c:v>
                </c:pt>
                <c:pt idx="74">
                  <c:v>6.1</c:v>
                </c:pt>
                <c:pt idx="75">
                  <c:v>6.75</c:v>
                </c:pt>
                <c:pt idx="76">
                  <c:v>7.2</c:v>
                </c:pt>
                <c:pt idx="77">
                  <c:v>7.51</c:v>
                </c:pt>
                <c:pt idx="78">
                  <c:v>7.55</c:v>
                </c:pt>
                <c:pt idx="79">
                  <c:v>7.12</c:v>
                </c:pt>
                <c:pt idx="80">
                  <c:v>6.81</c:v>
                </c:pt>
                <c:pt idx="81">
                  <c:v>6.77</c:v>
                </c:pt>
                <c:pt idx="82">
                  <c:v>7.95</c:v>
                </c:pt>
                <c:pt idx="83">
                  <c:v>7.24</c:v>
                </c:pt>
                <c:pt idx="84">
                  <c:v>7.2</c:v>
                </c:pt>
                <c:pt idx="85">
                  <c:v>7.49</c:v>
                </c:pt>
                <c:pt idx="86">
                  <c:v>7.44</c:v>
                </c:pt>
                <c:pt idx="87">
                  <c:v>9.73</c:v>
                </c:pt>
                <c:pt idx="88">
                  <c:v>8.8</c:v>
                </c:pt>
                <c:pt idx="89">
                  <c:v>8.52</c:v>
                </c:pt>
                <c:pt idx="90">
                  <c:v>9.49</c:v>
                </c:pt>
                <c:pt idx="91">
                  <c:v>7.92</c:v>
                </c:pt>
                <c:pt idx="92">
                  <c:v>8.36</c:v>
                </c:pt>
                <c:pt idx="93">
                  <c:v>9.24</c:v>
                </c:pt>
                <c:pt idx="94">
                  <c:v>9.45</c:v>
                </c:pt>
                <c:pt idx="95">
                  <c:v>8.85</c:v>
                </c:pt>
                <c:pt idx="96">
                  <c:v>8.94</c:v>
                </c:pt>
                <c:pt idx="97">
                  <c:v>10.16</c:v>
                </c:pt>
                <c:pt idx="98">
                  <c:v>11.95</c:v>
                </c:pt>
                <c:pt idx="99">
                  <c:v>11.16</c:v>
                </c:pt>
                <c:pt idx="100">
                  <c:v>11.41</c:v>
                </c:pt>
                <c:pt idx="101">
                  <c:v>11.35</c:v>
                </c:pt>
                <c:pt idx="102">
                  <c:v>11.78</c:v>
                </c:pt>
                <c:pt idx="103">
                  <c:v>10.6</c:v>
                </c:pt>
                <c:pt idx="104">
                  <c:v>21.2</c:v>
                </c:pt>
                <c:pt idx="105">
                  <c:v>21.31</c:v>
                </c:pt>
                <c:pt idx="106">
                  <c:v>21.44</c:v>
                </c:pt>
                <c:pt idx="107">
                  <c:v>21.41</c:v>
                </c:pt>
                <c:pt idx="108">
                  <c:v>21.45</c:v>
                </c:pt>
                <c:pt idx="109">
                  <c:v>21.47</c:v>
                </c:pt>
                <c:pt idx="110">
                  <c:v>21.47</c:v>
                </c:pt>
                <c:pt idx="111">
                  <c:v>21.53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'26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50">
                  <c:v>12.43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'26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86">
                  <c:v>7.44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'26</c:v>
                </c:pt>
                <c:pt idx="111">
                  <c:v/>
                </c:pt>
              </c:strCache>
            </c:strRef>
          </c:cat>
          <c:val>
            <c:numRef>
              <c:f>Sheet1!$E$2:$E$113</c:f>
              <c:numCache>
                <c:formatCode>General</c:formatCode>
                <c:ptCount val="112"/>
                <c:pt idx="104">
                  <c:v>21.2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Day One Biopharmaceuticals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DAWN  ·  acquired by Servier S.A.S.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06, 2026   ·   Closed Apr 23, 2026   ·   Status: completed   ·   Pre-ann. volume 0.7×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Day One Biopharmaceuticals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Day One Biopharmaceuticals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01603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0163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64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85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648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030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906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354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499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229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960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6117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217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9354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CEO contacts Day One CEO Jeremy Bender to request…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non-binding proposal at $13.00 per share…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increases proposal to $14.00 cash plus $1.00 CVR.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increases proposal to $15.45 per share in cash.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24,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proposes $14.00 per share ($3.50 cash / $10.50…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Servier Group meets with Day One management at an industry…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Servier Group submits initial proposal of $18.00 per share…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Servier Group increases proposal to $20.50 per share in…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revised proposal of $17.80 per share in…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Servier Group increases proposal to $21.50 per share in…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and transaction announced.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26,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22,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85.34% of shares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Day One becomes a wholly 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Day One Biopharmaceuticals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2025-11-07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($7.44→$9.73)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2025-02-28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($12.43→$9.06)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371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Day One Biopharmaceuticals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Day One to Report Second Quarter 2025 Financial Results Tuesday, August 5,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Day One to Report Third Quarter 2025 Financial Results Tuesday, November 4,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Day One Biopharma (DAWN) Announces Positive 3-Year Follow-up Results from Pivotal Phase 2 FIREFLY-1 Trial…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Day One Biopharmaceuticals reports Q4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US Equity Indexes Fall Amid Jobs Data Surprise, Rising Oil Prices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Day One (DAWN) Climbs to 3-Year High on $2.5-Billion Merger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Day One (DAWN) Soars 100% on $2.5-Billion Merger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DAWN Stock Jumps 66% on $2.5B Buyout Offer From Servier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M&amp;amp;A Class Action Firm Encourages $hareholders to Contact Monteverde Concerning the Merger—DAWN…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