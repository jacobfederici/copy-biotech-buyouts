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Sheet1!$A$2:$A$110</c:f>
              <c:strCache>
                <c:ptCount val="109"/>
                <c:pt idx="0">
                  <c:v>Jun '07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Aug '07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>Oct '07</c:v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>Dec '07</c:v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>Feb '08</c:v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>Apr '08</c:v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>Jun '08</c:v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>Aug '08</c:v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Oct '08</c:v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>Dec '08</c:v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Feb '09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>May '09</c:v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>Jul '09</c:v>
                </c:pt>
              </c:strCache>
            </c:strRef>
          </c:cat>
          <c:val>
            <c:numRef>
              <c:f>Sheet1!$B$2:$B$110</c:f>
              <c:numCache>
                <c:formatCode>General</c:formatCode>
                <c:ptCount val="109"/>
                <c:pt idx="0">
                  <c:v>24.58</c:v>
                </c:pt>
                <c:pt idx="1">
                  <c:v>23.9</c:v>
                </c:pt>
                <c:pt idx="2">
                  <c:v>23.95</c:v>
                </c:pt>
                <c:pt idx="3">
                  <c:v>23.6</c:v>
                </c:pt>
                <c:pt idx="4">
                  <c:v>23.25</c:v>
                </c:pt>
                <c:pt idx="5">
                  <c:v>22.5</c:v>
                </c:pt>
                <c:pt idx="6">
                  <c:v>23.0</c:v>
                </c:pt>
                <c:pt idx="7">
                  <c:v>22.65</c:v>
                </c:pt>
                <c:pt idx="8">
                  <c:v>23.0</c:v>
                </c:pt>
                <c:pt idx="9">
                  <c:v>23.1</c:v>
                </c:pt>
                <c:pt idx="10">
                  <c:v>22.5</c:v>
                </c:pt>
                <c:pt idx="11">
                  <c:v>22.25</c:v>
                </c:pt>
                <c:pt idx="12">
                  <c:v>23.0</c:v>
                </c:pt>
                <c:pt idx="13">
                  <c:v>23.0</c:v>
                </c:pt>
                <c:pt idx="14">
                  <c:v>24.0</c:v>
                </c:pt>
                <c:pt idx="15">
                  <c:v>24.0</c:v>
                </c:pt>
                <c:pt idx="16">
                  <c:v>25.5</c:v>
                </c:pt>
                <c:pt idx="17">
                  <c:v>31.25</c:v>
                </c:pt>
                <c:pt idx="18">
                  <c:v>31.25</c:v>
                </c:pt>
                <c:pt idx="19">
                  <c:v>32.0</c:v>
                </c:pt>
                <c:pt idx="20">
                  <c:v>31.5</c:v>
                </c:pt>
                <c:pt idx="21">
                  <c:v>32.5</c:v>
                </c:pt>
                <c:pt idx="22">
                  <c:v>30.5</c:v>
                </c:pt>
                <c:pt idx="23">
                  <c:v>27.25</c:v>
                </c:pt>
                <c:pt idx="24">
                  <c:v>31.0</c:v>
                </c:pt>
                <c:pt idx="25">
                  <c:v>31.0</c:v>
                </c:pt>
                <c:pt idx="26">
                  <c:v>31.0</c:v>
                </c:pt>
                <c:pt idx="27">
                  <c:v>29.7</c:v>
                </c:pt>
                <c:pt idx="28">
                  <c:v>29.83</c:v>
                </c:pt>
                <c:pt idx="29">
                  <c:v>32.7</c:v>
                </c:pt>
                <c:pt idx="30">
                  <c:v>30.19</c:v>
                </c:pt>
                <c:pt idx="31">
                  <c:v>30.02</c:v>
                </c:pt>
                <c:pt idx="32">
                  <c:v>30.38</c:v>
                </c:pt>
                <c:pt idx="33">
                  <c:v>30.02</c:v>
                </c:pt>
                <c:pt idx="34">
                  <c:v>29.63</c:v>
                </c:pt>
                <c:pt idx="35">
                  <c:v>29.61</c:v>
                </c:pt>
                <c:pt idx="36">
                  <c:v>29.25</c:v>
                </c:pt>
                <c:pt idx="37">
                  <c:v>25.97</c:v>
                </c:pt>
                <c:pt idx="38">
                  <c:v>26.61</c:v>
                </c:pt>
                <c:pt idx="39">
                  <c:v>23.3</c:v>
                </c:pt>
                <c:pt idx="40">
                  <c:v>19.25</c:v>
                </c:pt>
                <c:pt idx="41">
                  <c:v>17.88</c:v>
                </c:pt>
                <c:pt idx="42">
                  <c:v>20.71</c:v>
                </c:pt>
                <c:pt idx="43">
                  <c:v>23.0</c:v>
                </c:pt>
                <c:pt idx="44">
                  <c:v>19.73</c:v>
                </c:pt>
                <c:pt idx="45">
                  <c:v>19.59</c:v>
                </c:pt>
                <c:pt idx="46">
                  <c:v>19.64</c:v>
                </c:pt>
                <c:pt idx="47">
                  <c:v>20.55</c:v>
                </c:pt>
                <c:pt idx="48">
                  <c:v>19.46</c:v>
                </c:pt>
                <c:pt idx="49">
                  <c:v>23.35</c:v>
                </c:pt>
                <c:pt idx="50">
                  <c:v>23.0</c:v>
                </c:pt>
                <c:pt idx="51">
                  <c:v>27.02</c:v>
                </c:pt>
                <c:pt idx="52">
                  <c:v>27.72</c:v>
                </c:pt>
                <c:pt idx="53">
                  <c:v>28.21</c:v>
                </c:pt>
                <c:pt idx="54">
                  <c:v>28.49</c:v>
                </c:pt>
                <c:pt idx="55">
                  <c:v>24.74</c:v>
                </c:pt>
                <c:pt idx="56">
                  <c:v>26.33</c:v>
                </c:pt>
                <c:pt idx="57">
                  <c:v>28.09</c:v>
                </c:pt>
                <c:pt idx="58">
                  <c:v>26.75</c:v>
                </c:pt>
                <c:pt idx="59">
                  <c:v>30.84</c:v>
                </c:pt>
                <c:pt idx="60">
                  <c:v>34.09</c:v>
                </c:pt>
                <c:pt idx="61">
                  <c:v>34.88</c:v>
                </c:pt>
                <c:pt idx="62">
                  <c:v>35.07</c:v>
                </c:pt>
                <c:pt idx="63">
                  <c:v>33.86</c:v>
                </c:pt>
                <c:pt idx="64">
                  <c:v>34.44</c:v>
                </c:pt>
                <c:pt idx="65">
                  <c:v>36.92</c:v>
                </c:pt>
                <c:pt idx="66">
                  <c:v>34.02</c:v>
                </c:pt>
                <c:pt idx="67">
                  <c:v>38.3</c:v>
                </c:pt>
                <c:pt idx="68">
                  <c:v>33.9</c:v>
                </c:pt>
                <c:pt idx="69">
                  <c:v>31.35</c:v>
                </c:pt>
                <c:pt idx="70">
                  <c:v>26.1</c:v>
                </c:pt>
                <c:pt idx="71">
                  <c:v>26.77</c:v>
                </c:pt>
                <c:pt idx="72">
                  <c:v>25.0</c:v>
                </c:pt>
                <c:pt idx="73">
                  <c:v>25.4</c:v>
                </c:pt>
                <c:pt idx="74">
                  <c:v>21.84</c:v>
                </c:pt>
                <c:pt idx="75">
                  <c:v>17.46</c:v>
                </c:pt>
                <c:pt idx="76">
                  <c:v>18.77</c:v>
                </c:pt>
                <c:pt idx="77">
                  <c:v>24.2</c:v>
                </c:pt>
                <c:pt idx="78">
                  <c:v>24.1</c:v>
                </c:pt>
                <c:pt idx="79">
                  <c:v>25.64</c:v>
                </c:pt>
                <c:pt idx="80">
                  <c:v>27.1</c:v>
                </c:pt>
                <c:pt idx="81">
                  <c:v>29.24</c:v>
                </c:pt>
                <c:pt idx="82">
                  <c:v>28.61</c:v>
                </c:pt>
                <c:pt idx="83">
                  <c:v>27.78</c:v>
                </c:pt>
                <c:pt idx="84">
                  <c:v>29.32</c:v>
                </c:pt>
                <c:pt idx="85">
                  <c:v>30.32</c:v>
                </c:pt>
                <c:pt idx="86">
                  <c:v>29.18</c:v>
                </c:pt>
                <c:pt idx="87">
                  <c:v>30.75</c:v>
                </c:pt>
                <c:pt idx="88">
                  <c:v>30.68</c:v>
                </c:pt>
                <c:pt idx="89">
                  <c:v>29.04</c:v>
                </c:pt>
                <c:pt idx="90">
                  <c:v>25.03</c:v>
                </c:pt>
                <c:pt idx="91">
                  <c:v>23.95</c:v>
                </c:pt>
                <c:pt idx="92">
                  <c:v>27.77</c:v>
                </c:pt>
                <c:pt idx="93">
                  <c:v>30.21</c:v>
                </c:pt>
                <c:pt idx="94">
                  <c:v>32.02</c:v>
                </c:pt>
                <c:pt idx="95">
                  <c:v>34.16</c:v>
                </c:pt>
                <c:pt idx="96">
                  <c:v>35.38</c:v>
                </c:pt>
                <c:pt idx="97">
                  <c:v>33.78</c:v>
                </c:pt>
                <c:pt idx="98">
                  <c:v>35.2</c:v>
                </c:pt>
                <c:pt idx="99">
                  <c:v>33.79</c:v>
                </c:pt>
                <c:pt idx="100">
                  <c:v>33.69</c:v>
                </c:pt>
                <c:pt idx="101">
                  <c:v>35.14</c:v>
                </c:pt>
                <c:pt idx="102">
                  <c:v>42.82</c:v>
                </c:pt>
                <c:pt idx="103">
                  <c:v>42.99</c:v>
                </c:pt>
                <c:pt idx="104">
                  <c:v>42.87</c:v>
                </c:pt>
                <c:pt idx="105">
                  <c:v>43.03</c:v>
                </c:pt>
                <c:pt idx="106">
                  <c:v>43.0</c:v>
                </c:pt>
                <c:pt idx="107">
                  <c:v>43.0</c:v>
                </c:pt>
                <c:pt idx="108">
                  <c:v>43.0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Sheet1!$A$2:$A$110</c:f>
              <c:strCache>
                <c:ptCount val="109"/>
                <c:pt idx="0">
                  <c:v>Jun '07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Aug '07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>Oct '07</c:v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>Dec '07</c:v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>Feb '08</c:v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>Apr '08</c:v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>Jun '08</c:v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>Aug '08</c:v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Oct '08</c:v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>Dec '08</c:v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Feb '09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>May '09</c:v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>Jul '09</c:v>
                </c:pt>
              </c:strCache>
            </c:strRef>
          </c:cat>
          <c:val>
            <c:numRef>
              <c:f>Sheet1!$C$2:$C$110</c:f>
              <c:numCache>
                <c:formatCode>General</c:formatCode>
                <c:ptCount val="109"/>
                <c:pt idx="16">
                  <c:v>25.5</c:v>
                </c:pt>
                <c:pt idx="74">
                  <c:v>21.84</c:v>
                </c:pt>
                <c:pt idx="76">
                  <c:v>18.77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Sheet1!$A$2:$A$110</c:f>
              <c:strCache>
                <c:ptCount val="109"/>
                <c:pt idx="0">
                  <c:v>Jun '07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Aug '07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>Oct '07</c:v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>Dec '07</c:v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>Feb '08</c:v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>Apr '08</c:v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>Jun '08</c:v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>Aug '08</c:v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Oct '08</c:v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>Dec '08</c:v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Feb '09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>May '09</c:v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>Jul '09</c:v>
                </c:pt>
              </c:strCache>
            </c:strRef>
          </c:cat>
          <c:val>
            <c:numRef>
              <c:f>Sheet1!$D$2:$D$110</c:f>
              <c:numCache>
                <c:formatCode>General</c:formatCode>
                <c:ptCount val="109"/>
                <c:pt idx="102">
                  <c:v>42.82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Cougar Biotechnology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CGRB  ·  acquired by Johnson &amp; Johnson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$43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27%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May 21, 2009   ·   Closed Jul 03, 2009   ·   Status: completed   ·   Pre-ann. volume 1.06×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Cougar Biotechnology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Cougar Biotechnology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296574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82174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9010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80404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8648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6651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9318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64955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6108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7502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27321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58655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4352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21322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71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66898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3809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Jun 2008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Jul 2009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16, 2008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meets to interview Merrill Lynch and establishes a…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03, 2008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Cougar receives a preliminary non-binding indication of…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07, 2008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Cougar formally engages Merrill Lynch as financial advisor.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14, 2008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Johnson &amp; Johnson and Cougar enter into a confidentiality…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19, 2009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Cougar distributes a draft merger agreement to six…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10, 2009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Cougar announces Special Protocol Assessment (SPA)…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19, 2009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Bidder B submits a formal bid of $37.00 per share in cash.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23, 2009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Johnson &amp; Johnson submits a preliminary indication of…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27, 2009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Bidder B increases its offer to $38.00 per share.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17, 2009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Johnson &amp; Johnson submits a formal bid of $40.00 per share…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28, 2009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Bidder C submits an indication of interest at $38.50 per…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30, 2009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Johnson &amp; Johnson increases its offer to $43.00 per share.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20, 2009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Bidder B increases its bid to $39.00 per share; Johnson &amp;…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21, 2009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unanimously approves the Merger Agreement with…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05, 2009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02, 2009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Initial offering period expires at midnight.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03, 2009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Johnson &amp; Johnson announces successful completion of the…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17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Cougar Biotechnology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3 unexplained pre-announcement move weeks (of 4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2008-11-28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+29%  ($18.77→$24.2)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174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2007-10-05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+22%  ($25.5→$31.25)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594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2008-11-14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-20%  ($21.84→$17.46)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188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Cougar Biotechnology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C8F"/>
                </a:solidFill>
                <a:latin typeface="Calibri"/>
              </a:rPr>
              <a:t>No catalyst-tagged news in the report.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