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Sheet1!$A$2:$A$114</c:f>
              <c:strCache>
                <c:ptCount val="113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Sheet1!$B$2:$B$114</c:f>
              <c:numCache>
                <c:formatCode>General</c:formatCode>
                <c:ptCount val="113"/>
                <c:pt idx="0">
                  <c:v>1.41</c:v>
                </c:pt>
                <c:pt idx="1">
                  <c:v>1.75</c:v>
                </c:pt>
                <c:pt idx="2">
                  <c:v>1.5</c:v>
                </c:pt>
                <c:pt idx="3">
                  <c:v>1.34</c:v>
                </c:pt>
                <c:pt idx="4">
                  <c:v>1.3</c:v>
                </c:pt>
                <c:pt idx="5">
                  <c:v>1.35</c:v>
                </c:pt>
                <c:pt idx="6">
                  <c:v>1.5</c:v>
                </c:pt>
                <c:pt idx="7">
                  <c:v>1.34</c:v>
                </c:pt>
                <c:pt idx="8">
                  <c:v>1.47</c:v>
                </c:pt>
                <c:pt idx="9">
                  <c:v>1.47</c:v>
                </c:pt>
                <c:pt idx="10">
                  <c:v>1.46</c:v>
                </c:pt>
                <c:pt idx="11">
                  <c:v>1.36</c:v>
                </c:pt>
                <c:pt idx="12">
                  <c:v>1.39</c:v>
                </c:pt>
                <c:pt idx="13">
                  <c:v>1.38</c:v>
                </c:pt>
                <c:pt idx="14">
                  <c:v>1.33</c:v>
                </c:pt>
                <c:pt idx="15">
                  <c:v>1.32</c:v>
                </c:pt>
                <c:pt idx="16">
                  <c:v>1.65</c:v>
                </c:pt>
                <c:pt idx="17">
                  <c:v>1.51</c:v>
                </c:pt>
                <c:pt idx="18">
                  <c:v>1.62</c:v>
                </c:pt>
                <c:pt idx="19">
                  <c:v>1.7</c:v>
                </c:pt>
                <c:pt idx="20">
                  <c:v>1.28</c:v>
                </c:pt>
                <c:pt idx="21">
                  <c:v>1.37</c:v>
                </c:pt>
                <c:pt idx="22">
                  <c:v>1.36</c:v>
                </c:pt>
                <c:pt idx="23">
                  <c:v>1.26</c:v>
                </c:pt>
                <c:pt idx="24">
                  <c:v>1.34</c:v>
                </c:pt>
                <c:pt idx="25">
                  <c:v>1.25</c:v>
                </c:pt>
                <c:pt idx="26">
                  <c:v>1.39</c:v>
                </c:pt>
                <c:pt idx="27">
                  <c:v>1.32</c:v>
                </c:pt>
                <c:pt idx="28">
                  <c:v>1.44</c:v>
                </c:pt>
                <c:pt idx="29">
                  <c:v>1.34</c:v>
                </c:pt>
                <c:pt idx="30">
                  <c:v>1.4</c:v>
                </c:pt>
                <c:pt idx="31">
                  <c:v>1.4</c:v>
                </c:pt>
                <c:pt idx="32">
                  <c:v>1.37</c:v>
                </c:pt>
                <c:pt idx="33">
                  <c:v>1.31</c:v>
                </c:pt>
                <c:pt idx="34">
                  <c:v>1.28</c:v>
                </c:pt>
                <c:pt idx="35">
                  <c:v>1.32</c:v>
                </c:pt>
                <c:pt idx="36">
                  <c:v>1.3</c:v>
                </c:pt>
                <c:pt idx="37">
                  <c:v>1.22</c:v>
                </c:pt>
                <c:pt idx="38">
                  <c:v>1.26</c:v>
                </c:pt>
                <c:pt idx="39">
                  <c:v>1.35</c:v>
                </c:pt>
                <c:pt idx="40">
                  <c:v>1.56</c:v>
                </c:pt>
                <c:pt idx="41">
                  <c:v>1.53</c:v>
                </c:pt>
                <c:pt idx="42">
                  <c:v>1.46</c:v>
                </c:pt>
                <c:pt idx="43">
                  <c:v>1.49</c:v>
                </c:pt>
                <c:pt idx="44">
                  <c:v>1.39</c:v>
                </c:pt>
                <c:pt idx="45">
                  <c:v>2.11</c:v>
                </c:pt>
                <c:pt idx="46">
                  <c:v>2.69</c:v>
                </c:pt>
                <c:pt idx="47">
                  <c:v>2.88</c:v>
                </c:pt>
                <c:pt idx="48">
                  <c:v>2.54</c:v>
                </c:pt>
                <c:pt idx="49">
                  <c:v>2.8</c:v>
                </c:pt>
                <c:pt idx="50">
                  <c:v>2.13</c:v>
                </c:pt>
                <c:pt idx="51">
                  <c:v>2.42</c:v>
                </c:pt>
                <c:pt idx="52">
                  <c:v>2.65</c:v>
                </c:pt>
                <c:pt idx="53">
                  <c:v>2.21</c:v>
                </c:pt>
                <c:pt idx="54">
                  <c:v>2.0</c:v>
                </c:pt>
                <c:pt idx="55">
                  <c:v>2.02</c:v>
                </c:pt>
                <c:pt idx="56">
                  <c:v>2.29</c:v>
                </c:pt>
                <c:pt idx="57">
                  <c:v>2.23</c:v>
                </c:pt>
                <c:pt idx="58">
                  <c:v>2.41</c:v>
                </c:pt>
                <c:pt idx="59">
                  <c:v>2.51</c:v>
                </c:pt>
                <c:pt idx="60">
                  <c:v>1.78</c:v>
                </c:pt>
                <c:pt idx="61">
                  <c:v>1.66</c:v>
                </c:pt>
                <c:pt idx="62">
                  <c:v>1.71</c:v>
                </c:pt>
                <c:pt idx="63">
                  <c:v>1.65</c:v>
                </c:pt>
                <c:pt idx="64">
                  <c:v>1.78</c:v>
                </c:pt>
                <c:pt idx="65">
                  <c:v>1.57</c:v>
                </c:pt>
                <c:pt idx="66">
                  <c:v>1.48</c:v>
                </c:pt>
                <c:pt idx="67">
                  <c:v>1.61</c:v>
                </c:pt>
                <c:pt idx="68">
                  <c:v>1.77</c:v>
                </c:pt>
                <c:pt idx="69">
                  <c:v>1.68</c:v>
                </c:pt>
                <c:pt idx="70">
                  <c:v>1.46</c:v>
                </c:pt>
                <c:pt idx="71">
                  <c:v>1.61</c:v>
                </c:pt>
                <c:pt idx="72">
                  <c:v>1.82</c:v>
                </c:pt>
                <c:pt idx="73">
                  <c:v>1.61</c:v>
                </c:pt>
                <c:pt idx="74">
                  <c:v>1.58</c:v>
                </c:pt>
                <c:pt idx="75">
                  <c:v>1.52</c:v>
                </c:pt>
                <c:pt idx="76">
                  <c:v>1.57</c:v>
                </c:pt>
                <c:pt idx="77">
                  <c:v>1.44</c:v>
                </c:pt>
                <c:pt idx="78">
                  <c:v>1.49</c:v>
                </c:pt>
                <c:pt idx="79">
                  <c:v>1.47</c:v>
                </c:pt>
                <c:pt idx="80">
                  <c:v>1.43</c:v>
                </c:pt>
                <c:pt idx="81">
                  <c:v>1.47</c:v>
                </c:pt>
                <c:pt idx="82">
                  <c:v>1.61</c:v>
                </c:pt>
                <c:pt idx="83">
                  <c:v>1.6</c:v>
                </c:pt>
                <c:pt idx="84">
                  <c:v>1.58</c:v>
                </c:pt>
                <c:pt idx="85">
                  <c:v>1.59</c:v>
                </c:pt>
                <c:pt idx="86">
                  <c:v>1.54</c:v>
                </c:pt>
                <c:pt idx="87">
                  <c:v>1.61</c:v>
                </c:pt>
                <c:pt idx="88">
                  <c:v>1.41</c:v>
                </c:pt>
                <c:pt idx="89">
                  <c:v>1.24</c:v>
                </c:pt>
                <c:pt idx="90">
                  <c:v>1.24</c:v>
                </c:pt>
                <c:pt idx="91">
                  <c:v>1.0</c:v>
                </c:pt>
                <c:pt idx="92">
                  <c:v>1.19</c:v>
                </c:pt>
                <c:pt idx="93">
                  <c:v>1.21</c:v>
                </c:pt>
                <c:pt idx="94">
                  <c:v>1.31</c:v>
                </c:pt>
                <c:pt idx="95">
                  <c:v>1.35</c:v>
                </c:pt>
                <c:pt idx="96">
                  <c:v>1.29</c:v>
                </c:pt>
                <c:pt idx="97">
                  <c:v>1.48</c:v>
                </c:pt>
                <c:pt idx="98">
                  <c:v>1.37</c:v>
                </c:pt>
                <c:pt idx="99">
                  <c:v>1.73</c:v>
                </c:pt>
                <c:pt idx="100">
                  <c:v>1.69</c:v>
                </c:pt>
                <c:pt idx="101">
                  <c:v>1.78</c:v>
                </c:pt>
                <c:pt idx="102">
                  <c:v>2.06</c:v>
                </c:pt>
                <c:pt idx="103">
                  <c:v>2.76</c:v>
                </c:pt>
                <c:pt idx="104">
                  <c:v>7.85</c:v>
                </c:pt>
                <c:pt idx="105">
                  <c:v>7.87</c:v>
                </c:pt>
                <c:pt idx="106">
                  <c:v>7.87</c:v>
                </c:pt>
                <c:pt idx="107">
                  <c:v>7.89</c:v>
                </c:pt>
                <c:pt idx="108">
                  <c:v>7.93</c:v>
                </c:pt>
                <c:pt idx="109">
                  <c:v>8.22</c:v>
                </c:pt>
                <c:pt idx="110">
                  <c:v>8.11</c:v>
                </c:pt>
                <c:pt idx="111">
                  <c:v>7.88</c:v>
                </c:pt>
                <c:pt idx="112">
                  <c:v>8.16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Sheet1!$C$2:$C$114</c:f>
              <c:numCache>
                <c:formatCode>General</c:formatCode>
                <c:ptCount val="113"/>
                <c:pt idx="0">
                  <c:v>1.41</c:v>
                </c:pt>
                <c:pt idx="102">
                  <c:v>2.06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Sheet1!$D$2:$D$114</c:f>
              <c:numCache>
                <c:formatCode>General</c:formatCode>
                <c:ptCount val="113"/>
                <c:pt idx="15">
                  <c:v>1.32</c:v>
                </c:pt>
                <c:pt idx="19">
                  <c:v>1.7</c:v>
                </c:pt>
                <c:pt idx="44">
                  <c:v>1.39</c:v>
                </c:pt>
                <c:pt idx="45">
                  <c:v>2.11</c:v>
                </c:pt>
                <c:pt idx="49">
                  <c:v>2.8</c:v>
                </c:pt>
                <c:pt idx="59">
                  <c:v>2.51</c:v>
                </c:pt>
                <c:pt idx="98">
                  <c:v>1.37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Sheet1!$A$2:$A$114</c:f>
              <c:strCache>
                <c:ptCount val="113"/>
                <c:pt idx="0">
                  <c:v>May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Jul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Sep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Feb '24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Apr '24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Jun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Sep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Nov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Jan '25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'25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Jun '25</c:v>
                </c:pt>
                <c:pt idx="111">
                  <c:v/>
                </c:pt>
                <c:pt idx="112">
                  <c:v/>
                </c:pt>
              </c:strCache>
            </c:strRef>
          </c:cat>
          <c:val>
            <c:numRef>
              <c:f>Sheet1!$E$2:$E$114</c:f>
              <c:numCache>
                <c:formatCode>General</c:formatCode>
                <c:ptCount val="113"/>
                <c:pt idx="104">
                  <c:v>7.85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Regulus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RGLS  ·  acquired by Novartis AG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305%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Apr 30, 2025   ·   Closed Jun 25, 2025   ·   Status: completed   ·   Pre-ann. volume 0.78×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Regulus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Regulus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54971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40571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202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0258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4963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9769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01190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311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5459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6931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728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36862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8051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50849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38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704299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4416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87213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90010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655369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43860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Jun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Jun 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01,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Regulus engages Evercore to evaluate strategic alternatives…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08,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non-binding indication of interest for an…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02,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submits revised proposal for a co-development…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10,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B submits co-development proposal.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05,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C submits global license proposal.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12,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D submits co-development proposal.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10,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Regulus and Novartis enter into a new confidentiality…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29,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Regulus announces positive interim analysis of fourth…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17,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920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makes verbal proposal to acquire Regulus for $2.50…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04, 2025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initial acquisition proposal of $3.00 cash…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53492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11, 2025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920240" y="53492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revises offer to $4.00 cash + $3.50 CVR.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15, 2025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Party A revises offer to $5.00 cash + $5.00 CVR (bifurcated…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16, 2025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revises offer to $3.50 cash + $3.50 CVR.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20, 2025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increases offer to $6.00 cash + $6.00 CVR.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23, 2025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increases offer to $6.50 cash + $6.50 CVR; Party A…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28, 2025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Novartis submits 'best and final' offer of $7.00 cash +…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29, 2025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Regulus Board unanimously approves the Merger Agreement.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63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30, 2025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635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is publicly announced.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63640" y="45262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27, 2025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635240" y="45262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commences.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63640" y="48006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24, 2025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635240" y="48006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74.49% of shares tendered.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263640" y="50749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25, 2025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635240" y="50749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Regulus becomes a wholly owned subsidiary…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21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Regulus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10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+52%  ($1.39→$2.11)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411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2024-06-28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-29%  ($2.51→$1.78)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306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2024-03-22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+27%  ($2.11→$2.69)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404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2025-03-28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+26%  ($1.37→$1.73)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33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+25%  ($1.32→$1.65)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614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-25%  ($1.7→$1.28)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586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2023-05-12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+24%  ($1.41→$1.75)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719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-24%  ($2.8→$2.13)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376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Regulus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2022-08-11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Reports Second Quarter 2022 Financial Results and Recent Updates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Shares Surge After Early-Stage RGLS8429 Data In Rare Kidney Disease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Announces Positive Topline Safety and Pharmacokinetic (PK) Data from the Phase 1…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2022-09-13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(RGLS) Up on Top-Line Data from Kidney Disease Study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Announces Timing for Third Quarter 2022 Financial Results Webcast and Conference Call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2022-11-10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Reports Third Quarter 2022 Financial Results and Recent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2023-03-23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Reports Fourth Quarter and Year-End 2022 Financial Results and Recent Updates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Reports First Quarter 2023 Financial Results and Recent Updates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2025-04-30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Regulus Therapeutics Announces Execution of Merger Agreement with Novartis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