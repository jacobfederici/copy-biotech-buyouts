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14.9</c:v>
                </c:pt>
                <c:pt idx="1">
                  <c:v>16.19</c:v>
                </c:pt>
                <c:pt idx="2">
                  <c:v>16.5</c:v>
                </c:pt>
                <c:pt idx="3">
                  <c:v>16.0</c:v>
                </c:pt>
                <c:pt idx="4">
                  <c:v>12.61</c:v>
                </c:pt>
                <c:pt idx="5">
                  <c:v>11.12</c:v>
                </c:pt>
                <c:pt idx="6">
                  <c:v>10.62</c:v>
                </c:pt>
                <c:pt idx="7">
                  <c:v>10.8</c:v>
                </c:pt>
                <c:pt idx="8">
                  <c:v>9.43</c:v>
                </c:pt>
                <c:pt idx="9">
                  <c:v>9.24</c:v>
                </c:pt>
                <c:pt idx="10">
                  <c:v>8.41</c:v>
                </c:pt>
                <c:pt idx="11">
                  <c:v>7.77</c:v>
                </c:pt>
                <c:pt idx="12">
                  <c:v>7.31</c:v>
                </c:pt>
                <c:pt idx="13">
                  <c:v>6.7</c:v>
                </c:pt>
                <c:pt idx="14">
                  <c:v>8.31</c:v>
                </c:pt>
                <c:pt idx="15">
                  <c:v>7.85</c:v>
                </c:pt>
                <c:pt idx="16">
                  <c:v>7.65</c:v>
                </c:pt>
                <c:pt idx="17">
                  <c:v>7.7</c:v>
                </c:pt>
                <c:pt idx="18">
                  <c:v>7.26</c:v>
                </c:pt>
                <c:pt idx="19">
                  <c:v>6.56</c:v>
                </c:pt>
                <c:pt idx="20">
                  <c:v>6.5</c:v>
                </c:pt>
                <c:pt idx="21">
                  <c:v>6.4</c:v>
                </c:pt>
                <c:pt idx="22">
                  <c:v>5.4</c:v>
                </c:pt>
                <c:pt idx="23">
                  <c:v>5.3</c:v>
                </c:pt>
                <c:pt idx="24">
                  <c:v>4.93</c:v>
                </c:pt>
                <c:pt idx="25">
                  <c:v>4.07</c:v>
                </c:pt>
                <c:pt idx="26">
                  <c:v>3.86</c:v>
                </c:pt>
                <c:pt idx="27">
                  <c:v>2.83</c:v>
                </c:pt>
                <c:pt idx="28">
                  <c:v>3.54</c:v>
                </c:pt>
                <c:pt idx="29">
                  <c:v>4.13</c:v>
                </c:pt>
                <c:pt idx="30">
                  <c:v>5.09</c:v>
                </c:pt>
                <c:pt idx="31">
                  <c:v>4.91</c:v>
                </c:pt>
                <c:pt idx="32">
                  <c:v>4.96</c:v>
                </c:pt>
                <c:pt idx="33">
                  <c:v>4.9</c:v>
                </c:pt>
                <c:pt idx="34">
                  <c:v>4.88</c:v>
                </c:pt>
                <c:pt idx="35">
                  <c:v>4.77</c:v>
                </c:pt>
                <c:pt idx="36">
                  <c:v>4.61</c:v>
                </c:pt>
                <c:pt idx="37">
                  <c:v>5.54</c:v>
                </c:pt>
                <c:pt idx="38">
                  <c:v>5.53</c:v>
                </c:pt>
                <c:pt idx="39">
                  <c:v>5.77</c:v>
                </c:pt>
                <c:pt idx="40">
                  <c:v>5.58</c:v>
                </c:pt>
                <c:pt idx="41">
                  <c:v>5.59</c:v>
                </c:pt>
                <c:pt idx="42">
                  <c:v>5.41</c:v>
                </c:pt>
                <c:pt idx="43">
                  <c:v>4.92</c:v>
                </c:pt>
                <c:pt idx="44">
                  <c:v>5.0</c:v>
                </c:pt>
                <c:pt idx="45">
                  <c:v>5.0</c:v>
                </c:pt>
                <c:pt idx="46">
                  <c:v>5.47</c:v>
                </c:pt>
                <c:pt idx="47">
                  <c:v>5.1</c:v>
                </c:pt>
                <c:pt idx="48">
                  <c:v>4.5</c:v>
                </c:pt>
                <c:pt idx="49">
                  <c:v>5.08</c:v>
                </c:pt>
                <c:pt idx="50">
                  <c:v>5.46</c:v>
                </c:pt>
                <c:pt idx="51">
                  <c:v>6.55</c:v>
                </c:pt>
                <c:pt idx="52">
                  <c:v>6.23</c:v>
                </c:pt>
                <c:pt idx="53">
                  <c:v>5.71</c:v>
                </c:pt>
                <c:pt idx="54">
                  <c:v>5.64</c:v>
                </c:pt>
                <c:pt idx="55">
                  <c:v>5.6</c:v>
                </c:pt>
                <c:pt idx="56">
                  <c:v>5.57</c:v>
                </c:pt>
                <c:pt idx="57">
                  <c:v>5.75</c:v>
                </c:pt>
                <c:pt idx="58">
                  <c:v>5.88</c:v>
                </c:pt>
                <c:pt idx="59">
                  <c:v>6.01</c:v>
                </c:pt>
                <c:pt idx="60">
                  <c:v>5.66</c:v>
                </c:pt>
                <c:pt idx="61">
                  <c:v>5.67</c:v>
                </c:pt>
                <c:pt idx="62">
                  <c:v>5.51</c:v>
                </c:pt>
                <c:pt idx="63">
                  <c:v>5.66</c:v>
                </c:pt>
                <c:pt idx="64">
                  <c:v>5.38</c:v>
                </c:pt>
                <c:pt idx="65">
                  <c:v>5.41</c:v>
                </c:pt>
                <c:pt idx="66">
                  <c:v>5.17</c:v>
                </c:pt>
                <c:pt idx="67">
                  <c:v>5.05</c:v>
                </c:pt>
                <c:pt idx="68">
                  <c:v>4.93</c:v>
                </c:pt>
                <c:pt idx="69">
                  <c:v>4.9</c:v>
                </c:pt>
                <c:pt idx="70">
                  <c:v>6.0</c:v>
                </c:pt>
                <c:pt idx="71">
                  <c:v>7.18</c:v>
                </c:pt>
                <c:pt idx="72">
                  <c:v>7.5</c:v>
                </c:pt>
                <c:pt idx="73">
                  <c:v>7.41</c:v>
                </c:pt>
                <c:pt idx="74">
                  <c:v>8.44</c:v>
                </c:pt>
                <c:pt idx="75">
                  <c:v>8.65</c:v>
                </c:pt>
                <c:pt idx="76">
                  <c:v>8.39</c:v>
                </c:pt>
                <c:pt idx="77">
                  <c:v>7.89</c:v>
                </c:pt>
                <c:pt idx="78">
                  <c:v>8.48</c:v>
                </c:pt>
                <c:pt idx="79">
                  <c:v>8.22</c:v>
                </c:pt>
                <c:pt idx="80">
                  <c:v>7.97</c:v>
                </c:pt>
                <c:pt idx="81">
                  <c:v>8.67</c:v>
                </c:pt>
                <c:pt idx="82">
                  <c:v>8.79</c:v>
                </c:pt>
                <c:pt idx="83">
                  <c:v>8.66</c:v>
                </c:pt>
                <c:pt idx="84">
                  <c:v>8.89</c:v>
                </c:pt>
                <c:pt idx="85">
                  <c:v>7.69</c:v>
                </c:pt>
                <c:pt idx="86">
                  <c:v>7.67</c:v>
                </c:pt>
                <c:pt idx="87">
                  <c:v>7.53</c:v>
                </c:pt>
                <c:pt idx="88">
                  <c:v>8.55</c:v>
                </c:pt>
                <c:pt idx="89">
                  <c:v>8.06</c:v>
                </c:pt>
                <c:pt idx="90">
                  <c:v>8.5</c:v>
                </c:pt>
                <c:pt idx="91">
                  <c:v>8.68</c:v>
                </c:pt>
                <c:pt idx="92">
                  <c:v>9.15</c:v>
                </c:pt>
                <c:pt idx="93">
                  <c:v>8.22</c:v>
                </c:pt>
                <c:pt idx="94">
                  <c:v>8.06</c:v>
                </c:pt>
                <c:pt idx="95">
                  <c:v>8.25</c:v>
                </c:pt>
                <c:pt idx="96">
                  <c:v>8.51</c:v>
                </c:pt>
                <c:pt idx="97">
                  <c:v>9.11</c:v>
                </c:pt>
                <c:pt idx="98">
                  <c:v>8.6</c:v>
                </c:pt>
                <c:pt idx="99">
                  <c:v>10.88</c:v>
                </c:pt>
                <c:pt idx="100">
                  <c:v>10.49</c:v>
                </c:pt>
                <c:pt idx="101">
                  <c:v>10.69</c:v>
                </c:pt>
                <c:pt idx="102">
                  <c:v>11.87</c:v>
                </c:pt>
                <c:pt idx="103">
                  <c:v>11.9</c:v>
                </c:pt>
                <c:pt idx="104">
                  <c:v>16.28</c:v>
                </c:pt>
                <c:pt idx="105">
                  <c:v>16.57</c:v>
                </c:pt>
                <c:pt idx="106">
                  <c:v>16.71</c:v>
                </c:pt>
                <c:pt idx="107">
                  <c:v>16.9</c:v>
                </c:pt>
                <c:pt idx="108">
                  <c:v>16.85</c:v>
                </c:pt>
                <c:pt idx="109">
                  <c:v>16.87</c:v>
                </c:pt>
                <c:pt idx="110">
                  <c:v>16.85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3">
                  <c:v>16.0</c:v>
                </c:pt>
                <c:pt idx="13">
                  <c:v>6.7</c:v>
                </c:pt>
                <c:pt idx="98">
                  <c:v>8.6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'23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6">
                  <c:v>3.86</c:v>
                </c:pt>
                <c:pt idx="27">
                  <c:v>2.83</c:v>
                </c:pt>
                <c:pt idx="29">
                  <c:v>4.13</c:v>
                </c:pt>
                <c:pt idx="36">
                  <c:v>4.61</c:v>
                </c:pt>
                <c:pt idx="69">
                  <c:v>4.9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'23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16.28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VectivBio Holding AG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VECT  ·  acquired by Ironwood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22, 2023   ·   Closed n/a   ·   Status: pending   ·   Pre-ann. volume 1.3×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VectivBio Holding AG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VectivBio Holding AG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4211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2771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17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112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92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025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0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623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339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872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Ironwood submits a non-binding proposal to acquire…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VectivBio Board determines the $14.00 offer is inadequate…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VectivBio and Ironwood enter into a confidentiality…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Ironwood submits a revised proposal of $15.00 per share in…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26,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VectivBio counters with $16.00 per share plus a $3.00 CVR.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Ironwood submits a 'best and final' all-cash proposal of…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VectivBio and Ironwood enter into an exclusivity agreement…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VectivBio Board unanimously approves the Transaction…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execution of the…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Ironwood formally commences the tender offer.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VectivBio Holding 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($3.86→$2.83)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($8.6→$10.88)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($2.83→$3.54)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2021-09-03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($6.7→$8.31)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626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($4.13→$5.09)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($4.9→$6)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2021-06-25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($16→$12.61)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($4.61→$5.54)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465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VectivBio Holding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VectivBio and Asahi Kasei Pharma Announce the Start of a Phase 1 Study of Apraglutide in Japan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VectivBio to Report Full Year 2022 Financial Results and Provide Business Update on Wednesday, April 19…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VectivBio Reports Full Year 2022 Financial Results and Provides Business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Ironwood Enters into Definitive Agreement to Acquire VectivBio, a Clinical-Stage Biotech Company Pioneering…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ISEE, VECT, HMPT, KERN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CHRA, VECT, MYBF, HMPT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VECT, CHRA, HMPT, MYBF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MYBF, VECT, HMPT, CHRA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CHRA, QUOT, VECT, HMPT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