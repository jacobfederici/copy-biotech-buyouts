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May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'24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9.68</c:v>
                </c:pt>
                <c:pt idx="1">
                  <c:v>10.31</c:v>
                </c:pt>
                <c:pt idx="2">
                  <c:v>11.84</c:v>
                </c:pt>
                <c:pt idx="3">
                  <c:v>11.46</c:v>
                </c:pt>
                <c:pt idx="4">
                  <c:v>11.21</c:v>
                </c:pt>
                <c:pt idx="5">
                  <c:v>11.27</c:v>
                </c:pt>
                <c:pt idx="6">
                  <c:v>11.74</c:v>
                </c:pt>
                <c:pt idx="7">
                  <c:v>13.73</c:v>
                </c:pt>
                <c:pt idx="8">
                  <c:v>13.26</c:v>
                </c:pt>
                <c:pt idx="9">
                  <c:v>13.09</c:v>
                </c:pt>
                <c:pt idx="10">
                  <c:v>13.01</c:v>
                </c:pt>
                <c:pt idx="11">
                  <c:v>13.01</c:v>
                </c:pt>
                <c:pt idx="12">
                  <c:v>12.69</c:v>
                </c:pt>
                <c:pt idx="13">
                  <c:v>16.51</c:v>
                </c:pt>
                <c:pt idx="14">
                  <c:v>16.41</c:v>
                </c:pt>
                <c:pt idx="15">
                  <c:v>14.83</c:v>
                </c:pt>
                <c:pt idx="16">
                  <c:v>14.85</c:v>
                </c:pt>
                <c:pt idx="17">
                  <c:v>16.73</c:v>
                </c:pt>
                <c:pt idx="18">
                  <c:v>18.08</c:v>
                </c:pt>
                <c:pt idx="19">
                  <c:v>18.47</c:v>
                </c:pt>
                <c:pt idx="20">
                  <c:v>18.1</c:v>
                </c:pt>
                <c:pt idx="21">
                  <c:v>18.5</c:v>
                </c:pt>
                <c:pt idx="22">
                  <c:v>17.46</c:v>
                </c:pt>
                <c:pt idx="23">
                  <c:v>16.73</c:v>
                </c:pt>
                <c:pt idx="24">
                  <c:v>16.87</c:v>
                </c:pt>
                <c:pt idx="25">
                  <c:v>17.29</c:v>
                </c:pt>
                <c:pt idx="26">
                  <c:v>15.91</c:v>
                </c:pt>
                <c:pt idx="27">
                  <c:v>16.37</c:v>
                </c:pt>
                <c:pt idx="28">
                  <c:v>15.96</c:v>
                </c:pt>
                <c:pt idx="29">
                  <c:v>15.93</c:v>
                </c:pt>
                <c:pt idx="30">
                  <c:v>15.65</c:v>
                </c:pt>
                <c:pt idx="31">
                  <c:v>15.12</c:v>
                </c:pt>
                <c:pt idx="32">
                  <c:v>15.31</c:v>
                </c:pt>
                <c:pt idx="33">
                  <c:v>15.84</c:v>
                </c:pt>
                <c:pt idx="34">
                  <c:v>16.39</c:v>
                </c:pt>
                <c:pt idx="35">
                  <c:v>21.61</c:v>
                </c:pt>
                <c:pt idx="36">
                  <c:v>21.5</c:v>
                </c:pt>
                <c:pt idx="37">
                  <c:v>18.4</c:v>
                </c:pt>
                <c:pt idx="38">
                  <c:v>17.31</c:v>
                </c:pt>
                <c:pt idx="39">
                  <c:v>17.03</c:v>
                </c:pt>
                <c:pt idx="40">
                  <c:v>16.19</c:v>
                </c:pt>
                <c:pt idx="41">
                  <c:v>14.84</c:v>
                </c:pt>
                <c:pt idx="42">
                  <c:v>14.26</c:v>
                </c:pt>
                <c:pt idx="43">
                  <c:v>15.06</c:v>
                </c:pt>
                <c:pt idx="44">
                  <c:v>14.5</c:v>
                </c:pt>
                <c:pt idx="45">
                  <c:v>16.11</c:v>
                </c:pt>
                <c:pt idx="46">
                  <c:v>14.75</c:v>
                </c:pt>
                <c:pt idx="47">
                  <c:v>15.45</c:v>
                </c:pt>
                <c:pt idx="48">
                  <c:v>14.95</c:v>
                </c:pt>
                <c:pt idx="49">
                  <c:v>14.54</c:v>
                </c:pt>
                <c:pt idx="50">
                  <c:v>14.72</c:v>
                </c:pt>
                <c:pt idx="51">
                  <c:v>14.21</c:v>
                </c:pt>
                <c:pt idx="52">
                  <c:v>13.52</c:v>
                </c:pt>
                <c:pt idx="53">
                  <c:v>13.77</c:v>
                </c:pt>
                <c:pt idx="54">
                  <c:v>14.78</c:v>
                </c:pt>
                <c:pt idx="55">
                  <c:v>13.79</c:v>
                </c:pt>
                <c:pt idx="56">
                  <c:v>14.08</c:v>
                </c:pt>
                <c:pt idx="57">
                  <c:v>14.02</c:v>
                </c:pt>
                <c:pt idx="58">
                  <c:v>14.43</c:v>
                </c:pt>
                <c:pt idx="59">
                  <c:v>14.73</c:v>
                </c:pt>
                <c:pt idx="60">
                  <c:v>14.08</c:v>
                </c:pt>
                <c:pt idx="61">
                  <c:v>13.76</c:v>
                </c:pt>
                <c:pt idx="62">
                  <c:v>14.01</c:v>
                </c:pt>
                <c:pt idx="63">
                  <c:v>13.71</c:v>
                </c:pt>
                <c:pt idx="64">
                  <c:v>13.26</c:v>
                </c:pt>
                <c:pt idx="65">
                  <c:v>13.08</c:v>
                </c:pt>
                <c:pt idx="66">
                  <c:v>15.15</c:v>
                </c:pt>
                <c:pt idx="67">
                  <c:v>14.61</c:v>
                </c:pt>
                <c:pt idx="68">
                  <c:v>14.41</c:v>
                </c:pt>
                <c:pt idx="69">
                  <c:v>14.54</c:v>
                </c:pt>
                <c:pt idx="70">
                  <c:v>13.94</c:v>
                </c:pt>
                <c:pt idx="71">
                  <c:v>13.42</c:v>
                </c:pt>
                <c:pt idx="72">
                  <c:v>12.88</c:v>
                </c:pt>
                <c:pt idx="73">
                  <c:v>12.72</c:v>
                </c:pt>
                <c:pt idx="74">
                  <c:v>12.14</c:v>
                </c:pt>
                <c:pt idx="75">
                  <c:v>10.95</c:v>
                </c:pt>
                <c:pt idx="76">
                  <c:v>10.21</c:v>
                </c:pt>
                <c:pt idx="77">
                  <c:v>10.15</c:v>
                </c:pt>
                <c:pt idx="78">
                  <c:v>12.15</c:v>
                </c:pt>
                <c:pt idx="79">
                  <c:v>11.51</c:v>
                </c:pt>
                <c:pt idx="80">
                  <c:v>12.16</c:v>
                </c:pt>
                <c:pt idx="81">
                  <c:v>12.24</c:v>
                </c:pt>
                <c:pt idx="82">
                  <c:v>12.94</c:v>
                </c:pt>
                <c:pt idx="83">
                  <c:v>14.8</c:v>
                </c:pt>
                <c:pt idx="84">
                  <c:v>15.95</c:v>
                </c:pt>
                <c:pt idx="85">
                  <c:v>16.37</c:v>
                </c:pt>
                <c:pt idx="86">
                  <c:v>16.13</c:v>
                </c:pt>
                <c:pt idx="87">
                  <c:v>15.29</c:v>
                </c:pt>
                <c:pt idx="88">
                  <c:v>14.84</c:v>
                </c:pt>
                <c:pt idx="89">
                  <c:v>13.58</c:v>
                </c:pt>
                <c:pt idx="90">
                  <c:v>14.26</c:v>
                </c:pt>
                <c:pt idx="91">
                  <c:v>14.48</c:v>
                </c:pt>
                <c:pt idx="92">
                  <c:v>15.73</c:v>
                </c:pt>
                <c:pt idx="93">
                  <c:v>15.67</c:v>
                </c:pt>
                <c:pt idx="94">
                  <c:v>16.06</c:v>
                </c:pt>
                <c:pt idx="95">
                  <c:v>17.36</c:v>
                </c:pt>
                <c:pt idx="96">
                  <c:v>16.94</c:v>
                </c:pt>
                <c:pt idx="97">
                  <c:v>15.59</c:v>
                </c:pt>
                <c:pt idx="98">
                  <c:v>15.23</c:v>
                </c:pt>
                <c:pt idx="99">
                  <c:v>15.73</c:v>
                </c:pt>
                <c:pt idx="100">
                  <c:v>15.34</c:v>
                </c:pt>
                <c:pt idx="101">
                  <c:v>15.05</c:v>
                </c:pt>
                <c:pt idx="102">
                  <c:v>14.67</c:v>
                </c:pt>
                <c:pt idx="103">
                  <c:v>14.65</c:v>
                </c:pt>
                <c:pt idx="104">
                  <c:v>25.38</c:v>
                </c:pt>
                <c:pt idx="105">
                  <c:v>25.36</c:v>
                </c:pt>
                <c:pt idx="106">
                  <c:v>25.46</c:v>
                </c:pt>
                <c:pt idx="107">
                  <c:v>25.51</c:v>
                </c:pt>
                <c:pt idx="108">
                  <c:v>25.54</c:v>
                </c:pt>
                <c:pt idx="109">
                  <c:v>25.57</c:v>
                </c:pt>
                <c:pt idx="110">
                  <c:v>25.59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May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'24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12">
                  <c:v>12.69</c:v>
                </c:pt>
                <c:pt idx="34">
                  <c:v>16.39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May '22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'22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'22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'22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'23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'23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'23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'24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25.38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Deciphera Pharmaceuticals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DCPH  ·  acquired by ONO Pharmaceutical Co., Ltd.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$25.6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63%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Apr 29, 2024   ·   Closed Jun 11, 2024   ·   Status: completed   ·   Pre-ann. volume 0.82×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Deciphera Pharmaceuticals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Deciphera Pharmaceuticals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7695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6255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9425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829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4786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93778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427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424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0242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672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7771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921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070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82208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3192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45158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16, 2022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Deciphera and ONO enter into a Confidential Disclosure…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30,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Deciphera announces positive top-line results from Phase 3…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13, 2024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ONO Chairman Gyo Sagara and other executives meet with…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24, 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Deciphera informs ONO that the $22.50 proposal is…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01, 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ONO increases its proposal to $25.00 per share.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08, 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Deciphera and ONO execute a new Confidentiality Agreement…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28, 2024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ONO submits a 'final' proposal of $25.50 per share and…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01, 2024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Deciphera issues process instruction letters to ONO and…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12, 2024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a non-binding proposal of $19.00 per share…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26, 2024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ONO submits a final definitive offer of $25.50 per share.…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27, 2024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ONO submits its 'last, best and final' offer of $25.60 per…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28, 2024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Deciphera Board unanimously approves the Merger Agreement…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29, 2024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executed and publicly announced.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13, 2024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10, 2024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88.3% of shares tendered.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11, 2024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is completed; Deciphera becomes a wholly owned…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16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Deciphera Pharmaceuticals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2023-01-06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+32%  ($16.39→$21.61)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479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2022-08-05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+30%  ($12.69→$16.51)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633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Deciphera Pharmaceuticals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Deciphera Pharmaceuticals to Announce First Quarter 2023 Financial Results and Host Conference Call and…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Deciphera Pharmaceuticals Announces First Quarter 2023 Financial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Deciphera Pharmaceuticals to Present Data from INTRIGUE Phase 3 Study of QINLOCK® (ripretinib) and…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Deciphera Pharmaceuticals to Announce Second Quarter 2023 Financial Results and Host Conference Call and…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Deciphera Pharmaceuticals Announces Second Quarter 2023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Deciphera Pharmaceuticals Announces Positive Top-line Results from MOTION Pivotal Phase 3 Study of…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Deciphera Pharmaceuticals Announces Third Quarter 2023 Financial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2024-01-05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Deciphera Pharmaceuticals Announces Nature Medicine Publication of Results from Exploratory ctDNA Analysis…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2024-01-18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Deciphera Pharmaceuticals Presents Long-Term Follow-Up Results from INTRIGUE Phase 3 Clinical Study in…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