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18.43</c:v>
                </c:pt>
                <c:pt idx="1">
                  <c:v>18.38</c:v>
                </c:pt>
                <c:pt idx="2">
                  <c:v>19.6</c:v>
                </c:pt>
                <c:pt idx="3">
                  <c:v>19.12</c:v>
                </c:pt>
                <c:pt idx="4">
                  <c:v>19.22</c:v>
                </c:pt>
                <c:pt idx="5">
                  <c:v>16.76</c:v>
                </c:pt>
                <c:pt idx="6">
                  <c:v>16.81</c:v>
                </c:pt>
                <c:pt idx="7">
                  <c:v>17.11</c:v>
                </c:pt>
                <c:pt idx="8">
                  <c:v>15.84</c:v>
                </c:pt>
                <c:pt idx="9">
                  <c:v>17.92</c:v>
                </c:pt>
                <c:pt idx="10">
                  <c:v>22.07</c:v>
                </c:pt>
                <c:pt idx="11">
                  <c:v>22.37</c:v>
                </c:pt>
                <c:pt idx="12">
                  <c:v>26.81</c:v>
                </c:pt>
                <c:pt idx="13">
                  <c:v>31.02</c:v>
                </c:pt>
                <c:pt idx="14">
                  <c:v>28.2</c:v>
                </c:pt>
                <c:pt idx="15">
                  <c:v>33.91</c:v>
                </c:pt>
                <c:pt idx="16">
                  <c:v>31.3</c:v>
                </c:pt>
                <c:pt idx="17">
                  <c:v>25.33</c:v>
                </c:pt>
                <c:pt idx="18">
                  <c:v>21.47</c:v>
                </c:pt>
                <c:pt idx="19">
                  <c:v>24.05</c:v>
                </c:pt>
                <c:pt idx="20">
                  <c:v>22.9</c:v>
                </c:pt>
                <c:pt idx="21">
                  <c:v>27.01</c:v>
                </c:pt>
                <c:pt idx="22">
                  <c:v>27.2</c:v>
                </c:pt>
                <c:pt idx="23">
                  <c:v>26.71</c:v>
                </c:pt>
                <c:pt idx="24">
                  <c:v>27.61</c:v>
                </c:pt>
                <c:pt idx="25">
                  <c:v>30.96</c:v>
                </c:pt>
                <c:pt idx="26">
                  <c:v>36.67</c:v>
                </c:pt>
                <c:pt idx="27">
                  <c:v>40.04</c:v>
                </c:pt>
                <c:pt idx="28">
                  <c:v>43.05</c:v>
                </c:pt>
                <c:pt idx="29">
                  <c:v>39.85</c:v>
                </c:pt>
                <c:pt idx="30">
                  <c:v>44.68</c:v>
                </c:pt>
                <c:pt idx="31">
                  <c:v>43.32</c:v>
                </c:pt>
                <c:pt idx="32">
                  <c:v>44.5</c:v>
                </c:pt>
                <c:pt idx="33">
                  <c:v>46.39</c:v>
                </c:pt>
                <c:pt idx="34">
                  <c:v>46.03</c:v>
                </c:pt>
                <c:pt idx="35">
                  <c:v>50.8</c:v>
                </c:pt>
                <c:pt idx="36">
                  <c:v>46.78</c:v>
                </c:pt>
                <c:pt idx="37">
                  <c:v>39.63</c:v>
                </c:pt>
                <c:pt idx="38">
                  <c:v>37.93</c:v>
                </c:pt>
                <c:pt idx="39">
                  <c:v>37.73</c:v>
                </c:pt>
                <c:pt idx="40">
                  <c:v>35.99</c:v>
                </c:pt>
                <c:pt idx="41">
                  <c:v>33.71</c:v>
                </c:pt>
                <c:pt idx="42">
                  <c:v>34.64</c:v>
                </c:pt>
                <c:pt idx="43">
                  <c:v>30.84</c:v>
                </c:pt>
                <c:pt idx="44">
                  <c:v>25.9</c:v>
                </c:pt>
                <c:pt idx="45">
                  <c:v>29.02</c:v>
                </c:pt>
                <c:pt idx="46">
                  <c:v>29.76</c:v>
                </c:pt>
                <c:pt idx="47">
                  <c:v>26.0</c:v>
                </c:pt>
                <c:pt idx="48">
                  <c:v>40.1</c:v>
                </c:pt>
                <c:pt idx="49">
                  <c:v>39.98</c:v>
                </c:pt>
                <c:pt idx="50">
                  <c:v>40.43</c:v>
                </c:pt>
                <c:pt idx="51">
                  <c:v>42.6</c:v>
                </c:pt>
                <c:pt idx="52">
                  <c:v>37.86</c:v>
                </c:pt>
                <c:pt idx="53">
                  <c:v>35.95</c:v>
                </c:pt>
                <c:pt idx="54">
                  <c:v>39.11</c:v>
                </c:pt>
                <c:pt idx="55">
                  <c:v>41.67</c:v>
                </c:pt>
                <c:pt idx="56">
                  <c:v>43.81</c:v>
                </c:pt>
                <c:pt idx="57">
                  <c:v>47.14</c:v>
                </c:pt>
                <c:pt idx="58">
                  <c:v>46.83</c:v>
                </c:pt>
                <c:pt idx="59">
                  <c:v>51.15</c:v>
                </c:pt>
                <c:pt idx="60">
                  <c:v>50.79</c:v>
                </c:pt>
                <c:pt idx="61">
                  <c:v>59.67</c:v>
                </c:pt>
                <c:pt idx="62">
                  <c:v>63.83</c:v>
                </c:pt>
                <c:pt idx="63">
                  <c:v>63.97</c:v>
                </c:pt>
                <c:pt idx="64">
                  <c:v>63.83</c:v>
                </c:pt>
                <c:pt idx="65">
                  <c:v>59.52</c:v>
                </c:pt>
                <c:pt idx="66">
                  <c:v>64.31</c:v>
                </c:pt>
                <c:pt idx="67">
                  <c:v>67.4</c:v>
                </c:pt>
                <c:pt idx="68">
                  <c:v>103.65</c:v>
                </c:pt>
                <c:pt idx="69">
                  <c:v>109.24</c:v>
                </c:pt>
                <c:pt idx="70">
                  <c:v>106.55</c:v>
                </c:pt>
                <c:pt idx="71">
                  <c:v>119.19</c:v>
                </c:pt>
                <c:pt idx="72">
                  <c:v>135.3</c:v>
                </c:pt>
                <c:pt idx="73">
                  <c:v>122.53</c:v>
                </c:pt>
                <c:pt idx="74">
                  <c:v>120.08</c:v>
                </c:pt>
                <c:pt idx="75">
                  <c:v>133.61</c:v>
                </c:pt>
                <c:pt idx="76">
                  <c:v>125.81</c:v>
                </c:pt>
                <c:pt idx="77">
                  <c:v>124.81</c:v>
                </c:pt>
                <c:pt idx="78">
                  <c:v>124.51</c:v>
                </c:pt>
                <c:pt idx="79">
                  <c:v>111.47</c:v>
                </c:pt>
                <c:pt idx="80">
                  <c:v>110.1</c:v>
                </c:pt>
                <c:pt idx="81">
                  <c:v>110.17</c:v>
                </c:pt>
                <c:pt idx="82">
                  <c:v>107.83</c:v>
                </c:pt>
                <c:pt idx="83">
                  <c:v>115.83</c:v>
                </c:pt>
                <c:pt idx="84">
                  <c:v>125.43</c:v>
                </c:pt>
                <c:pt idx="85">
                  <c:v>126.64</c:v>
                </c:pt>
                <c:pt idx="86">
                  <c:v>140.09</c:v>
                </c:pt>
                <c:pt idx="87">
                  <c:v>149.42</c:v>
                </c:pt>
                <c:pt idx="88">
                  <c:v>148.3</c:v>
                </c:pt>
                <c:pt idx="89">
                  <c:v>147.43</c:v>
                </c:pt>
                <c:pt idx="90">
                  <c:v>169.31</c:v>
                </c:pt>
                <c:pt idx="91">
                  <c:v>152.27</c:v>
                </c:pt>
                <c:pt idx="92">
                  <c:v>167.38</c:v>
                </c:pt>
                <c:pt idx="93">
                  <c:v>169.89</c:v>
                </c:pt>
                <c:pt idx="94">
                  <c:v>156.4</c:v>
                </c:pt>
                <c:pt idx="95">
                  <c:v>153.86</c:v>
                </c:pt>
                <c:pt idx="96">
                  <c:v>160.4</c:v>
                </c:pt>
                <c:pt idx="97">
                  <c:v>161.65</c:v>
                </c:pt>
                <c:pt idx="98">
                  <c:v>164.89</c:v>
                </c:pt>
                <c:pt idx="99">
                  <c:v>162.92</c:v>
                </c:pt>
                <c:pt idx="100">
                  <c:v>178.31</c:v>
                </c:pt>
                <c:pt idx="101">
                  <c:v>186.03</c:v>
                </c:pt>
                <c:pt idx="102">
                  <c:v>183.83</c:v>
                </c:pt>
                <c:pt idx="103">
                  <c:v>194.91</c:v>
                </c:pt>
                <c:pt idx="104">
                  <c:v>193.98</c:v>
                </c:pt>
                <c:pt idx="105">
                  <c:v>229.5</c:v>
                </c:pt>
                <c:pt idx="106">
                  <c:v>228.0</c:v>
                </c:pt>
                <c:pt idx="107">
                  <c:v>227.86</c:v>
                </c:pt>
                <c:pt idx="108">
                  <c:v>228.55</c:v>
                </c:pt>
                <c:pt idx="109">
                  <c:v>231.4</c:v>
                </c:pt>
                <c:pt idx="110">
                  <c:v>231.5</c:v>
                </c:pt>
                <c:pt idx="111">
                  <c:v>231.96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9">
                  <c:v>17.92</c:v>
                </c:pt>
                <c:pt idx="14">
                  <c:v>28.2</c:v>
                </c:pt>
                <c:pt idx="47">
                  <c:v>26.0</c:v>
                </c:pt>
                <c:pt idx="67">
                  <c:v>67.4</c:v>
                </c:pt>
                <c:pt idx="89">
                  <c:v>147.43</c:v>
                </c:pt>
                <c:pt idx="99">
                  <c:v>162.92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5">
                  <c:v>229.5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Receptos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RCPT (NASDAQ Global Market)  ·  acquired by Celgene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14, 2015   ·   Closed Aug 27, 2015   ·   Status: completed   ·   Pre-ann. volume 1.27×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Receptos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Receptos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4468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3028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08623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4223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643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309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463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10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230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792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3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7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215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15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15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36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60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57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442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83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11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339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723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236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236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415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28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568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568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82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337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491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260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41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41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05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540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565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20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334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463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719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847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10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232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36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744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8385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641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8898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898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9154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0692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153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4537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4537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Receptos completed its IPO (5,933,277 shares at $14.00 per…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and Celgene each conducted due diligence and…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Receptos received an unsolicited written non-binding…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engaged Centerview Partners LLC as financial…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Celgene (Parent) entered into a non-disclosure…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informed the Company it would not further pursue a…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announced completion of pre-planned interim…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After market close, Company announced Phase 2 portion of…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After market close, Company announced TOUCHSTONE Phase 2…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completed a public offering of 4,140,000 shares at…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Faheem Hasnain separately approached by representatives…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discussed and sought proposals from 13 publicly…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a meeting to discuss potential strategic…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Celgene continued discussions about a potential…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conveyed oral proposal to acquire Company for…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meeting; management updated…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delivered written, non-binding preliminary…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delivered written, non-binding proposal to acquire…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 with management…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submitted revised written, non-binding proposal to…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Celgene amended the Nondisclosure Agreement to…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three separate meetings with management…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conducted face-to-face due diligence session with…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withdrew its proposal to acquire the Company.…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Various media outlets reported rumors that the Company was…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mid-April and first week of May, Celgene had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 to discuss status of…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(publicly traded pharmaceutical company) delivered…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U.S. markets opened, Company announced TOUCHSTONE…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meeting to discuss ozanimod…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Celgene and Company had a call to…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informed the Company it was suspending discussions…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sent letters to Celgene and Party B requesting…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Various media outlets reported that several publicly traded…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B met with Hasnain and expressed…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meeting; Hasnain updated…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representatives orally conveyed an indication of…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Hasnain and Celgene representatives continued to discuss…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 with management…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Hasnain spoke to a Celgene representative and indicated…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additional discussions, Celgene orally increased…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meeting with management, Centerview,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&amp; Watkins sent a revised draft Merger Agreement to…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Latham &amp; Watkins worked with Celgene and its…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telephonic meeting with management…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&amp; Watkins, with input from the Company, negotiated…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held special telephonic meeting. Latham &amp;…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Faheem Hasnain and William H. Rastetter, Ph.D. (Chairman)…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filed an 8-K attaching the Merger Agreement and…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(Strix Corporation) commenced the tender offer.…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at 12:00 midnight (New York City…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 conditions to the Merger satisfied. Celgene completed…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Receptos filed an 8-K reporting completion. (8-K accession…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NASDAQ suspended trading of the Common Stock before the…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