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Sheet1!$A$2:$A$110</c:f>
              <c:strCache>
                <c:ptCount val="109"/>
                <c:pt idx="0">
                  <c:v>Sep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Nov '21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Jan '22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'22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'22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Aug '22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'22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Dec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Feb '23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Apr '23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Aug '23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Oct '23</c:v>
                </c:pt>
              </c:strCache>
            </c:strRef>
          </c:cat>
          <c:val>
            <c:numRef>
              <c:f>Sheet1!$B$2:$B$110</c:f>
              <c:numCache>
                <c:formatCode>General</c:formatCode>
                <c:ptCount val="109"/>
                <c:pt idx="0">
                  <c:v>8.35</c:v>
                </c:pt>
                <c:pt idx="1">
                  <c:v>8.48</c:v>
                </c:pt>
                <c:pt idx="2">
                  <c:v>7.99</c:v>
                </c:pt>
                <c:pt idx="3">
                  <c:v>8.02</c:v>
                </c:pt>
                <c:pt idx="4">
                  <c:v>8.21</c:v>
                </c:pt>
                <c:pt idx="5">
                  <c:v>8.18</c:v>
                </c:pt>
                <c:pt idx="6">
                  <c:v>9.6</c:v>
                </c:pt>
                <c:pt idx="7">
                  <c:v>9.9</c:v>
                </c:pt>
                <c:pt idx="8">
                  <c:v>9.78</c:v>
                </c:pt>
                <c:pt idx="9">
                  <c:v>8.48</c:v>
                </c:pt>
                <c:pt idx="10">
                  <c:v>6.98</c:v>
                </c:pt>
                <c:pt idx="11">
                  <c:v>6.88</c:v>
                </c:pt>
                <c:pt idx="12">
                  <c:v>5.9</c:v>
                </c:pt>
                <c:pt idx="13">
                  <c:v>5.62</c:v>
                </c:pt>
                <c:pt idx="14">
                  <c:v>6.21</c:v>
                </c:pt>
                <c:pt idx="15">
                  <c:v>6.14</c:v>
                </c:pt>
                <c:pt idx="16">
                  <c:v>6.41</c:v>
                </c:pt>
                <c:pt idx="17">
                  <c:v>5.02</c:v>
                </c:pt>
                <c:pt idx="18">
                  <c:v>4.9</c:v>
                </c:pt>
                <c:pt idx="19">
                  <c:v>4.96</c:v>
                </c:pt>
                <c:pt idx="20">
                  <c:v>5.13</c:v>
                </c:pt>
                <c:pt idx="21">
                  <c:v>4.9</c:v>
                </c:pt>
                <c:pt idx="22">
                  <c:v>4.72</c:v>
                </c:pt>
                <c:pt idx="23">
                  <c:v>4.53</c:v>
                </c:pt>
                <c:pt idx="24">
                  <c:v>4.73</c:v>
                </c:pt>
                <c:pt idx="25">
                  <c:v>5.39</c:v>
                </c:pt>
                <c:pt idx="26">
                  <c:v>6.28</c:v>
                </c:pt>
                <c:pt idx="27">
                  <c:v>6.94</c:v>
                </c:pt>
                <c:pt idx="28">
                  <c:v>6.58</c:v>
                </c:pt>
                <c:pt idx="29">
                  <c:v>6.93</c:v>
                </c:pt>
                <c:pt idx="30">
                  <c:v>6.17</c:v>
                </c:pt>
                <c:pt idx="31">
                  <c:v>6.7</c:v>
                </c:pt>
                <c:pt idx="32">
                  <c:v>6.34</c:v>
                </c:pt>
                <c:pt idx="33">
                  <c:v>6.72</c:v>
                </c:pt>
                <c:pt idx="34">
                  <c:v>5.92</c:v>
                </c:pt>
                <c:pt idx="35">
                  <c:v>6.21</c:v>
                </c:pt>
                <c:pt idx="36">
                  <c:v>5.83</c:v>
                </c:pt>
                <c:pt idx="37">
                  <c:v>5.48</c:v>
                </c:pt>
                <c:pt idx="38">
                  <c:v>5.26</c:v>
                </c:pt>
                <c:pt idx="39">
                  <c:v>5.28</c:v>
                </c:pt>
                <c:pt idx="40">
                  <c:v>4.7</c:v>
                </c:pt>
                <c:pt idx="41">
                  <c:v>4.69</c:v>
                </c:pt>
                <c:pt idx="42">
                  <c:v>4.74</c:v>
                </c:pt>
                <c:pt idx="43">
                  <c:v>4.91</c:v>
                </c:pt>
                <c:pt idx="44">
                  <c:v>5.19</c:v>
                </c:pt>
                <c:pt idx="45">
                  <c:v>6.07</c:v>
                </c:pt>
                <c:pt idx="46">
                  <c:v>5.28</c:v>
                </c:pt>
                <c:pt idx="47">
                  <c:v>5.08</c:v>
                </c:pt>
                <c:pt idx="48">
                  <c:v>4.67</c:v>
                </c:pt>
                <c:pt idx="49">
                  <c:v>4.7</c:v>
                </c:pt>
                <c:pt idx="50">
                  <c:v>5.13</c:v>
                </c:pt>
                <c:pt idx="51">
                  <c:v>5.38</c:v>
                </c:pt>
                <c:pt idx="52">
                  <c:v>4.94</c:v>
                </c:pt>
                <c:pt idx="53">
                  <c:v>4.73</c:v>
                </c:pt>
                <c:pt idx="54">
                  <c:v>4.77</c:v>
                </c:pt>
                <c:pt idx="55">
                  <c:v>4.6</c:v>
                </c:pt>
                <c:pt idx="56">
                  <c:v>4.72</c:v>
                </c:pt>
                <c:pt idx="57">
                  <c:v>5.09</c:v>
                </c:pt>
                <c:pt idx="58">
                  <c:v>4.84</c:v>
                </c:pt>
                <c:pt idx="59">
                  <c:v>3.53</c:v>
                </c:pt>
                <c:pt idx="60">
                  <c:v>4.28</c:v>
                </c:pt>
                <c:pt idx="61">
                  <c:v>4.51</c:v>
                </c:pt>
                <c:pt idx="62">
                  <c:v>4.8</c:v>
                </c:pt>
                <c:pt idx="63">
                  <c:v>4.36</c:v>
                </c:pt>
                <c:pt idx="64">
                  <c:v>3.8</c:v>
                </c:pt>
                <c:pt idx="65">
                  <c:v>3.62</c:v>
                </c:pt>
                <c:pt idx="66">
                  <c:v>3.63</c:v>
                </c:pt>
                <c:pt idx="67">
                  <c:v>3.65</c:v>
                </c:pt>
                <c:pt idx="68">
                  <c:v>3.69</c:v>
                </c:pt>
                <c:pt idx="69">
                  <c:v>4.01</c:v>
                </c:pt>
                <c:pt idx="70">
                  <c:v>4.47</c:v>
                </c:pt>
                <c:pt idx="71">
                  <c:v>4.71</c:v>
                </c:pt>
                <c:pt idx="72">
                  <c:v>4.26</c:v>
                </c:pt>
                <c:pt idx="73">
                  <c:v>4.54</c:v>
                </c:pt>
                <c:pt idx="74">
                  <c:v>4.66</c:v>
                </c:pt>
                <c:pt idx="75">
                  <c:v>4.56</c:v>
                </c:pt>
                <c:pt idx="76">
                  <c:v>4.67</c:v>
                </c:pt>
                <c:pt idx="77">
                  <c:v>4.67</c:v>
                </c:pt>
                <c:pt idx="78">
                  <c:v>5.02</c:v>
                </c:pt>
                <c:pt idx="79">
                  <c:v>4.62</c:v>
                </c:pt>
                <c:pt idx="80">
                  <c:v>4.79</c:v>
                </c:pt>
                <c:pt idx="81">
                  <c:v>4.84</c:v>
                </c:pt>
                <c:pt idx="82">
                  <c:v>4.56</c:v>
                </c:pt>
                <c:pt idx="83">
                  <c:v>4.41</c:v>
                </c:pt>
                <c:pt idx="84">
                  <c:v>4.43</c:v>
                </c:pt>
                <c:pt idx="85">
                  <c:v>4.88</c:v>
                </c:pt>
                <c:pt idx="86">
                  <c:v>4.37</c:v>
                </c:pt>
                <c:pt idx="87">
                  <c:v>4.48</c:v>
                </c:pt>
                <c:pt idx="88">
                  <c:v>4.75</c:v>
                </c:pt>
                <c:pt idx="89">
                  <c:v>4.65</c:v>
                </c:pt>
                <c:pt idx="90">
                  <c:v>4.69</c:v>
                </c:pt>
                <c:pt idx="91">
                  <c:v>4.75</c:v>
                </c:pt>
                <c:pt idx="92">
                  <c:v>4.7</c:v>
                </c:pt>
                <c:pt idx="93">
                  <c:v>4.57</c:v>
                </c:pt>
                <c:pt idx="94">
                  <c:v>4.93</c:v>
                </c:pt>
                <c:pt idx="95">
                  <c:v>5.95</c:v>
                </c:pt>
                <c:pt idx="96">
                  <c:v>5.93</c:v>
                </c:pt>
                <c:pt idx="97">
                  <c:v>5.87</c:v>
                </c:pt>
                <c:pt idx="98">
                  <c:v>6.92</c:v>
                </c:pt>
                <c:pt idx="99">
                  <c:v>7.97</c:v>
                </c:pt>
                <c:pt idx="100">
                  <c:v>7.81</c:v>
                </c:pt>
                <c:pt idx="101">
                  <c:v>10.17</c:v>
                </c:pt>
                <c:pt idx="102">
                  <c:v>10.12</c:v>
                </c:pt>
                <c:pt idx="103">
                  <c:v>10.19</c:v>
                </c:pt>
                <c:pt idx="104">
                  <c:v>10.15</c:v>
                </c:pt>
                <c:pt idx="105">
                  <c:v>10.19</c:v>
                </c:pt>
                <c:pt idx="106">
                  <c:v>10.19</c:v>
                </c:pt>
                <c:pt idx="107">
                  <c:v>10.19</c:v>
                </c:pt>
                <c:pt idx="108">
                  <c:v>10.19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Sep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Nov '21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Jan '22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'22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'22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Aug '22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'22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Dec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Feb '23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Apr '23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Aug '23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Oct '23</c:v>
                </c:pt>
              </c:strCache>
            </c:strRef>
          </c:cat>
          <c:val>
            <c:numRef>
              <c:f>Sheet1!$C$2:$C$110</c:f>
              <c:numCache>
                <c:formatCode>General</c:formatCode>
                <c:ptCount val="109"/>
                <c:pt idx="16">
                  <c:v>6.41</c:v>
                </c:pt>
                <c:pt idx="58">
                  <c:v>4.84</c:v>
                </c:pt>
                <c:pt idx="59">
                  <c:v>3.53</c:v>
                </c:pt>
                <c:pt idx="94">
                  <c:v>4.93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Sep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Nov '21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Jan '22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'22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'22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Aug '22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'22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Dec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Feb '23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Apr '23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Aug '23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Oct '23</c:v>
                </c:pt>
              </c:strCache>
            </c:strRef>
          </c:cat>
          <c:val>
            <c:numRef>
              <c:f>Sheet1!$D$2:$D$110</c:f>
              <c:numCache>
                <c:formatCode>General</c:formatCode>
                <c:ptCount val="109"/>
                <c:pt idx="101">
                  <c:v>10.17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Thorne HealthTech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THRN  ·  acquired by Healthspan Buyer,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28, 2023   ·   Closed Oct 16, 2023   ·   Status: completed   ·   Pre-ann. volume 2.11×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Thorne HealthTech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Thorne HealthTech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1250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810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3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354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468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629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23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298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647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391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740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27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5764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505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6905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270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Sponsor A submits unsolicited non-binding proposal for…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Catterton Growth submits proposal for $50 million…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Catterton Asia submits proposal to acquire 51% of Thorne…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Thorne Board establishes Special Committee of independent…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Thorne and L Catterton Management Limited execute a…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Catterton Flagship submits non-binding proposal to acquire…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Catterton Flagship increases proposal to $9.75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Sponsor C submits proposal for $9.00 per share.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Catterton Flagship submits 'best and final' offer of $10.00…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Sponsor C submits revised proposal for $10.15 per share…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Board unanimously approve Merger…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tender offer.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HSR Act waiting period expires.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97.3%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Thorne delisted from Nasdaq.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Thorne HealthTech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($4.84→$3.53)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2022-01-21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($6.41→$5.02)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($3.53→$4.28)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2023-07-21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($4.93→$5.95)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Thorne HealthTech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HT, ABCM, THRN, SURF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TRHC, HT, THRN, ABCM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THRN, SMMF, ABCM, SOVO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THRN, ABCM, RPT, SMMF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CPRI, VRTV, SOVO, THRN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