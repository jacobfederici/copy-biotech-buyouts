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Jan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'23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10.8</c:v>
                </c:pt>
                <c:pt idx="1">
                  <c:v>10.47</c:v>
                </c:pt>
                <c:pt idx="2">
                  <c:v>6.86</c:v>
                </c:pt>
                <c:pt idx="3">
                  <c:v>7.36</c:v>
                </c:pt>
                <c:pt idx="4">
                  <c:v>7.07</c:v>
                </c:pt>
                <c:pt idx="5">
                  <c:v>6.69</c:v>
                </c:pt>
                <c:pt idx="6">
                  <c:v>6.21</c:v>
                </c:pt>
                <c:pt idx="7">
                  <c:v>6.37</c:v>
                </c:pt>
                <c:pt idx="8">
                  <c:v>6.16</c:v>
                </c:pt>
                <c:pt idx="9">
                  <c:v>4.89</c:v>
                </c:pt>
                <c:pt idx="10">
                  <c:v>5.24</c:v>
                </c:pt>
                <c:pt idx="11">
                  <c:v>4.57</c:v>
                </c:pt>
                <c:pt idx="12">
                  <c:v>4.41</c:v>
                </c:pt>
                <c:pt idx="13">
                  <c:v>4.38</c:v>
                </c:pt>
                <c:pt idx="14">
                  <c:v>4.15</c:v>
                </c:pt>
                <c:pt idx="15">
                  <c:v>4.01</c:v>
                </c:pt>
                <c:pt idx="16">
                  <c:v>3.95</c:v>
                </c:pt>
                <c:pt idx="17">
                  <c:v>4.16</c:v>
                </c:pt>
                <c:pt idx="18">
                  <c:v>4.02</c:v>
                </c:pt>
                <c:pt idx="19">
                  <c:v>3.97</c:v>
                </c:pt>
                <c:pt idx="20">
                  <c:v>4.33</c:v>
                </c:pt>
                <c:pt idx="21">
                  <c:v>4.05</c:v>
                </c:pt>
                <c:pt idx="22">
                  <c:v>4.29</c:v>
                </c:pt>
                <c:pt idx="23">
                  <c:v>4.15</c:v>
                </c:pt>
                <c:pt idx="24">
                  <c:v>3.75</c:v>
                </c:pt>
                <c:pt idx="25">
                  <c:v>3.49</c:v>
                </c:pt>
                <c:pt idx="26">
                  <c:v>3.51</c:v>
                </c:pt>
                <c:pt idx="27">
                  <c:v>3.33</c:v>
                </c:pt>
                <c:pt idx="28">
                  <c:v>3.5</c:v>
                </c:pt>
                <c:pt idx="29">
                  <c:v>3.33</c:v>
                </c:pt>
                <c:pt idx="30">
                  <c:v>3.19</c:v>
                </c:pt>
                <c:pt idx="31">
                  <c:v>3.71</c:v>
                </c:pt>
                <c:pt idx="32">
                  <c:v>3.67</c:v>
                </c:pt>
                <c:pt idx="33">
                  <c:v>3.35</c:v>
                </c:pt>
                <c:pt idx="34">
                  <c:v>3.71</c:v>
                </c:pt>
                <c:pt idx="35">
                  <c:v>3.39</c:v>
                </c:pt>
                <c:pt idx="36">
                  <c:v>3.22</c:v>
                </c:pt>
                <c:pt idx="37">
                  <c:v>2.99</c:v>
                </c:pt>
                <c:pt idx="38">
                  <c:v>2.88</c:v>
                </c:pt>
                <c:pt idx="39">
                  <c:v>2.69</c:v>
                </c:pt>
                <c:pt idx="40">
                  <c:v>2.74</c:v>
                </c:pt>
                <c:pt idx="41">
                  <c:v>3.67</c:v>
                </c:pt>
                <c:pt idx="42">
                  <c:v>4.0</c:v>
                </c:pt>
                <c:pt idx="43">
                  <c:v>3.96</c:v>
                </c:pt>
                <c:pt idx="44">
                  <c:v>3.63</c:v>
                </c:pt>
                <c:pt idx="45">
                  <c:v>3.4</c:v>
                </c:pt>
                <c:pt idx="46">
                  <c:v>3.54</c:v>
                </c:pt>
                <c:pt idx="47">
                  <c:v>3.34</c:v>
                </c:pt>
                <c:pt idx="48">
                  <c:v>3.39</c:v>
                </c:pt>
                <c:pt idx="49">
                  <c:v>3.15</c:v>
                </c:pt>
                <c:pt idx="50">
                  <c:v>3.09</c:v>
                </c:pt>
                <c:pt idx="51">
                  <c:v>3.15</c:v>
                </c:pt>
                <c:pt idx="52">
                  <c:v>3.11</c:v>
                </c:pt>
                <c:pt idx="53">
                  <c:v>2.89</c:v>
                </c:pt>
                <c:pt idx="54">
                  <c:v>3.19</c:v>
                </c:pt>
                <c:pt idx="55">
                  <c:v>3.16</c:v>
                </c:pt>
                <c:pt idx="56">
                  <c:v>3.25</c:v>
                </c:pt>
                <c:pt idx="57">
                  <c:v>2.99</c:v>
                </c:pt>
                <c:pt idx="58">
                  <c:v>2.88</c:v>
                </c:pt>
                <c:pt idx="59">
                  <c:v>2.77</c:v>
                </c:pt>
                <c:pt idx="60">
                  <c:v>3.56</c:v>
                </c:pt>
                <c:pt idx="61">
                  <c:v>3.89</c:v>
                </c:pt>
                <c:pt idx="62">
                  <c:v>3.47</c:v>
                </c:pt>
                <c:pt idx="63">
                  <c:v>3.34</c:v>
                </c:pt>
                <c:pt idx="64">
                  <c:v>3.24</c:v>
                </c:pt>
                <c:pt idx="65">
                  <c:v>3.1</c:v>
                </c:pt>
                <c:pt idx="66">
                  <c:v>3.13</c:v>
                </c:pt>
                <c:pt idx="67">
                  <c:v>3.2</c:v>
                </c:pt>
                <c:pt idx="68">
                  <c:v>3.95</c:v>
                </c:pt>
                <c:pt idx="69">
                  <c:v>4.49</c:v>
                </c:pt>
                <c:pt idx="70">
                  <c:v>5.88</c:v>
                </c:pt>
                <c:pt idx="71">
                  <c:v>4.53</c:v>
                </c:pt>
                <c:pt idx="72">
                  <c:v>4.65</c:v>
                </c:pt>
                <c:pt idx="73">
                  <c:v>4.1</c:v>
                </c:pt>
                <c:pt idx="74">
                  <c:v>4.31</c:v>
                </c:pt>
                <c:pt idx="75">
                  <c:v>4.27</c:v>
                </c:pt>
                <c:pt idx="76">
                  <c:v>5.17</c:v>
                </c:pt>
                <c:pt idx="77">
                  <c:v>4.81</c:v>
                </c:pt>
                <c:pt idx="78">
                  <c:v>4.48</c:v>
                </c:pt>
                <c:pt idx="79">
                  <c:v>5.6</c:v>
                </c:pt>
                <c:pt idx="80">
                  <c:v>6.13</c:v>
                </c:pt>
                <c:pt idx="81">
                  <c:v>6.96</c:v>
                </c:pt>
                <c:pt idx="82">
                  <c:v>6.84</c:v>
                </c:pt>
                <c:pt idx="83">
                  <c:v>6.8</c:v>
                </c:pt>
                <c:pt idx="84">
                  <c:v>6.95</c:v>
                </c:pt>
                <c:pt idx="85">
                  <c:v>6.58</c:v>
                </c:pt>
                <c:pt idx="86">
                  <c:v>6.37</c:v>
                </c:pt>
                <c:pt idx="87">
                  <c:v>6.11</c:v>
                </c:pt>
                <c:pt idx="88">
                  <c:v>6.7</c:v>
                </c:pt>
                <c:pt idx="89">
                  <c:v>6.1</c:v>
                </c:pt>
                <c:pt idx="90">
                  <c:v>6.07</c:v>
                </c:pt>
                <c:pt idx="91">
                  <c:v>5.35</c:v>
                </c:pt>
                <c:pt idx="92">
                  <c:v>6.03</c:v>
                </c:pt>
                <c:pt idx="93">
                  <c:v>5.57</c:v>
                </c:pt>
                <c:pt idx="94">
                  <c:v>4.83</c:v>
                </c:pt>
                <c:pt idx="95">
                  <c:v>4.82</c:v>
                </c:pt>
                <c:pt idx="96">
                  <c:v>5.08</c:v>
                </c:pt>
                <c:pt idx="97">
                  <c:v>4.86</c:v>
                </c:pt>
                <c:pt idx="98">
                  <c:v>4.45</c:v>
                </c:pt>
                <c:pt idx="99">
                  <c:v>4.7</c:v>
                </c:pt>
                <c:pt idx="100">
                  <c:v>4.87</c:v>
                </c:pt>
                <c:pt idx="101">
                  <c:v>5.84</c:v>
                </c:pt>
                <c:pt idx="102">
                  <c:v>7.49</c:v>
                </c:pt>
                <c:pt idx="103">
                  <c:v>7.05</c:v>
                </c:pt>
                <c:pt idx="104">
                  <c:v>8.28</c:v>
                </c:pt>
                <c:pt idx="105">
                  <c:v>8.39</c:v>
                </c:pt>
                <c:pt idx="106">
                  <c:v>8.37</c:v>
                </c:pt>
                <c:pt idx="107">
                  <c:v>8.33</c:v>
                </c:pt>
                <c:pt idx="108">
                  <c:v>8.38</c:v>
                </c:pt>
                <c:pt idx="109">
                  <c:v>8.38</c:v>
                </c:pt>
                <c:pt idx="110">
                  <c:v>8.37</c:v>
                </c:pt>
                <c:pt idx="111">
                  <c:v>8.37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Jan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'23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1">
                  <c:v>10.47</c:v>
                </c:pt>
                <c:pt idx="8">
                  <c:v>6.16</c:v>
                </c:pt>
                <c:pt idx="40">
                  <c:v>2.74</c:v>
                </c:pt>
                <c:pt idx="67">
                  <c:v>3.2</c:v>
                </c:pt>
                <c:pt idx="69">
                  <c:v>4.49</c:v>
                </c:pt>
                <c:pt idx="70">
                  <c:v>5.88</c:v>
                </c:pt>
                <c:pt idx="78">
                  <c:v>4.48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Jan '21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Apr '21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Jun '21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'21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Jan '22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'22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'22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Aug '22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Oct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Mar '23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59">
                  <c:v>2.77</c:v>
                </c:pt>
                <c:pt idx="75">
                  <c:v>4.27</c:v>
                </c:pt>
                <c:pt idx="101">
                  <c:v>5.84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Concert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CNCE  ·  acquired by Sun Pharmaceutical Industries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Jan 19, 2023   ·   Closed Mar 06, 2023   ·   Status: completed   ·   Pre-ann. volume 1.23×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Concert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Concert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40944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9504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3494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59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865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7375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7215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558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35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30866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5458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9736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2883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Jul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Mar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Concert and Sun Pharma enter into a mutual Confidential…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30,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Concert Board approves engagement of MTS Health Partners…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MTS begins contacting 39 potential counterparties for a…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11, 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submits a non-binding proposal for a worldwide…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submits a non-binding proposal to acquire…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09,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Concert makes a counteroffer of $8.00 per share plus a…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13, 2022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Sun Pharma accepts the counteroffer terms and enters into a…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16, 2022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Concert and Sun Pharma enter into an Exclusivity Agreement…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18, 2023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Concert Board unanimously approves the Merger Agreement and…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19,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03, 2023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75.2% of shares tendered; HSR…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06, 2023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Concert becomes a wholly owned indirect…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Concert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10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2021-02-05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-34%  ($10.47→$6.86)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713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2021-11-05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+34%  ($2.74→$3.67)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440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($4.49→$5.88)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2022-03-18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($2.77→$3.56)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+28%  ($5.84→$7.49)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2022-07-29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($4.48→$5.6)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174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2022-05-13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($3.2→$3.95)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251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2022-06-03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($5.88→$4.53)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230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Concert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Concert Pharmaceuticals Announces That Results From CTP-543 THRIVE‑AA1 Phase 3 Trial in Patients With…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Concert Pharmaceuticals Announces Presentation of CTP-543 THRIVE-AA1 Phase 3 Data in Alopecia Areata During…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Concert Pharmaceuticals to Report Third Quarter 2022 Results on November 7, 2022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Concert Pharmaceuticals Reports Third Quarter 2022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Concert Pharmaceuticals Announces Presentation of Deuruxolitinib THRIVE-AA1 Phase 3 Study Results in…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The M&amp;amp;A Class Action Firm Continues Investigating the Merger – ANGN, CNCE, VLON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Concert (CNCE) Stock Up 17% Last Week on Sun Pharma Buyout Offer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2023-01-25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ALERT: The M&amp;amp;A Class Action Firm Continues Investigating the Merger – HZNP, ANGN, TIG, CNCE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2023-02-15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Concert Pharmaceuticals Maintains Deuruxolitinib Breakthrough Therapy Designation from FDA for the…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