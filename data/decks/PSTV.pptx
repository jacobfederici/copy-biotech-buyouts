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Dec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'25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0.42</c:v>
                </c:pt>
                <c:pt idx="1">
                  <c:v>0.39</c:v>
                </c:pt>
                <c:pt idx="2">
                  <c:v>0.3</c:v>
                </c:pt>
                <c:pt idx="3">
                  <c:v>0.31</c:v>
                </c:pt>
                <c:pt idx="4">
                  <c:v>0.32</c:v>
                </c:pt>
                <c:pt idx="5">
                  <c:v>0.39</c:v>
                </c:pt>
                <c:pt idx="6">
                  <c:v>0.48</c:v>
                </c:pt>
                <c:pt idx="7">
                  <c:v>0.43</c:v>
                </c:pt>
                <c:pt idx="8">
                  <c:v>0.44</c:v>
                </c:pt>
                <c:pt idx="9">
                  <c:v>0.4</c:v>
                </c:pt>
                <c:pt idx="10">
                  <c:v>0.38</c:v>
                </c:pt>
                <c:pt idx="11">
                  <c:v>0.36</c:v>
                </c:pt>
                <c:pt idx="12">
                  <c:v>0.37</c:v>
                </c:pt>
                <c:pt idx="13">
                  <c:v>0.35</c:v>
                </c:pt>
                <c:pt idx="14">
                  <c:v>0.29</c:v>
                </c:pt>
                <c:pt idx="15">
                  <c:v>0.29</c:v>
                </c:pt>
                <c:pt idx="16">
                  <c:v>0.27</c:v>
                </c:pt>
                <c:pt idx="17">
                  <c:v>0.29</c:v>
                </c:pt>
                <c:pt idx="18">
                  <c:v>0.27</c:v>
                </c:pt>
                <c:pt idx="19">
                  <c:v>0.28</c:v>
                </c:pt>
                <c:pt idx="20">
                  <c:v>0.26</c:v>
                </c:pt>
                <c:pt idx="21">
                  <c:v>0.26</c:v>
                </c:pt>
                <c:pt idx="22">
                  <c:v>3.99</c:v>
                </c:pt>
                <c:pt idx="23">
                  <c:v>4.32</c:v>
                </c:pt>
                <c:pt idx="24">
                  <c:v>3.88</c:v>
                </c:pt>
                <c:pt idx="25">
                  <c:v>4.17</c:v>
                </c:pt>
                <c:pt idx="26">
                  <c:v>3.93</c:v>
                </c:pt>
                <c:pt idx="27">
                  <c:v>3.27</c:v>
                </c:pt>
                <c:pt idx="28">
                  <c:v>2.88</c:v>
                </c:pt>
                <c:pt idx="29">
                  <c:v>3.0</c:v>
                </c:pt>
                <c:pt idx="30">
                  <c:v>2.02</c:v>
                </c:pt>
                <c:pt idx="31">
                  <c:v>2.22</c:v>
                </c:pt>
                <c:pt idx="32">
                  <c:v>2.07</c:v>
                </c:pt>
                <c:pt idx="33">
                  <c:v>2.15</c:v>
                </c:pt>
                <c:pt idx="34">
                  <c:v>2.55</c:v>
                </c:pt>
                <c:pt idx="35">
                  <c:v>2.34</c:v>
                </c:pt>
                <c:pt idx="36">
                  <c:v>2.5</c:v>
                </c:pt>
                <c:pt idx="37">
                  <c:v>2.33</c:v>
                </c:pt>
                <c:pt idx="38">
                  <c:v>2.49</c:v>
                </c:pt>
                <c:pt idx="39">
                  <c:v>2.8</c:v>
                </c:pt>
                <c:pt idx="40">
                  <c:v>1.38</c:v>
                </c:pt>
                <c:pt idx="41">
                  <c:v>1.39</c:v>
                </c:pt>
                <c:pt idx="42">
                  <c:v>1.25</c:v>
                </c:pt>
                <c:pt idx="43">
                  <c:v>1.34</c:v>
                </c:pt>
                <c:pt idx="44">
                  <c:v>1.2</c:v>
                </c:pt>
                <c:pt idx="45">
                  <c:v>1.38</c:v>
                </c:pt>
                <c:pt idx="46">
                  <c:v>1.15</c:v>
                </c:pt>
                <c:pt idx="47">
                  <c:v>1.07</c:v>
                </c:pt>
                <c:pt idx="48">
                  <c:v>1.6</c:v>
                </c:pt>
                <c:pt idx="49">
                  <c:v>1.4</c:v>
                </c:pt>
                <c:pt idx="50">
                  <c:v>2.63</c:v>
                </c:pt>
                <c:pt idx="51">
                  <c:v>1.63</c:v>
                </c:pt>
                <c:pt idx="52">
                  <c:v>1.8</c:v>
                </c:pt>
                <c:pt idx="53">
                  <c:v>2.12</c:v>
                </c:pt>
                <c:pt idx="54">
                  <c:v>1.91</c:v>
                </c:pt>
                <c:pt idx="55">
                  <c:v>1.91</c:v>
                </c:pt>
                <c:pt idx="56">
                  <c:v>1.75</c:v>
                </c:pt>
                <c:pt idx="57">
                  <c:v>1.78</c:v>
                </c:pt>
                <c:pt idx="58">
                  <c:v>2.07</c:v>
                </c:pt>
                <c:pt idx="59">
                  <c:v>2.15</c:v>
                </c:pt>
                <c:pt idx="60">
                  <c:v>2.06</c:v>
                </c:pt>
                <c:pt idx="61">
                  <c:v>1.96</c:v>
                </c:pt>
                <c:pt idx="62">
                  <c:v>1.97</c:v>
                </c:pt>
                <c:pt idx="63">
                  <c:v>2.0</c:v>
                </c:pt>
                <c:pt idx="64">
                  <c:v>1.88</c:v>
                </c:pt>
                <c:pt idx="65">
                  <c:v>1.99</c:v>
                </c:pt>
                <c:pt idx="66">
                  <c:v>1.69</c:v>
                </c:pt>
                <c:pt idx="67">
                  <c:v>1.73</c:v>
                </c:pt>
                <c:pt idx="68">
                  <c:v>1.87</c:v>
                </c:pt>
                <c:pt idx="69">
                  <c:v>1.81</c:v>
                </c:pt>
                <c:pt idx="70">
                  <c:v>1.88</c:v>
                </c:pt>
                <c:pt idx="71">
                  <c:v>1.86</c:v>
                </c:pt>
                <c:pt idx="72">
                  <c:v>1.63</c:v>
                </c:pt>
                <c:pt idx="73">
                  <c:v>1.69</c:v>
                </c:pt>
                <c:pt idx="74">
                  <c:v>1.8</c:v>
                </c:pt>
                <c:pt idx="75">
                  <c:v>2.16</c:v>
                </c:pt>
                <c:pt idx="76">
                  <c:v>2.24</c:v>
                </c:pt>
                <c:pt idx="77">
                  <c:v>2.14</c:v>
                </c:pt>
                <c:pt idx="78">
                  <c:v>2.21</c:v>
                </c:pt>
                <c:pt idx="79">
                  <c:v>2.35</c:v>
                </c:pt>
                <c:pt idx="80">
                  <c:v>2.0</c:v>
                </c:pt>
                <c:pt idx="81">
                  <c:v>1.8</c:v>
                </c:pt>
                <c:pt idx="82">
                  <c:v>1.47</c:v>
                </c:pt>
                <c:pt idx="83">
                  <c:v>1.55</c:v>
                </c:pt>
                <c:pt idx="84">
                  <c:v>1.82</c:v>
                </c:pt>
                <c:pt idx="85">
                  <c:v>1.74</c:v>
                </c:pt>
                <c:pt idx="86">
                  <c:v>1.87</c:v>
                </c:pt>
                <c:pt idx="87">
                  <c:v>1.73</c:v>
                </c:pt>
                <c:pt idx="88">
                  <c:v>1.45</c:v>
                </c:pt>
                <c:pt idx="89">
                  <c:v>1.36</c:v>
                </c:pt>
                <c:pt idx="90">
                  <c:v>1.45</c:v>
                </c:pt>
                <c:pt idx="91">
                  <c:v>1.43</c:v>
                </c:pt>
                <c:pt idx="92">
                  <c:v>1.41</c:v>
                </c:pt>
                <c:pt idx="93">
                  <c:v>1.48</c:v>
                </c:pt>
                <c:pt idx="94">
                  <c:v>1.64</c:v>
                </c:pt>
                <c:pt idx="95">
                  <c:v>1.85</c:v>
                </c:pt>
                <c:pt idx="96">
                  <c:v>1.3</c:v>
                </c:pt>
                <c:pt idx="97">
                  <c:v>1.37</c:v>
                </c:pt>
                <c:pt idx="98">
                  <c:v>1.44</c:v>
                </c:pt>
                <c:pt idx="99">
                  <c:v>1.35</c:v>
                </c:pt>
                <c:pt idx="100">
                  <c:v>1.35</c:v>
                </c:pt>
                <c:pt idx="101">
                  <c:v>1.23</c:v>
                </c:pt>
                <c:pt idx="102">
                  <c:v>1.17</c:v>
                </c:pt>
                <c:pt idx="103">
                  <c:v>1.18</c:v>
                </c:pt>
                <c:pt idx="104">
                  <c:v>1.28</c:v>
                </c:pt>
                <c:pt idx="105">
                  <c:v>1.39</c:v>
                </c:pt>
                <c:pt idx="106">
                  <c:v>1.27</c:v>
                </c:pt>
                <c:pt idx="107">
                  <c:v>1.09</c:v>
                </c:pt>
                <c:pt idx="108">
                  <c:v>1.16</c:v>
                </c:pt>
                <c:pt idx="109">
                  <c:v>1.23</c:v>
                </c:pt>
                <c:pt idx="110">
                  <c:v>1.2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Dec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'25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39">
                  <c:v>2.8</c:v>
                </c:pt>
                <c:pt idx="47">
                  <c:v>1.07</c:v>
                </c:pt>
                <c:pt idx="49">
                  <c:v>1.4</c:v>
                </c:pt>
                <c:pt idx="50">
                  <c:v>2.63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Dec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'25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">
                  <c:v>0.39</c:v>
                </c:pt>
                <c:pt idx="4">
                  <c:v>0.32</c:v>
                </c:pt>
                <c:pt idx="5">
                  <c:v>0.39</c:v>
                </c:pt>
                <c:pt idx="21">
                  <c:v>0.26</c:v>
                </c:pt>
                <c:pt idx="29">
                  <c:v>3.0</c:v>
                </c:pt>
                <c:pt idx="95">
                  <c:v>1.85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Poseida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PSTV  ·  acquired by F. Hoffmann-La Roche Ltd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26, 2024   ·   Closed Jan 08, 2025   ·   Status: completed   ·   Pre-ann. volume 2.23×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Poseida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Poseida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87465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273065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307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579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355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724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005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258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413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500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966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151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384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850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1248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13260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3357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5880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Mar 2021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09, 2021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Poseida and F. Hoffmann-La Roche Ltd enter into a mutual…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30, 2022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Poseida and Roche enter into a strategic global…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17, 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Poseida CEO Mark Gergen informs Roche of unsolicited…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08, 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Astellas makes a $50 million strategic investment in…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22, 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Roche's James Sabry indicates interest in evaluating…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29, 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Poseida management gives a presentation to Roche executive…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27, 2024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submits an initial non-binding proposal to acquire…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29, 2024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Poseida Board rejects the $5.75 proposal as insufficient.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12, 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submits a revised proposal of $7.50 per share plus…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18, 2024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Poseida Board rejects the $7.50 proposal, seeking aggregate…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29, 2024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Poseida counters with $9.50 upfront plus $7.00 in CVRs.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01, 2024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counters with $9.00 upfront plus $3.00 in CVRs.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07, 2024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submits final offer of $9.00 upfront plus $4.00 in…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25, 2024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Poseida Board unanimously approves the Merger Agreement…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26, 2024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09, 2024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07, 2025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ET.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08, 2025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completes the acquisition of Poseida.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18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Poseida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10 unexplained pre-announcement move weeks (of 10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2023-05-05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+1435%  ($0.26→$3.99)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571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+88%  ($1.4→$2.63)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375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2023-09-08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-51%  ($2.8→$1.38)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445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+50%  ($1.07→$1.6)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389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-38%  ($2.63→$1.63)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368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2023-06-30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-33%  ($3→$2.02)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515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2024-10-04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-30%  ($1.85→$1.3)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53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2022-12-16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($0.39→$0.3)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711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Poseida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Plus Therapeutics Reports Second Quarter Financial Results and Recent Business Highlights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Plus Therapeutics Presents Positive ReSPECT-LM Clinical Trial Results of REYOBIQ™ in Leptomeningeal…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2025-11-06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Plus Therapeutics Highlights ReSPECT-LM Clinical Trial Results at 40th SITC Annual Meeting, Melanoma…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2025-11-24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Plus Therapeutics Announces Completion of U.S. FDA Meeting on Future Clinical Development Plans for…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2025-12-01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Plus Therapeutics to Present ReSPECT Phase 1 Dose Escalation Study Results for Leptomeningeal Metastases at…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2025-12-04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Plus Therapeutics Highlights Three REYOBIQ™ Clinical Data Presentations at 2025 WFNOS/SNO Annual Meeting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2026-04-23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Plus Therapeutics Initiates Manufacturing Activities with SpectronRx Under a Master Services Agreement to…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2026-04-23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Plus Therapeutics Initiates Manufacturing Activities with SpectronRx Under a Master Services Agreement to…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2026-05-08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Plus Therapeutics Announces Oral Presentation Highlighting REYOBIQ™ Clinical and Translational Data…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