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Jun '06</c:v>
                </c:pt>
                <c:pt idx="1">
                  <c:v/>
                </c:pt>
                <c:pt idx="2">
                  <c:v>Jun '06</c:v>
                </c:pt>
                <c:pt idx="3">
                  <c:v/>
                </c:pt>
                <c:pt idx="4">
                  <c:v>Jul '06</c:v>
                </c:pt>
                <c:pt idx="5">
                  <c:v/>
                </c:pt>
                <c:pt idx="6">
                  <c:v>Jul '06</c:v>
                </c:pt>
                <c:pt idx="7">
                  <c:v/>
                </c:pt>
                <c:pt idx="8">
                  <c:v>Aug '06</c:v>
                </c:pt>
                <c:pt idx="9">
                  <c:v/>
                </c:pt>
                <c:pt idx="10">
                  <c:v>Aug '06</c:v>
                </c:pt>
                <c:pt idx="11">
                  <c:v/>
                </c:pt>
                <c:pt idx="12">
                  <c:v>Sep '06</c:v>
                </c:pt>
                <c:pt idx="13">
                  <c:v/>
                </c:pt>
                <c:pt idx="14">
                  <c:v>Sep '06</c:v>
                </c:pt>
                <c:pt idx="15">
                  <c:v/>
                </c:pt>
                <c:pt idx="16">
                  <c:v>Oct '06</c:v>
                </c:pt>
                <c:pt idx="17">
                  <c:v/>
                </c:pt>
                <c:pt idx="18">
                  <c:v>Oct '06</c:v>
                </c:pt>
                <c:pt idx="19">
                  <c:v/>
                </c:pt>
                <c:pt idx="20">
                  <c:v>Nov '06</c:v>
                </c:pt>
                <c:pt idx="21">
                  <c:v/>
                </c:pt>
                <c:pt idx="22">
                  <c:v>Nov '06</c:v>
                </c:pt>
                <c:pt idx="23">
                  <c:v/>
                </c:pt>
                <c:pt idx="24">
                  <c:v>Dec '06</c:v>
                </c:pt>
                <c:pt idx="25">
                  <c:v/>
                </c:pt>
                <c:pt idx="26">
                  <c:v>Dec '06</c:v>
                </c:pt>
                <c:pt idx="27">
                  <c:v/>
                </c:pt>
                <c:pt idx="28">
                  <c:v>Dec '06</c:v>
                </c:pt>
                <c:pt idx="29">
                  <c:v/>
                </c:pt>
                <c:pt idx="30">
                  <c:v>Jan '07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3.28</c:v>
                </c:pt>
                <c:pt idx="1">
                  <c:v>2.9</c:v>
                </c:pt>
                <c:pt idx="2">
                  <c:v>2.89</c:v>
                </c:pt>
                <c:pt idx="3">
                  <c:v>2.91</c:v>
                </c:pt>
                <c:pt idx="4">
                  <c:v>2.88</c:v>
                </c:pt>
                <c:pt idx="5">
                  <c:v>2.91</c:v>
                </c:pt>
                <c:pt idx="6">
                  <c:v>2.88</c:v>
                </c:pt>
                <c:pt idx="7">
                  <c:v>3.44</c:v>
                </c:pt>
                <c:pt idx="8">
                  <c:v>3.31</c:v>
                </c:pt>
                <c:pt idx="9">
                  <c:v>3.49</c:v>
                </c:pt>
                <c:pt idx="10">
                  <c:v>3.53</c:v>
                </c:pt>
                <c:pt idx="11">
                  <c:v>3.92</c:v>
                </c:pt>
                <c:pt idx="12">
                  <c:v>3.82</c:v>
                </c:pt>
                <c:pt idx="13">
                  <c:v>4.13</c:v>
                </c:pt>
                <c:pt idx="14">
                  <c:v>4.18</c:v>
                </c:pt>
                <c:pt idx="15">
                  <c:v>4.11</c:v>
                </c:pt>
                <c:pt idx="16">
                  <c:v>4.19</c:v>
                </c:pt>
                <c:pt idx="17">
                  <c:v>4.04</c:v>
                </c:pt>
                <c:pt idx="18">
                  <c:v>3.87</c:v>
                </c:pt>
                <c:pt idx="19">
                  <c:v>3.91</c:v>
                </c:pt>
                <c:pt idx="20">
                  <c:v>4.02</c:v>
                </c:pt>
                <c:pt idx="21">
                  <c:v>4.69</c:v>
                </c:pt>
                <c:pt idx="22">
                  <c:v>4.69</c:v>
                </c:pt>
                <c:pt idx="23">
                  <c:v>4.74</c:v>
                </c:pt>
                <c:pt idx="24">
                  <c:v>4.51</c:v>
                </c:pt>
                <c:pt idx="25">
                  <c:v>4.51</c:v>
                </c:pt>
                <c:pt idx="26">
                  <c:v>4.98</c:v>
                </c:pt>
                <c:pt idx="27">
                  <c:v>4.92</c:v>
                </c:pt>
                <c:pt idx="28">
                  <c:v>5.04</c:v>
                </c:pt>
                <c:pt idx="29">
                  <c:v>4.67</c:v>
                </c:pt>
                <c:pt idx="30">
                  <c:v>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COTHERIX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CTRX  ·  acquired by Actelion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19, 2006   ·   Closed Jan 09, 2007   ·   Status: completed   ·   Pre-ann. volume 1.35×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COTHERIX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COTHERIX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87045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5605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31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9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158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90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25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804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520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952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270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724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559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8718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7576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49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meeting between Actelion CEO Jean-Paul Clozel and…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Actelion submits a non-binding proposal to purchase…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CoTherix Board rejects the $10.00 per share proposal.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23, 2006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Actelion submits a revised non-binding proposal of $12.25…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CoTherix Board rejects the $12.25 per share proposal.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04, 2006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CoTherix and Actelion execute a confidentiality agreement.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09, 2006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Actelion presents a revised proposal of $13.00 per share in…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Actelion increases its offer to $13.50 per share in cash…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CoTherix notifies Schering AG of the potential transaction…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Schering AG exercises its negotiation right; CoTherix…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Schering AG relinquishes its negotiation rights; CoTherix…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CoTherix Board unanimously approves the Merger Agreement…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announcing the execution of the Merger…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Actelion commences the tender offer.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Scheduled expiration of the tender offer.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COTHERIX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COTHERIX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2006-11-20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Actelion Ltd. and CoTherix, Inc. announce execution of Merger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