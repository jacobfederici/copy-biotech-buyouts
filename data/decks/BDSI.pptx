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Feb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'22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5.27</c:v>
                </c:pt>
                <c:pt idx="1">
                  <c:v>5.56</c:v>
                </c:pt>
                <c:pt idx="2">
                  <c:v>4.86</c:v>
                </c:pt>
                <c:pt idx="3">
                  <c:v>4.46</c:v>
                </c:pt>
                <c:pt idx="4">
                  <c:v>4.13</c:v>
                </c:pt>
                <c:pt idx="5">
                  <c:v>3.24</c:v>
                </c:pt>
                <c:pt idx="6">
                  <c:v>3.53</c:v>
                </c:pt>
                <c:pt idx="7">
                  <c:v>3.79</c:v>
                </c:pt>
                <c:pt idx="8">
                  <c:v>4.14</c:v>
                </c:pt>
                <c:pt idx="9">
                  <c:v>4.25</c:v>
                </c:pt>
                <c:pt idx="10">
                  <c:v>4.36</c:v>
                </c:pt>
                <c:pt idx="11">
                  <c:v>4.44</c:v>
                </c:pt>
                <c:pt idx="12">
                  <c:v>5.08</c:v>
                </c:pt>
                <c:pt idx="13">
                  <c:v>4.35</c:v>
                </c:pt>
                <c:pt idx="14">
                  <c:v>4.93</c:v>
                </c:pt>
                <c:pt idx="15">
                  <c:v>4.78</c:v>
                </c:pt>
                <c:pt idx="16">
                  <c:v>4.81</c:v>
                </c:pt>
                <c:pt idx="17">
                  <c:v>4.48</c:v>
                </c:pt>
                <c:pt idx="18">
                  <c:v>4.62</c:v>
                </c:pt>
                <c:pt idx="19">
                  <c:v>4.11</c:v>
                </c:pt>
                <c:pt idx="20">
                  <c:v>4.44</c:v>
                </c:pt>
                <c:pt idx="21">
                  <c:v>4.22</c:v>
                </c:pt>
                <c:pt idx="22">
                  <c:v>4.47</c:v>
                </c:pt>
                <c:pt idx="23">
                  <c:v>4.07</c:v>
                </c:pt>
                <c:pt idx="24">
                  <c:v>4.19</c:v>
                </c:pt>
                <c:pt idx="25">
                  <c:v>4.49</c:v>
                </c:pt>
                <c:pt idx="26">
                  <c:v>5.13</c:v>
                </c:pt>
                <c:pt idx="27">
                  <c:v>4.72</c:v>
                </c:pt>
                <c:pt idx="28">
                  <c:v>3.81</c:v>
                </c:pt>
                <c:pt idx="29">
                  <c:v>3.82</c:v>
                </c:pt>
                <c:pt idx="30">
                  <c:v>3.99</c:v>
                </c:pt>
                <c:pt idx="31">
                  <c:v>4.07</c:v>
                </c:pt>
                <c:pt idx="32">
                  <c:v>3.77</c:v>
                </c:pt>
                <c:pt idx="33">
                  <c:v>3.83</c:v>
                </c:pt>
                <c:pt idx="34">
                  <c:v>4.16</c:v>
                </c:pt>
                <c:pt idx="35">
                  <c:v>3.69</c:v>
                </c:pt>
                <c:pt idx="36">
                  <c:v>3.4</c:v>
                </c:pt>
                <c:pt idx="37">
                  <c:v>3.16</c:v>
                </c:pt>
                <c:pt idx="38">
                  <c:v>3.36</c:v>
                </c:pt>
                <c:pt idx="39">
                  <c:v>3.81</c:v>
                </c:pt>
                <c:pt idx="40">
                  <c:v>3.99</c:v>
                </c:pt>
                <c:pt idx="41">
                  <c:v>3.82</c:v>
                </c:pt>
                <c:pt idx="42">
                  <c:v>4.03</c:v>
                </c:pt>
                <c:pt idx="43">
                  <c:v>4.31</c:v>
                </c:pt>
                <c:pt idx="44">
                  <c:v>4.54</c:v>
                </c:pt>
                <c:pt idx="45">
                  <c:v>4.3</c:v>
                </c:pt>
                <c:pt idx="46">
                  <c:v>4.21</c:v>
                </c:pt>
                <c:pt idx="47">
                  <c:v>4.49</c:v>
                </c:pt>
                <c:pt idx="48">
                  <c:v>4.31</c:v>
                </c:pt>
                <c:pt idx="49">
                  <c:v>4.14</c:v>
                </c:pt>
                <c:pt idx="50">
                  <c:v>3.93</c:v>
                </c:pt>
                <c:pt idx="51">
                  <c:v>4.08</c:v>
                </c:pt>
                <c:pt idx="52">
                  <c:v>4.35</c:v>
                </c:pt>
                <c:pt idx="53">
                  <c:v>4.02</c:v>
                </c:pt>
                <c:pt idx="54">
                  <c:v>4.19</c:v>
                </c:pt>
                <c:pt idx="55">
                  <c:v>4.39</c:v>
                </c:pt>
                <c:pt idx="56">
                  <c:v>4.18</c:v>
                </c:pt>
                <c:pt idx="57">
                  <c:v>4.43</c:v>
                </c:pt>
                <c:pt idx="58">
                  <c:v>4.39</c:v>
                </c:pt>
                <c:pt idx="59">
                  <c:v>4.56</c:v>
                </c:pt>
                <c:pt idx="60">
                  <c:v>4.62</c:v>
                </c:pt>
                <c:pt idx="61">
                  <c:v>4.71</c:v>
                </c:pt>
                <c:pt idx="62">
                  <c:v>4.77</c:v>
                </c:pt>
                <c:pt idx="63">
                  <c:v>4.55</c:v>
                </c:pt>
                <c:pt idx="64">
                  <c:v>4.35</c:v>
                </c:pt>
                <c:pt idx="65">
                  <c:v>4.39</c:v>
                </c:pt>
                <c:pt idx="66">
                  <c:v>3.99</c:v>
                </c:pt>
                <c:pt idx="67">
                  <c:v>3.29</c:v>
                </c:pt>
                <c:pt idx="68">
                  <c:v>3.49</c:v>
                </c:pt>
                <c:pt idx="69">
                  <c:v>3.61</c:v>
                </c:pt>
                <c:pt idx="70">
                  <c:v>3.71</c:v>
                </c:pt>
                <c:pt idx="71">
                  <c:v>3.4</c:v>
                </c:pt>
                <c:pt idx="72">
                  <c:v>3.62</c:v>
                </c:pt>
                <c:pt idx="73">
                  <c:v>3.32</c:v>
                </c:pt>
                <c:pt idx="74">
                  <c:v>3.1</c:v>
                </c:pt>
                <c:pt idx="75">
                  <c:v>2.98</c:v>
                </c:pt>
                <c:pt idx="76">
                  <c:v>3.3</c:v>
                </c:pt>
                <c:pt idx="77">
                  <c:v>3.18</c:v>
                </c:pt>
                <c:pt idx="78">
                  <c:v>3.28</c:v>
                </c:pt>
                <c:pt idx="79">
                  <c:v>3.36</c:v>
                </c:pt>
                <c:pt idx="80">
                  <c:v>3.42</c:v>
                </c:pt>
                <c:pt idx="81">
                  <c:v>3.35</c:v>
                </c:pt>
                <c:pt idx="82">
                  <c:v>3.32</c:v>
                </c:pt>
                <c:pt idx="83">
                  <c:v>3.49</c:v>
                </c:pt>
                <c:pt idx="84">
                  <c:v>3.09</c:v>
                </c:pt>
                <c:pt idx="85">
                  <c:v>3.32</c:v>
                </c:pt>
                <c:pt idx="86">
                  <c:v>3.11</c:v>
                </c:pt>
                <c:pt idx="87">
                  <c:v>3.25</c:v>
                </c:pt>
                <c:pt idx="88">
                  <c:v>3.44</c:v>
                </c:pt>
                <c:pt idx="89">
                  <c:v>3.44</c:v>
                </c:pt>
                <c:pt idx="90">
                  <c:v>3.51</c:v>
                </c:pt>
                <c:pt idx="91">
                  <c:v>2.77</c:v>
                </c:pt>
                <c:pt idx="92">
                  <c:v>3.05</c:v>
                </c:pt>
                <c:pt idx="93">
                  <c:v>3.44</c:v>
                </c:pt>
                <c:pt idx="94">
                  <c:v>3.07</c:v>
                </c:pt>
                <c:pt idx="95">
                  <c:v>2.73</c:v>
                </c:pt>
                <c:pt idx="96">
                  <c:v>2.7</c:v>
                </c:pt>
                <c:pt idx="97">
                  <c:v>3.22</c:v>
                </c:pt>
                <c:pt idx="98">
                  <c:v>3.18</c:v>
                </c:pt>
                <c:pt idx="99">
                  <c:v>3.14</c:v>
                </c:pt>
                <c:pt idx="100">
                  <c:v>3.51</c:v>
                </c:pt>
                <c:pt idx="101">
                  <c:v>3.54</c:v>
                </c:pt>
                <c:pt idx="102">
                  <c:v>3.66</c:v>
                </c:pt>
                <c:pt idx="103">
                  <c:v>3.64</c:v>
                </c:pt>
                <c:pt idx="104">
                  <c:v>5.56</c:v>
                </c:pt>
                <c:pt idx="105">
                  <c:v>5.58</c:v>
                </c:pt>
                <c:pt idx="106">
                  <c:v>5.6</c:v>
                </c:pt>
                <c:pt idx="107">
                  <c:v>5.59</c:v>
                </c:pt>
                <c:pt idx="108">
                  <c:v>5.6</c:v>
                </c:pt>
                <c:pt idx="109">
                  <c:v>5.6</c:v>
                </c:pt>
                <c:pt idx="110">
                  <c:v>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'22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4">
                  <c:v>4.13</c:v>
                </c:pt>
                <c:pt idx="66">
                  <c:v>3.99</c:v>
                </c:pt>
                <c:pt idx="96">
                  <c:v>2.7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Feb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Jul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Sep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Nov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Apr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Jun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Nov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Jan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'22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5">
                  <c:v>5.58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BioDelivery Sciences International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BDSI  ·  acquired by Collegium Pharmaceuticals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Feb 14, 2022   ·   Closed Mar 22, 2022   ·   Status: completed   ·   Pre-ann. volume 3.83×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BioDelivery Sciences International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BioDelivery Sciences International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16889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5449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3154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2778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987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196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614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242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660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287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959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68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377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586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213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22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631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840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840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049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677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8860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0951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30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13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722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931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140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5976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4567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Dec 2021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Joseph Ciaffoni, President and CEO of Collegium, contacted…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James Vollins, General Counsel of BioDelivery, sent draft…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05,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Legal due diligence meeting between Company and Collegium…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06, 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Ciaffoni called Bailey indicating Collegium would move…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07, 2022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Legal due diligence calls held with Party A and Party C…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09, 2022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Jefferies (Collegium's financial advisor) sent preliminary…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Collegium submitted initial written non-binding proposal…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14, 2022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of Party A called Bailey expressing interest but…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held management presentation with Company; Party B…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meeting to discuss forecasts and the Initial…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26, 2022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Collegium received access to virtual data room.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27, 2022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of Party A indicated board discussion scheduled for…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Senior management of BioDelivery and Collegium met via…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Collegium submitted revised proposal (January 31 Proposal)…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authorized continued discussions with…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Collegium submitted revised proposal (February 2 Proposal)…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Moelis rejected the $5.30 per share offer on behalf of…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Messrs. Ciaffoni and Bailey negotiated; Ciaffoni orally…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04, 2022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confirmed interest in all-stock merger of equals…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07, 2022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Collegium's counsel submitted draft tender and support…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08, 2022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circulated revised merger agreement draft…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09, 2022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and Collegium's counsel met telephonically to…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10, 2022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meeting with management and advisors (Moelis…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Collegium's counsel sent revised merger agreement draft…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30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BioDelivery Sciences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12,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Early morning: Goodwin sent revised merger agreement draft…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Moelis and Jefferies agreed on resolution of remaining key…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Early morning: Company, Collegium, and Purchaser executed…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commenced the Offer at $5.60 per share for 20…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Offer expired with sufficient tenders received; Purchaser…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22,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Following consummation of Offer, remaining conditions to…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BioDelivery Sciences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BioDelivery Sciences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