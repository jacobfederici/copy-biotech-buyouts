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Jul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3.2</c:v>
                </c:pt>
                <c:pt idx="1">
                  <c:v>5.04</c:v>
                </c:pt>
                <c:pt idx="2">
                  <c:v>4.8</c:v>
                </c:pt>
                <c:pt idx="3">
                  <c:v>5.92</c:v>
                </c:pt>
                <c:pt idx="4">
                  <c:v>5.68</c:v>
                </c:pt>
                <c:pt idx="5">
                  <c:v>7.2</c:v>
                </c:pt>
                <c:pt idx="6">
                  <c:v>9.52</c:v>
                </c:pt>
                <c:pt idx="7">
                  <c:v>9.44</c:v>
                </c:pt>
                <c:pt idx="8">
                  <c:v>9.04</c:v>
                </c:pt>
                <c:pt idx="9">
                  <c:v>7.76</c:v>
                </c:pt>
                <c:pt idx="10">
                  <c:v>7.6</c:v>
                </c:pt>
                <c:pt idx="11">
                  <c:v>6.88</c:v>
                </c:pt>
                <c:pt idx="12">
                  <c:v>6.56</c:v>
                </c:pt>
                <c:pt idx="13">
                  <c:v>6.64</c:v>
                </c:pt>
                <c:pt idx="14">
                  <c:v>3.6</c:v>
                </c:pt>
                <c:pt idx="15">
                  <c:v>3.84</c:v>
                </c:pt>
                <c:pt idx="16">
                  <c:v>3.84</c:v>
                </c:pt>
                <c:pt idx="17">
                  <c:v>3.84</c:v>
                </c:pt>
                <c:pt idx="18">
                  <c:v>3.84</c:v>
                </c:pt>
                <c:pt idx="19">
                  <c:v>3.44</c:v>
                </c:pt>
                <c:pt idx="20">
                  <c:v>3.44</c:v>
                </c:pt>
                <c:pt idx="21">
                  <c:v>3.04</c:v>
                </c:pt>
                <c:pt idx="22">
                  <c:v>3.52</c:v>
                </c:pt>
                <c:pt idx="23">
                  <c:v>3.6</c:v>
                </c:pt>
                <c:pt idx="24">
                  <c:v>5.28</c:v>
                </c:pt>
                <c:pt idx="25">
                  <c:v>7.2</c:v>
                </c:pt>
                <c:pt idx="26">
                  <c:v>7.52</c:v>
                </c:pt>
                <c:pt idx="27">
                  <c:v>6.88</c:v>
                </c:pt>
                <c:pt idx="28">
                  <c:v>6.16</c:v>
                </c:pt>
                <c:pt idx="29">
                  <c:v>5.68</c:v>
                </c:pt>
                <c:pt idx="30">
                  <c:v>6.48</c:v>
                </c:pt>
                <c:pt idx="31">
                  <c:v>5.6</c:v>
                </c:pt>
                <c:pt idx="32">
                  <c:v>4.88</c:v>
                </c:pt>
                <c:pt idx="33">
                  <c:v>4.48</c:v>
                </c:pt>
                <c:pt idx="34">
                  <c:v>6.24</c:v>
                </c:pt>
                <c:pt idx="35">
                  <c:v>6.56</c:v>
                </c:pt>
                <c:pt idx="36">
                  <c:v>5.6</c:v>
                </c:pt>
                <c:pt idx="37">
                  <c:v>5.68</c:v>
                </c:pt>
                <c:pt idx="38">
                  <c:v>5.92</c:v>
                </c:pt>
                <c:pt idx="39">
                  <c:v>5.84</c:v>
                </c:pt>
                <c:pt idx="40">
                  <c:v>5.44</c:v>
                </c:pt>
                <c:pt idx="41">
                  <c:v>4.16</c:v>
                </c:pt>
                <c:pt idx="42">
                  <c:v>4.08</c:v>
                </c:pt>
                <c:pt idx="43">
                  <c:v>4.0</c:v>
                </c:pt>
                <c:pt idx="44">
                  <c:v>4.32</c:v>
                </c:pt>
                <c:pt idx="45">
                  <c:v>4.08</c:v>
                </c:pt>
                <c:pt idx="46">
                  <c:v>4.32</c:v>
                </c:pt>
                <c:pt idx="47">
                  <c:v>3.36</c:v>
                </c:pt>
                <c:pt idx="48">
                  <c:v>3.36</c:v>
                </c:pt>
                <c:pt idx="49">
                  <c:v>3.04</c:v>
                </c:pt>
                <c:pt idx="50">
                  <c:v>2.64</c:v>
                </c:pt>
                <c:pt idx="51">
                  <c:v>2.48</c:v>
                </c:pt>
                <c:pt idx="52">
                  <c:v>3.04</c:v>
                </c:pt>
                <c:pt idx="53">
                  <c:v>2.48</c:v>
                </c:pt>
                <c:pt idx="54">
                  <c:v>2.56</c:v>
                </c:pt>
                <c:pt idx="55">
                  <c:v>3.04</c:v>
                </c:pt>
                <c:pt idx="56">
                  <c:v>2.56</c:v>
                </c:pt>
                <c:pt idx="57">
                  <c:v>2.56</c:v>
                </c:pt>
                <c:pt idx="58">
                  <c:v>2.24</c:v>
                </c:pt>
                <c:pt idx="59">
                  <c:v>2.0</c:v>
                </c:pt>
                <c:pt idx="60">
                  <c:v>1.12</c:v>
                </c:pt>
                <c:pt idx="61">
                  <c:v>1.24</c:v>
                </c:pt>
                <c:pt idx="62">
                  <c:v>1.27</c:v>
                </c:pt>
                <c:pt idx="63">
                  <c:v>1.25</c:v>
                </c:pt>
                <c:pt idx="64">
                  <c:v>1.2</c:v>
                </c:pt>
                <c:pt idx="65">
                  <c:v>1.4</c:v>
                </c:pt>
                <c:pt idx="66">
                  <c:v>1.25</c:v>
                </c:pt>
                <c:pt idx="67">
                  <c:v>1.26</c:v>
                </c:pt>
                <c:pt idx="68">
                  <c:v>1.26</c:v>
                </c:pt>
                <c:pt idx="69">
                  <c:v>1.08</c:v>
                </c:pt>
                <c:pt idx="70">
                  <c:v>1.1</c:v>
                </c:pt>
                <c:pt idx="71">
                  <c:v>1.77</c:v>
                </c:pt>
                <c:pt idx="72">
                  <c:v>1.61</c:v>
                </c:pt>
                <c:pt idx="73">
                  <c:v>1.45</c:v>
                </c:pt>
                <c:pt idx="74">
                  <c:v>1.76</c:v>
                </c:pt>
                <c:pt idx="75">
                  <c:v>1.77</c:v>
                </c:pt>
                <c:pt idx="76">
                  <c:v>1.85</c:v>
                </c:pt>
                <c:pt idx="77">
                  <c:v>2.0</c:v>
                </c:pt>
                <c:pt idx="78">
                  <c:v>2.49</c:v>
                </c:pt>
                <c:pt idx="79">
                  <c:v>2.94</c:v>
                </c:pt>
                <c:pt idx="80">
                  <c:v>3.72</c:v>
                </c:pt>
                <c:pt idx="81">
                  <c:v>3.73</c:v>
                </c:pt>
                <c:pt idx="82">
                  <c:v>3.53</c:v>
                </c:pt>
                <c:pt idx="83">
                  <c:v>3.18</c:v>
                </c:pt>
                <c:pt idx="84">
                  <c:v>2.91</c:v>
                </c:pt>
                <c:pt idx="85">
                  <c:v>2.62</c:v>
                </c:pt>
                <c:pt idx="86">
                  <c:v>2.69</c:v>
                </c:pt>
                <c:pt idx="87">
                  <c:v>2.69</c:v>
                </c:pt>
                <c:pt idx="88">
                  <c:v>2.47</c:v>
                </c:pt>
                <c:pt idx="89">
                  <c:v>2.49</c:v>
                </c:pt>
                <c:pt idx="90">
                  <c:v>2.49</c:v>
                </c:pt>
                <c:pt idx="91">
                  <c:v>2.54</c:v>
                </c:pt>
                <c:pt idx="92">
                  <c:v>2.78</c:v>
                </c:pt>
                <c:pt idx="93">
                  <c:v>2.73</c:v>
                </c:pt>
                <c:pt idx="94">
                  <c:v>2.57</c:v>
                </c:pt>
                <c:pt idx="95">
                  <c:v>2.58</c:v>
                </c:pt>
                <c:pt idx="96">
                  <c:v>2.72</c:v>
                </c:pt>
                <c:pt idx="97">
                  <c:v>2.56</c:v>
                </c:pt>
                <c:pt idx="98">
                  <c:v>2.55</c:v>
                </c:pt>
                <c:pt idx="99">
                  <c:v>2.14</c:v>
                </c:pt>
                <c:pt idx="100">
                  <c:v>2.4</c:v>
                </c:pt>
                <c:pt idx="101">
                  <c:v>5.96</c:v>
                </c:pt>
                <c:pt idx="102">
                  <c:v>5.86</c:v>
                </c:pt>
                <c:pt idx="103">
                  <c:v>7.43</c:v>
                </c:pt>
                <c:pt idx="104">
                  <c:v>5.98</c:v>
                </c:pt>
                <c:pt idx="105">
                  <c:v>6.0</c:v>
                </c:pt>
                <c:pt idx="106">
                  <c:v>5.99</c:v>
                </c:pt>
                <c:pt idx="107">
                  <c:v>5.99</c:v>
                </c:pt>
                <c:pt idx="108">
                  <c:v>6.0</c:v>
                </c:pt>
                <c:pt idx="109">
                  <c:v>6.01</c:v>
                </c:pt>
                <c:pt idx="110">
                  <c:v>6.0</c:v>
                </c:pt>
                <c:pt idx="111">
                  <c:v>6.04</c:v>
                </c:pt>
                <c:pt idx="112">
                  <c:v>6.02</c:v>
                </c:pt>
                <c:pt idx="113">
                  <c:v>5.99</c:v>
                </c:pt>
                <c:pt idx="114">
                  <c:v>5.98</c:v>
                </c:pt>
                <c:pt idx="115">
                  <c:v>5.99</c:v>
                </c:pt>
                <c:pt idx="116">
                  <c:v>5.98</c:v>
                </c:pt>
                <c:pt idx="117">
                  <c:v>5.98</c:v>
                </c:pt>
                <c:pt idx="118">
                  <c:v>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Jul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102">
                  <c:v>5.86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Jul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Sheet1!$D$2:$D$120</c:f>
              <c:numCache>
                <c:formatCode>General</c:formatCode>
                <c:ptCount val="119"/>
                <c:pt idx="0">
                  <c:v>3.2</c:v>
                </c:pt>
                <c:pt idx="4">
                  <c:v>5.68</c:v>
                </c:pt>
                <c:pt idx="5">
                  <c:v>7.2</c:v>
                </c:pt>
                <c:pt idx="13">
                  <c:v>6.64</c:v>
                </c:pt>
                <c:pt idx="23">
                  <c:v>3.6</c:v>
                </c:pt>
                <c:pt idx="24">
                  <c:v>5.28</c:v>
                </c:pt>
                <c:pt idx="33">
                  <c:v>4.48</c:v>
                </c:pt>
                <c:pt idx="59">
                  <c:v>2.0</c:v>
                </c:pt>
                <c:pt idx="70">
                  <c:v>1.1</c:v>
                </c:pt>
                <c:pt idx="79">
                  <c:v>2.94</c:v>
                </c:pt>
                <c:pt idx="100">
                  <c:v>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ICAGEN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ICGN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20, 2011   ·   Closed Oct 27, 2011   ·   Status: completed   ·   Pre-ann. volume 12.41×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ICAGEN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ICAGEN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6046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4606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43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037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299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532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958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055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414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27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268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Icagen engages J.P. Morgan to assist in assessing strategic…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Barbara Dalton (Pfizer) contacts Anthony Evnin (Icagen)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indicates interest in a structure of $5.00 cash plus…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increases its all-cash offer to $6.00 per share…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files a Schedule 13D disclosing its evaluation of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Icagen Board unanimously approves the Merger Agreement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expires; Pfizer acquires…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designees are appointed to the Icagen Board of…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 and Icagen becomes a wholly-owned…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ICAGEN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17 unexplained pre-announcement move weeks (of 18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2011-07-01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+148%  ($2.4→$5.96)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2010-12-03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+61%  ($1.1→$1.77)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2009-07-31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+58%  ($3.2→$5.04)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2010-01-08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($3.6→$5.28)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2009-10-30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-46%  ($6.64→$3.6)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2010-09-17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-44%  ($2→$1.12)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2010-03-19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($4.48→$6.24)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2010-01-15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($5.28→$7.2)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ICAGEN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Pfizer and Icagen Enter into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2011-08-10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Icagen Reports Second Quarter 2011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