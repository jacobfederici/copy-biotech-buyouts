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9.91</c:v>
                </c:pt>
                <c:pt idx="1">
                  <c:v>9.87</c:v>
                </c:pt>
                <c:pt idx="2">
                  <c:v>9.9</c:v>
                </c:pt>
                <c:pt idx="3">
                  <c:v>9.86</c:v>
                </c:pt>
                <c:pt idx="4">
                  <c:v>9.9</c:v>
                </c:pt>
                <c:pt idx="5">
                  <c:v>9.9</c:v>
                </c:pt>
                <c:pt idx="6">
                  <c:v>9.95</c:v>
                </c:pt>
                <c:pt idx="7">
                  <c:v>10.02</c:v>
                </c:pt>
                <c:pt idx="8">
                  <c:v>9.98</c:v>
                </c:pt>
                <c:pt idx="9">
                  <c:v>10.0</c:v>
                </c:pt>
                <c:pt idx="10">
                  <c:v>10.2</c:v>
                </c:pt>
                <c:pt idx="11">
                  <c:v>9.96</c:v>
                </c:pt>
                <c:pt idx="12">
                  <c:v>9.95</c:v>
                </c:pt>
                <c:pt idx="13">
                  <c:v>9.99</c:v>
                </c:pt>
                <c:pt idx="14">
                  <c:v>10.12</c:v>
                </c:pt>
                <c:pt idx="15">
                  <c:v>11.56</c:v>
                </c:pt>
                <c:pt idx="16">
                  <c:v>12.48</c:v>
                </c:pt>
                <c:pt idx="17">
                  <c:v>14.64</c:v>
                </c:pt>
                <c:pt idx="18">
                  <c:v>14.5</c:v>
                </c:pt>
                <c:pt idx="19">
                  <c:v>12.84</c:v>
                </c:pt>
                <c:pt idx="20">
                  <c:v>10.82</c:v>
                </c:pt>
                <c:pt idx="21">
                  <c:v>10.39</c:v>
                </c:pt>
                <c:pt idx="22">
                  <c:v>9.8</c:v>
                </c:pt>
                <c:pt idx="23">
                  <c:v>16.37</c:v>
                </c:pt>
                <c:pt idx="24">
                  <c:v>13.56</c:v>
                </c:pt>
                <c:pt idx="25">
                  <c:v>13.95</c:v>
                </c:pt>
                <c:pt idx="26">
                  <c:v>13.54</c:v>
                </c:pt>
                <c:pt idx="27">
                  <c:v>10.54</c:v>
                </c:pt>
                <c:pt idx="28">
                  <c:v>10.85</c:v>
                </c:pt>
                <c:pt idx="29">
                  <c:v>12.2</c:v>
                </c:pt>
                <c:pt idx="30">
                  <c:v>9.48</c:v>
                </c:pt>
                <c:pt idx="31">
                  <c:v>7.35</c:v>
                </c:pt>
                <c:pt idx="32">
                  <c:v>6.1</c:v>
                </c:pt>
                <c:pt idx="33">
                  <c:v>6.08</c:v>
                </c:pt>
                <c:pt idx="34">
                  <c:v>7.4</c:v>
                </c:pt>
                <c:pt idx="35">
                  <c:v>7.22</c:v>
                </c:pt>
                <c:pt idx="36">
                  <c:v>7.02</c:v>
                </c:pt>
                <c:pt idx="37">
                  <c:v>8.1</c:v>
                </c:pt>
                <c:pt idx="38">
                  <c:v>8.34</c:v>
                </c:pt>
                <c:pt idx="39">
                  <c:v>6.91</c:v>
                </c:pt>
                <c:pt idx="40">
                  <c:v>7.43</c:v>
                </c:pt>
                <c:pt idx="41">
                  <c:v>7.05</c:v>
                </c:pt>
                <c:pt idx="42">
                  <c:v>6.04</c:v>
                </c:pt>
                <c:pt idx="43">
                  <c:v>6.26</c:v>
                </c:pt>
                <c:pt idx="44">
                  <c:v>5.78</c:v>
                </c:pt>
                <c:pt idx="45">
                  <c:v>5.46</c:v>
                </c:pt>
                <c:pt idx="46">
                  <c:v>4.74</c:v>
                </c:pt>
                <c:pt idx="47">
                  <c:v>4.88</c:v>
                </c:pt>
                <c:pt idx="48">
                  <c:v>3.46</c:v>
                </c:pt>
                <c:pt idx="49">
                  <c:v>3.12</c:v>
                </c:pt>
                <c:pt idx="50">
                  <c:v>3.57</c:v>
                </c:pt>
                <c:pt idx="51">
                  <c:v>3.38</c:v>
                </c:pt>
                <c:pt idx="52">
                  <c:v>3.05</c:v>
                </c:pt>
                <c:pt idx="53">
                  <c:v>2.82</c:v>
                </c:pt>
                <c:pt idx="54">
                  <c:v>3.02</c:v>
                </c:pt>
                <c:pt idx="55">
                  <c:v>3.02</c:v>
                </c:pt>
                <c:pt idx="56">
                  <c:v>2.98</c:v>
                </c:pt>
                <c:pt idx="57">
                  <c:v>3.7</c:v>
                </c:pt>
                <c:pt idx="58">
                  <c:v>3.6</c:v>
                </c:pt>
                <c:pt idx="59">
                  <c:v>2.97</c:v>
                </c:pt>
                <c:pt idx="60">
                  <c:v>2.29</c:v>
                </c:pt>
                <c:pt idx="61">
                  <c:v>2.17</c:v>
                </c:pt>
                <c:pt idx="62">
                  <c:v>1.85</c:v>
                </c:pt>
                <c:pt idx="63">
                  <c:v>1.55</c:v>
                </c:pt>
                <c:pt idx="64">
                  <c:v>1.4</c:v>
                </c:pt>
                <c:pt idx="65">
                  <c:v>1.4</c:v>
                </c:pt>
                <c:pt idx="66">
                  <c:v>1.25</c:v>
                </c:pt>
                <c:pt idx="67">
                  <c:v>1.14</c:v>
                </c:pt>
                <c:pt idx="68">
                  <c:v>1.12</c:v>
                </c:pt>
                <c:pt idx="69">
                  <c:v>1.06</c:v>
                </c:pt>
                <c:pt idx="70">
                  <c:v>0.98</c:v>
                </c:pt>
                <c:pt idx="71">
                  <c:v>1.09</c:v>
                </c:pt>
                <c:pt idx="72">
                  <c:v>1.2</c:v>
                </c:pt>
                <c:pt idx="73">
                  <c:v>1.23</c:v>
                </c:pt>
                <c:pt idx="74">
                  <c:v>1.53</c:v>
                </c:pt>
                <c:pt idx="75">
                  <c:v>1.69</c:v>
                </c:pt>
                <c:pt idx="76">
                  <c:v>2.22</c:v>
                </c:pt>
                <c:pt idx="77">
                  <c:v>2.0</c:v>
                </c:pt>
                <c:pt idx="78">
                  <c:v>1.98</c:v>
                </c:pt>
                <c:pt idx="79">
                  <c:v>1.83</c:v>
                </c:pt>
                <c:pt idx="80">
                  <c:v>1.92</c:v>
                </c:pt>
                <c:pt idx="81">
                  <c:v>1.63</c:v>
                </c:pt>
                <c:pt idx="82">
                  <c:v>1.72</c:v>
                </c:pt>
                <c:pt idx="83">
                  <c:v>1.48</c:v>
                </c:pt>
                <c:pt idx="84">
                  <c:v>1.54</c:v>
                </c:pt>
                <c:pt idx="85">
                  <c:v>1.31</c:v>
                </c:pt>
                <c:pt idx="86">
                  <c:v>1.32</c:v>
                </c:pt>
                <c:pt idx="87">
                  <c:v>1.29</c:v>
                </c:pt>
                <c:pt idx="88">
                  <c:v>1.32</c:v>
                </c:pt>
                <c:pt idx="89">
                  <c:v>1.58</c:v>
                </c:pt>
                <c:pt idx="90">
                  <c:v>1.66</c:v>
                </c:pt>
                <c:pt idx="91">
                  <c:v>1.73</c:v>
                </c:pt>
                <c:pt idx="92">
                  <c:v>1.94</c:v>
                </c:pt>
                <c:pt idx="93">
                  <c:v>1.9</c:v>
                </c:pt>
                <c:pt idx="94">
                  <c:v>1.91</c:v>
                </c:pt>
                <c:pt idx="95">
                  <c:v>1.93</c:v>
                </c:pt>
                <c:pt idx="96">
                  <c:v>1.9</c:v>
                </c:pt>
                <c:pt idx="97">
                  <c:v>1.89</c:v>
                </c:pt>
                <c:pt idx="98">
                  <c:v>1.87</c:v>
                </c:pt>
                <c:pt idx="99">
                  <c:v>1.89</c:v>
                </c:pt>
                <c:pt idx="100">
                  <c:v>1.88</c:v>
                </c:pt>
                <c:pt idx="101">
                  <c:v>1.81</c:v>
                </c:pt>
                <c:pt idx="102">
                  <c:v>1.84</c:v>
                </c:pt>
                <c:pt idx="103">
                  <c:v>1.85</c:v>
                </c:pt>
                <c:pt idx="104">
                  <c:v>2.15</c:v>
                </c:pt>
                <c:pt idx="105">
                  <c:v>2.1</c:v>
                </c:pt>
                <c:pt idx="106">
                  <c:v>2.14</c:v>
                </c:pt>
                <c:pt idx="107">
                  <c:v>2.11</c:v>
                </c:pt>
                <c:pt idx="108">
                  <c:v>2.13</c:v>
                </c:pt>
                <c:pt idx="109">
                  <c:v>2.15</c:v>
                </c:pt>
                <c:pt idx="110">
                  <c:v>2.16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6">
                  <c:v>13.54</c:v>
                </c:pt>
                <c:pt idx="29">
                  <c:v>12.2</c:v>
                </c:pt>
                <c:pt idx="30">
                  <c:v>9.48</c:v>
                </c:pt>
                <c:pt idx="33">
                  <c:v>6.08</c:v>
                </c:pt>
                <c:pt idx="56">
                  <c:v>2.98</c:v>
                </c:pt>
                <c:pt idx="59">
                  <c:v>2.97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'23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22">
                  <c:v>9.8</c:v>
                </c:pt>
                <c:pt idx="47">
                  <c:v>4.88</c:v>
                </c:pt>
                <c:pt idx="73">
                  <c:v>1.23</c:v>
                </c:pt>
                <c:pt idx="75">
                  <c:v>1.69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PARDES BIOSCIENCES,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PRDS  ·  acquired by MediPacific,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$2.13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17, 2023   ·   Closed Aug 31, 2023   ·   Status: completed   ·   Pre-ann. volume 2.4×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PARDES BIOSCIENCES,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PARDES BIOSCIENCES,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32104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40664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85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07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61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01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52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79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69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950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484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954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Pardes Board reviews topline Phase 2 results for…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Pardes publicly announces Phase 2 trial results and…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Foresite submits non-binding expression of interest for a…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Pardes Board forms Special Committee of independent…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Leerink Partners solicits proposals from nine potential…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Financial Buyer A submits cash-out tender offer proposal at…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Foresite submits non-binding proposal at $1.93 per 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Foresite increases offer to net cash minus $12 million…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signed with final cash price determined by…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60.9%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31,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via Section 251(h) of the DGCL.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PARDES BIOSCIENCES,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10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+67%  ($9.8→$16.37)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($1.69→$2.22)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($4.88→$3.46)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2022-12-23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($1.23→$1.53)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206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($2.98→$3.7)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325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2022-09-16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($2.97→$2.29)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($9.48→$7.35)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507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-22%  ($12.2→$9.48)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PARDES BIOSCIENCES,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Pardes Biosciences Announces Top-line Results from Phase 2 Trial Evaluating Pomotrelvir for the Treatment…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Pardes Biosciences Reports First Quarter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PRDS, AAIC, WMC, IMNM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CIR, AAIC, QUOT, PRDS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2023-07-31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NEWR, QUOT, CIR, PRDS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CIR, PRDS, NEWR, QUOT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PRDS, CIR, RETA, AMNB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AMNB, RETA, CIR, PRDS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Pardes Biosciences, Inc. Announces Completion of Tender Offer and Merger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